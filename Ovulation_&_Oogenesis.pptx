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16" r:id="rId3"/>
    <p:sldId id="317" r:id="rId4"/>
    <p:sldId id="318" r:id="rId5"/>
    <p:sldId id="310" r:id="rId6"/>
    <p:sldId id="319" r:id="rId7"/>
    <p:sldId id="278" r:id="rId8"/>
    <p:sldId id="320" r:id="rId9"/>
    <p:sldId id="321" r:id="rId10"/>
    <p:sldId id="322" r:id="rId11"/>
    <p:sldId id="324" r:id="rId12"/>
    <p:sldId id="325" r:id="rId13"/>
    <p:sldId id="326" r:id="rId14"/>
    <p:sldId id="314" r:id="rId15"/>
    <p:sldId id="313" r:id="rId16"/>
    <p:sldId id="315" r:id="rId17"/>
    <p:sldId id="328" r:id="rId18"/>
    <p:sldId id="311" r:id="rId19"/>
    <p:sldId id="312" r:id="rId20"/>
    <p:sldId id="329" r:id="rId21"/>
    <p:sldId id="331" r:id="rId22"/>
    <p:sldId id="330" r:id="rId23"/>
    <p:sldId id="332" r:id="rId24"/>
    <p:sldId id="29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 autoAdjust="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1287A4-6AC9-43DF-A630-DFABD218459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6E6E89-9FD9-4ABB-A91C-65D9BC2FD451}">
      <dgm:prSet phldrT="[Text]"/>
      <dgm:spPr/>
      <dgm:t>
        <a:bodyPr/>
        <a:lstStyle/>
        <a:p>
          <a:r>
            <a:rPr lang="en-US" dirty="0"/>
            <a:t>Primordial germ cells</a:t>
          </a:r>
        </a:p>
      </dgm:t>
    </dgm:pt>
    <dgm:pt modelId="{C5BFF938-9C42-413F-9AD8-0BD8C5EA0278}" type="parTrans" cxnId="{F4B8CABA-C497-4699-B938-10F780593CC3}">
      <dgm:prSet/>
      <dgm:spPr/>
      <dgm:t>
        <a:bodyPr/>
        <a:lstStyle/>
        <a:p>
          <a:endParaRPr lang="en-US"/>
        </a:p>
      </dgm:t>
    </dgm:pt>
    <dgm:pt modelId="{C012D4D8-72BA-47D2-B783-57E8A84B4F3B}" type="sibTrans" cxnId="{F4B8CABA-C497-4699-B938-10F780593CC3}">
      <dgm:prSet/>
      <dgm:spPr/>
      <dgm:t>
        <a:bodyPr/>
        <a:lstStyle/>
        <a:p>
          <a:endParaRPr lang="en-US"/>
        </a:p>
      </dgm:t>
    </dgm:pt>
    <dgm:pt modelId="{321A4974-AF02-46CD-B329-C5FB8D494843}">
      <dgm:prSet phldrT="[Text]"/>
      <dgm:spPr/>
      <dgm:t>
        <a:bodyPr/>
        <a:lstStyle/>
        <a:p>
          <a:r>
            <a:rPr lang="en-US" dirty="0"/>
            <a:t>Migrate into ovary from the yolk sac of the embryo</a:t>
          </a:r>
        </a:p>
      </dgm:t>
    </dgm:pt>
    <dgm:pt modelId="{36D48332-117F-4099-8399-4A2E8EEDB861}" type="parTrans" cxnId="{03EA87D2-C98C-4F68-B413-72F510AD6339}">
      <dgm:prSet/>
      <dgm:spPr/>
      <dgm:t>
        <a:bodyPr/>
        <a:lstStyle/>
        <a:p>
          <a:endParaRPr lang="en-US"/>
        </a:p>
      </dgm:t>
    </dgm:pt>
    <dgm:pt modelId="{91930F51-1C47-4E45-A2BA-21F19354455A}" type="sibTrans" cxnId="{03EA87D2-C98C-4F68-B413-72F510AD6339}">
      <dgm:prSet/>
      <dgm:spPr/>
      <dgm:t>
        <a:bodyPr/>
        <a:lstStyle/>
        <a:p>
          <a:endParaRPr lang="en-US"/>
        </a:p>
      </dgm:t>
    </dgm:pt>
    <dgm:pt modelId="{A39ED864-0E82-409A-B055-305E693FAD1E}">
      <dgm:prSet phldrT="[Text]"/>
      <dgm:spPr/>
      <dgm:t>
        <a:bodyPr/>
        <a:lstStyle/>
        <a:p>
          <a:r>
            <a:rPr lang="en-US" dirty="0"/>
            <a:t>Oogonia</a:t>
          </a:r>
        </a:p>
      </dgm:t>
    </dgm:pt>
    <dgm:pt modelId="{A62FA10E-8855-42D7-A20D-7B269E2B0282}" type="parTrans" cxnId="{3BCAAE62-AF85-49DC-A89D-F2D3DADCF50B}">
      <dgm:prSet/>
      <dgm:spPr/>
      <dgm:t>
        <a:bodyPr/>
        <a:lstStyle/>
        <a:p>
          <a:endParaRPr lang="en-US"/>
        </a:p>
      </dgm:t>
    </dgm:pt>
    <dgm:pt modelId="{08BE963E-C6C0-4C8A-B6D8-B86BD000E451}" type="sibTrans" cxnId="{3BCAAE62-AF85-49DC-A89D-F2D3DADCF50B}">
      <dgm:prSet/>
      <dgm:spPr/>
      <dgm:t>
        <a:bodyPr/>
        <a:lstStyle/>
        <a:p>
          <a:endParaRPr lang="en-US"/>
        </a:p>
      </dgm:t>
    </dgm:pt>
    <dgm:pt modelId="{9EADF7F1-2222-4EB9-A32E-979426E51C42}">
      <dgm:prSet phldrT="[Text]"/>
      <dgm:spPr/>
      <dgm:t>
        <a:bodyPr/>
        <a:lstStyle/>
        <a:p>
          <a:r>
            <a:rPr lang="en-US" dirty="0"/>
            <a:t>Primordial germ cells undergo multiple times mitosis to form oogonia (Primordial ova) </a:t>
          </a:r>
        </a:p>
      </dgm:t>
    </dgm:pt>
    <dgm:pt modelId="{1032C0C3-8D17-4D91-9FEA-86FE2E29E475}" type="parTrans" cxnId="{33604F10-9824-47D4-A52A-9140276F82F0}">
      <dgm:prSet/>
      <dgm:spPr/>
      <dgm:t>
        <a:bodyPr/>
        <a:lstStyle/>
        <a:p>
          <a:endParaRPr lang="en-US"/>
        </a:p>
      </dgm:t>
    </dgm:pt>
    <dgm:pt modelId="{FDB67BAB-9431-45B3-BA42-DD2A26E4FFE9}" type="sibTrans" cxnId="{33604F10-9824-47D4-A52A-9140276F82F0}">
      <dgm:prSet/>
      <dgm:spPr/>
      <dgm:t>
        <a:bodyPr/>
        <a:lstStyle/>
        <a:p>
          <a:endParaRPr lang="en-US"/>
        </a:p>
      </dgm:t>
    </dgm:pt>
    <dgm:pt modelId="{8610EA92-9489-4952-AB86-A5606F07BCCC}">
      <dgm:prSet phldrT="[Text]"/>
      <dgm:spPr/>
      <dgm:t>
        <a:bodyPr/>
        <a:lstStyle/>
        <a:p>
          <a:r>
            <a:rPr lang="en-US" dirty="0"/>
            <a:t>Primordial Follicle</a:t>
          </a:r>
        </a:p>
      </dgm:t>
    </dgm:pt>
    <dgm:pt modelId="{4320E37C-5306-4FC2-828A-CF16E674F839}" type="parTrans" cxnId="{24819EB9-3833-487F-AE08-B0589B810770}">
      <dgm:prSet/>
      <dgm:spPr/>
      <dgm:t>
        <a:bodyPr/>
        <a:lstStyle/>
        <a:p>
          <a:endParaRPr lang="en-US"/>
        </a:p>
      </dgm:t>
    </dgm:pt>
    <dgm:pt modelId="{C491B0E3-F6E7-4917-AB45-CB6E56A4E218}" type="sibTrans" cxnId="{24819EB9-3833-487F-AE08-B0589B810770}">
      <dgm:prSet/>
      <dgm:spPr/>
      <dgm:t>
        <a:bodyPr/>
        <a:lstStyle/>
        <a:p>
          <a:endParaRPr lang="en-US"/>
        </a:p>
      </dgm:t>
    </dgm:pt>
    <dgm:pt modelId="{A9DD366C-6142-4C24-AFA4-507E500BB7DF}">
      <dgm:prSet phldrT="[Text]"/>
      <dgm:spPr/>
      <dgm:t>
        <a:bodyPr/>
        <a:lstStyle/>
        <a:p>
          <a:r>
            <a:rPr lang="en-US" dirty="0"/>
            <a:t>Oogonia surrounded by a single layer of cells of ovarian stroma </a:t>
          </a:r>
        </a:p>
      </dgm:t>
    </dgm:pt>
    <dgm:pt modelId="{ABDB3F18-A1F7-4601-A9EC-00201D31ECFF}" type="parTrans" cxnId="{C60556FD-5F75-4D1E-ACE6-0EBBF274EE8E}">
      <dgm:prSet/>
      <dgm:spPr/>
      <dgm:t>
        <a:bodyPr/>
        <a:lstStyle/>
        <a:p>
          <a:endParaRPr lang="en-US"/>
        </a:p>
      </dgm:t>
    </dgm:pt>
    <dgm:pt modelId="{53DF13C5-C3B5-48CC-B2A2-6651AD5D5C16}" type="sibTrans" cxnId="{C60556FD-5F75-4D1E-ACE6-0EBBF274EE8E}">
      <dgm:prSet/>
      <dgm:spPr/>
      <dgm:t>
        <a:bodyPr/>
        <a:lstStyle/>
        <a:p>
          <a:endParaRPr lang="en-US"/>
        </a:p>
      </dgm:t>
    </dgm:pt>
    <dgm:pt modelId="{B220C4E5-35C0-4574-A6F8-ACF8073582E0}">
      <dgm:prSet phldrT="[Text]"/>
      <dgm:spPr/>
      <dgm:t>
        <a:bodyPr/>
        <a:lstStyle/>
        <a:p>
          <a:r>
            <a:rPr lang="en-US" dirty="0"/>
            <a:t>The primary oocyte arrest in Prophase-1 of meiosis 1 till puberty</a:t>
          </a:r>
        </a:p>
      </dgm:t>
    </dgm:pt>
    <dgm:pt modelId="{0D4A3C24-C22A-4DB3-8609-9AACBD34E80D}" type="parTrans" cxnId="{21DC5034-B6A1-4149-AF6E-F52B9C802A4D}">
      <dgm:prSet/>
      <dgm:spPr/>
      <dgm:t>
        <a:bodyPr/>
        <a:lstStyle/>
        <a:p>
          <a:endParaRPr lang="en-US"/>
        </a:p>
      </dgm:t>
    </dgm:pt>
    <dgm:pt modelId="{8F8CCDC5-B803-442A-B6DF-1691AE330098}" type="sibTrans" cxnId="{21DC5034-B6A1-4149-AF6E-F52B9C802A4D}">
      <dgm:prSet/>
      <dgm:spPr/>
      <dgm:t>
        <a:bodyPr/>
        <a:lstStyle/>
        <a:p>
          <a:endParaRPr lang="en-US"/>
        </a:p>
      </dgm:t>
    </dgm:pt>
    <dgm:pt modelId="{92C2FD43-0288-44D1-9932-83312399CAD2}" type="pres">
      <dgm:prSet presAssocID="{621287A4-6AC9-43DF-A630-DFABD2184591}" presName="Name0" presStyleCnt="0">
        <dgm:presLayoutVars>
          <dgm:dir/>
          <dgm:resizeHandles val="exact"/>
        </dgm:presLayoutVars>
      </dgm:prSet>
      <dgm:spPr/>
    </dgm:pt>
    <dgm:pt modelId="{F8DA7FFD-F519-4718-A172-F610DD42858D}" type="pres">
      <dgm:prSet presAssocID="{8F6E6E89-9FD9-4ABB-A91C-65D9BC2FD451}" presName="node" presStyleLbl="node1" presStyleIdx="0" presStyleCnt="3" custScaleY="131782">
        <dgm:presLayoutVars>
          <dgm:bulletEnabled val="1"/>
        </dgm:presLayoutVars>
      </dgm:prSet>
      <dgm:spPr/>
    </dgm:pt>
    <dgm:pt modelId="{7E429EAF-7469-49D8-B744-08ABDE3CE6C4}" type="pres">
      <dgm:prSet presAssocID="{C012D4D8-72BA-47D2-B783-57E8A84B4F3B}" presName="sibTrans" presStyleLbl="sibTrans2D1" presStyleIdx="0" presStyleCnt="2"/>
      <dgm:spPr/>
    </dgm:pt>
    <dgm:pt modelId="{A2840505-582F-477A-A7DD-4C55B810719F}" type="pres">
      <dgm:prSet presAssocID="{C012D4D8-72BA-47D2-B783-57E8A84B4F3B}" presName="connectorText" presStyleLbl="sibTrans2D1" presStyleIdx="0" presStyleCnt="2"/>
      <dgm:spPr/>
    </dgm:pt>
    <dgm:pt modelId="{2FF25AD6-48B4-4FC5-A00A-E3A3AC96514A}" type="pres">
      <dgm:prSet presAssocID="{A39ED864-0E82-409A-B055-305E693FAD1E}" presName="node" presStyleLbl="node1" presStyleIdx="1" presStyleCnt="3" custScaleY="128626">
        <dgm:presLayoutVars>
          <dgm:bulletEnabled val="1"/>
        </dgm:presLayoutVars>
      </dgm:prSet>
      <dgm:spPr/>
    </dgm:pt>
    <dgm:pt modelId="{C5F26D03-AB29-4A10-AB03-B2E1E0D0202B}" type="pres">
      <dgm:prSet presAssocID="{08BE963E-C6C0-4C8A-B6D8-B86BD000E451}" presName="sibTrans" presStyleLbl="sibTrans2D1" presStyleIdx="1" presStyleCnt="2"/>
      <dgm:spPr/>
    </dgm:pt>
    <dgm:pt modelId="{719CA736-5893-4525-B01F-0DBA943C9D9B}" type="pres">
      <dgm:prSet presAssocID="{08BE963E-C6C0-4C8A-B6D8-B86BD000E451}" presName="connectorText" presStyleLbl="sibTrans2D1" presStyleIdx="1" presStyleCnt="2"/>
      <dgm:spPr/>
    </dgm:pt>
    <dgm:pt modelId="{E02B18AF-C9F5-41A9-B85A-ABC42ABAB0ED}" type="pres">
      <dgm:prSet presAssocID="{8610EA92-9489-4952-AB86-A5606F07BCCC}" presName="node" presStyleLbl="node1" presStyleIdx="2" presStyleCnt="3" custScaleY="137043">
        <dgm:presLayoutVars>
          <dgm:bulletEnabled val="1"/>
        </dgm:presLayoutVars>
      </dgm:prSet>
      <dgm:spPr/>
    </dgm:pt>
  </dgm:ptLst>
  <dgm:cxnLst>
    <dgm:cxn modelId="{B3CEA90E-5D00-4C77-828A-D12E1931885C}" type="presOf" srcId="{08BE963E-C6C0-4C8A-B6D8-B86BD000E451}" destId="{C5F26D03-AB29-4A10-AB03-B2E1E0D0202B}" srcOrd="0" destOrd="0" presId="urn:microsoft.com/office/officeart/2005/8/layout/process1"/>
    <dgm:cxn modelId="{33604F10-9824-47D4-A52A-9140276F82F0}" srcId="{A39ED864-0E82-409A-B055-305E693FAD1E}" destId="{9EADF7F1-2222-4EB9-A32E-979426E51C42}" srcOrd="0" destOrd="0" parTransId="{1032C0C3-8D17-4D91-9FEA-86FE2E29E475}" sibTransId="{FDB67BAB-9431-45B3-BA42-DD2A26E4FFE9}"/>
    <dgm:cxn modelId="{3D17D520-5FA2-4A95-B0E7-406F78FCFEEF}" type="presOf" srcId="{621287A4-6AC9-43DF-A630-DFABD2184591}" destId="{92C2FD43-0288-44D1-9932-83312399CAD2}" srcOrd="0" destOrd="0" presId="urn:microsoft.com/office/officeart/2005/8/layout/process1"/>
    <dgm:cxn modelId="{21DC5034-B6A1-4149-AF6E-F52B9C802A4D}" srcId="{8610EA92-9489-4952-AB86-A5606F07BCCC}" destId="{B220C4E5-35C0-4574-A6F8-ACF8073582E0}" srcOrd="1" destOrd="0" parTransId="{0D4A3C24-C22A-4DB3-8609-9AACBD34E80D}" sibTransId="{8F8CCDC5-B803-442A-B6DF-1691AE330098}"/>
    <dgm:cxn modelId="{3BCAAE62-AF85-49DC-A89D-F2D3DADCF50B}" srcId="{621287A4-6AC9-43DF-A630-DFABD2184591}" destId="{A39ED864-0E82-409A-B055-305E693FAD1E}" srcOrd="1" destOrd="0" parTransId="{A62FA10E-8855-42D7-A20D-7B269E2B0282}" sibTransId="{08BE963E-C6C0-4C8A-B6D8-B86BD000E451}"/>
    <dgm:cxn modelId="{57A00F63-10B6-4BD7-8F7E-E2F1D93BE89D}" type="presOf" srcId="{321A4974-AF02-46CD-B329-C5FB8D494843}" destId="{F8DA7FFD-F519-4718-A172-F610DD42858D}" srcOrd="0" destOrd="1" presId="urn:microsoft.com/office/officeart/2005/8/layout/process1"/>
    <dgm:cxn modelId="{A9F91267-4310-4E8C-AC29-8D953C14C465}" type="presOf" srcId="{C012D4D8-72BA-47D2-B783-57E8A84B4F3B}" destId="{7E429EAF-7469-49D8-B744-08ABDE3CE6C4}" srcOrd="0" destOrd="0" presId="urn:microsoft.com/office/officeart/2005/8/layout/process1"/>
    <dgm:cxn modelId="{BB6C214E-86B2-4373-80BD-74E046EEFDA5}" type="presOf" srcId="{A39ED864-0E82-409A-B055-305E693FAD1E}" destId="{2FF25AD6-48B4-4FC5-A00A-E3A3AC96514A}" srcOrd="0" destOrd="0" presId="urn:microsoft.com/office/officeart/2005/8/layout/process1"/>
    <dgm:cxn modelId="{CF953C8D-C5F0-4F32-A0B8-27F00A6FDA8C}" type="presOf" srcId="{B220C4E5-35C0-4574-A6F8-ACF8073582E0}" destId="{E02B18AF-C9F5-41A9-B85A-ABC42ABAB0ED}" srcOrd="0" destOrd="2" presId="urn:microsoft.com/office/officeart/2005/8/layout/process1"/>
    <dgm:cxn modelId="{02F14C91-07B9-4177-A6B7-00C532253299}" type="presOf" srcId="{08BE963E-C6C0-4C8A-B6D8-B86BD000E451}" destId="{719CA736-5893-4525-B01F-0DBA943C9D9B}" srcOrd="1" destOrd="0" presId="urn:microsoft.com/office/officeart/2005/8/layout/process1"/>
    <dgm:cxn modelId="{C626B899-525E-4C8C-B9BC-E8F92AA5B6D1}" type="presOf" srcId="{A9DD366C-6142-4C24-AFA4-507E500BB7DF}" destId="{E02B18AF-C9F5-41A9-B85A-ABC42ABAB0ED}" srcOrd="0" destOrd="1" presId="urn:microsoft.com/office/officeart/2005/8/layout/process1"/>
    <dgm:cxn modelId="{8C1CCBA2-398D-4D36-B403-AA4FE5DAB37F}" type="presOf" srcId="{8610EA92-9489-4952-AB86-A5606F07BCCC}" destId="{E02B18AF-C9F5-41A9-B85A-ABC42ABAB0ED}" srcOrd="0" destOrd="0" presId="urn:microsoft.com/office/officeart/2005/8/layout/process1"/>
    <dgm:cxn modelId="{6FBE62A9-F997-407E-802D-B87B1DAD7575}" type="presOf" srcId="{C012D4D8-72BA-47D2-B783-57E8A84B4F3B}" destId="{A2840505-582F-477A-A7DD-4C55B810719F}" srcOrd="1" destOrd="0" presId="urn:microsoft.com/office/officeart/2005/8/layout/process1"/>
    <dgm:cxn modelId="{24819EB9-3833-487F-AE08-B0589B810770}" srcId="{621287A4-6AC9-43DF-A630-DFABD2184591}" destId="{8610EA92-9489-4952-AB86-A5606F07BCCC}" srcOrd="2" destOrd="0" parTransId="{4320E37C-5306-4FC2-828A-CF16E674F839}" sibTransId="{C491B0E3-F6E7-4917-AB45-CB6E56A4E218}"/>
    <dgm:cxn modelId="{F4B8CABA-C497-4699-B938-10F780593CC3}" srcId="{621287A4-6AC9-43DF-A630-DFABD2184591}" destId="{8F6E6E89-9FD9-4ABB-A91C-65D9BC2FD451}" srcOrd="0" destOrd="0" parTransId="{C5BFF938-9C42-413F-9AD8-0BD8C5EA0278}" sibTransId="{C012D4D8-72BA-47D2-B783-57E8A84B4F3B}"/>
    <dgm:cxn modelId="{03EA87D2-C98C-4F68-B413-72F510AD6339}" srcId="{8F6E6E89-9FD9-4ABB-A91C-65D9BC2FD451}" destId="{321A4974-AF02-46CD-B329-C5FB8D494843}" srcOrd="0" destOrd="0" parTransId="{36D48332-117F-4099-8399-4A2E8EEDB861}" sibTransId="{91930F51-1C47-4E45-A2BA-21F19354455A}"/>
    <dgm:cxn modelId="{F14A9CE5-6CE1-487F-A5F8-9C11EF2F8756}" type="presOf" srcId="{8F6E6E89-9FD9-4ABB-A91C-65D9BC2FD451}" destId="{F8DA7FFD-F519-4718-A172-F610DD42858D}" srcOrd="0" destOrd="0" presId="urn:microsoft.com/office/officeart/2005/8/layout/process1"/>
    <dgm:cxn modelId="{2C2E3CF3-685A-40AC-A0D4-49ACA21AC8B2}" type="presOf" srcId="{9EADF7F1-2222-4EB9-A32E-979426E51C42}" destId="{2FF25AD6-48B4-4FC5-A00A-E3A3AC96514A}" srcOrd="0" destOrd="1" presId="urn:microsoft.com/office/officeart/2005/8/layout/process1"/>
    <dgm:cxn modelId="{C60556FD-5F75-4D1E-ACE6-0EBBF274EE8E}" srcId="{8610EA92-9489-4952-AB86-A5606F07BCCC}" destId="{A9DD366C-6142-4C24-AFA4-507E500BB7DF}" srcOrd="0" destOrd="0" parTransId="{ABDB3F18-A1F7-4601-A9EC-00201D31ECFF}" sibTransId="{53DF13C5-C3B5-48CC-B2A2-6651AD5D5C16}"/>
    <dgm:cxn modelId="{E0CF01DC-B0E4-4D7A-906E-368F64F42D54}" type="presParOf" srcId="{92C2FD43-0288-44D1-9932-83312399CAD2}" destId="{F8DA7FFD-F519-4718-A172-F610DD42858D}" srcOrd="0" destOrd="0" presId="urn:microsoft.com/office/officeart/2005/8/layout/process1"/>
    <dgm:cxn modelId="{FAF522C1-9276-434A-AD22-64F4AA334CFE}" type="presParOf" srcId="{92C2FD43-0288-44D1-9932-83312399CAD2}" destId="{7E429EAF-7469-49D8-B744-08ABDE3CE6C4}" srcOrd="1" destOrd="0" presId="urn:microsoft.com/office/officeart/2005/8/layout/process1"/>
    <dgm:cxn modelId="{EF336166-73B3-487E-B681-9C2F5F159D9A}" type="presParOf" srcId="{7E429EAF-7469-49D8-B744-08ABDE3CE6C4}" destId="{A2840505-582F-477A-A7DD-4C55B810719F}" srcOrd="0" destOrd="0" presId="urn:microsoft.com/office/officeart/2005/8/layout/process1"/>
    <dgm:cxn modelId="{5C052F27-F023-411D-815E-B5A1C98FEA43}" type="presParOf" srcId="{92C2FD43-0288-44D1-9932-83312399CAD2}" destId="{2FF25AD6-48B4-4FC5-A00A-E3A3AC96514A}" srcOrd="2" destOrd="0" presId="urn:microsoft.com/office/officeart/2005/8/layout/process1"/>
    <dgm:cxn modelId="{14E31B2F-AE2E-408E-8E0C-80C94ABFFEC7}" type="presParOf" srcId="{92C2FD43-0288-44D1-9932-83312399CAD2}" destId="{C5F26D03-AB29-4A10-AB03-B2E1E0D0202B}" srcOrd="3" destOrd="0" presId="urn:microsoft.com/office/officeart/2005/8/layout/process1"/>
    <dgm:cxn modelId="{C134AC69-AC6D-4B75-A12E-5876E16A7B27}" type="presParOf" srcId="{C5F26D03-AB29-4A10-AB03-B2E1E0D0202B}" destId="{719CA736-5893-4525-B01F-0DBA943C9D9B}" srcOrd="0" destOrd="0" presId="urn:microsoft.com/office/officeart/2005/8/layout/process1"/>
    <dgm:cxn modelId="{506ADDB4-2997-48F8-A58C-971C0BFB4B6A}" type="presParOf" srcId="{92C2FD43-0288-44D1-9932-83312399CAD2}" destId="{E02B18AF-C9F5-41A9-B85A-ABC42ABAB0E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7CF0DB-D980-4C82-8DD9-BA329033CFEF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4D398B02-AA48-43A8-B807-07D9961D0933}">
      <dgm:prSet phldrT="[Text]"/>
      <dgm:spPr/>
      <dgm:t>
        <a:bodyPr/>
        <a:lstStyle/>
        <a:p>
          <a:r>
            <a:rPr lang="en-US" dirty="0"/>
            <a:t>7</a:t>
          </a:r>
          <a:r>
            <a:rPr lang="en-US" baseline="30000" dirty="0"/>
            <a:t>th</a:t>
          </a:r>
          <a:r>
            <a:rPr lang="en-US" dirty="0"/>
            <a:t> month of gestation</a:t>
          </a:r>
        </a:p>
        <a:p>
          <a:r>
            <a:rPr lang="en-US" u="sng" dirty="0"/>
            <a:t>7 million germ cells</a:t>
          </a:r>
        </a:p>
      </dgm:t>
    </dgm:pt>
    <dgm:pt modelId="{79E80C96-90EC-4041-B96F-548FE5122111}" type="parTrans" cxnId="{826F73D8-0129-4F34-902C-E3488FBB2201}">
      <dgm:prSet/>
      <dgm:spPr/>
      <dgm:t>
        <a:bodyPr/>
        <a:lstStyle/>
        <a:p>
          <a:endParaRPr lang="en-US"/>
        </a:p>
      </dgm:t>
    </dgm:pt>
    <dgm:pt modelId="{B7AB5F77-D5FB-48F0-878E-31E3C4DAD509}" type="sibTrans" cxnId="{826F73D8-0129-4F34-902C-E3488FBB2201}">
      <dgm:prSet/>
      <dgm:spPr/>
      <dgm:t>
        <a:bodyPr/>
        <a:lstStyle/>
        <a:p>
          <a:endParaRPr lang="en-US"/>
        </a:p>
      </dgm:t>
    </dgm:pt>
    <dgm:pt modelId="{7BE978D2-9C9D-4E79-9A69-8FD4AC7220AD}">
      <dgm:prSet phldrT="[Text]"/>
      <dgm:spPr/>
      <dgm:t>
        <a:bodyPr/>
        <a:lstStyle/>
        <a:p>
          <a:r>
            <a:rPr lang="en-US" dirty="0"/>
            <a:t>At birth</a:t>
          </a:r>
        </a:p>
        <a:p>
          <a:r>
            <a:rPr lang="en-US" u="sng" dirty="0"/>
            <a:t>2 million germ cells</a:t>
          </a:r>
        </a:p>
      </dgm:t>
    </dgm:pt>
    <dgm:pt modelId="{E5D8565C-ECE5-4183-8C93-251C26777378}" type="parTrans" cxnId="{6BF1ECA7-AFE6-4926-80C7-C74E6995BA98}">
      <dgm:prSet/>
      <dgm:spPr/>
      <dgm:t>
        <a:bodyPr/>
        <a:lstStyle/>
        <a:p>
          <a:endParaRPr lang="en-US"/>
        </a:p>
      </dgm:t>
    </dgm:pt>
    <dgm:pt modelId="{B473B7B6-2B14-45DE-914D-0D88FB016EE9}" type="sibTrans" cxnId="{6BF1ECA7-AFE6-4926-80C7-C74E6995BA98}">
      <dgm:prSet/>
      <dgm:spPr/>
      <dgm:t>
        <a:bodyPr/>
        <a:lstStyle/>
        <a:p>
          <a:endParaRPr lang="en-US"/>
        </a:p>
      </dgm:t>
    </dgm:pt>
    <dgm:pt modelId="{040DB718-434F-4429-8CFC-8DB9FE6B66FA}">
      <dgm:prSet phldrT="[Text]"/>
      <dgm:spPr/>
      <dgm:t>
        <a:bodyPr/>
        <a:lstStyle/>
        <a:p>
          <a:r>
            <a:rPr lang="en-US" dirty="0"/>
            <a:t>At Puberty</a:t>
          </a:r>
        </a:p>
        <a:p>
          <a:r>
            <a:rPr lang="en-US" u="sng" dirty="0"/>
            <a:t>Only 3,00,000 germ cells</a:t>
          </a:r>
        </a:p>
      </dgm:t>
    </dgm:pt>
    <dgm:pt modelId="{66843253-3A70-4B5A-B540-6EBC5862878A}" type="parTrans" cxnId="{2597CC6B-D775-421A-9C41-9A10F09DBD75}">
      <dgm:prSet/>
      <dgm:spPr/>
      <dgm:t>
        <a:bodyPr/>
        <a:lstStyle/>
        <a:p>
          <a:endParaRPr lang="en-US"/>
        </a:p>
      </dgm:t>
    </dgm:pt>
    <dgm:pt modelId="{689CDFF1-89D0-4918-B0B1-F73F45479111}" type="sibTrans" cxnId="{2597CC6B-D775-421A-9C41-9A10F09DBD75}">
      <dgm:prSet/>
      <dgm:spPr/>
      <dgm:t>
        <a:bodyPr/>
        <a:lstStyle/>
        <a:p>
          <a:endParaRPr lang="en-US"/>
        </a:p>
      </dgm:t>
    </dgm:pt>
    <dgm:pt modelId="{3F5A0AEB-ACB1-471C-A799-3D5970FB0510}" type="pres">
      <dgm:prSet presAssocID="{617CF0DB-D980-4C82-8DD9-BA329033CFEF}" presName="Name0" presStyleCnt="0">
        <dgm:presLayoutVars>
          <dgm:dir/>
          <dgm:resizeHandles val="exact"/>
        </dgm:presLayoutVars>
      </dgm:prSet>
      <dgm:spPr/>
    </dgm:pt>
    <dgm:pt modelId="{853B8451-68E3-45CA-9EF4-67307EFBEF97}" type="pres">
      <dgm:prSet presAssocID="{4D398B02-AA48-43A8-B807-07D9961D0933}" presName="node" presStyleLbl="node1" presStyleIdx="0" presStyleCnt="3">
        <dgm:presLayoutVars>
          <dgm:bulletEnabled val="1"/>
        </dgm:presLayoutVars>
      </dgm:prSet>
      <dgm:spPr/>
    </dgm:pt>
    <dgm:pt modelId="{955D05A9-5193-4E71-BAA8-1D83B9796B70}" type="pres">
      <dgm:prSet presAssocID="{B7AB5F77-D5FB-48F0-878E-31E3C4DAD509}" presName="sibTrans" presStyleLbl="sibTrans2D1" presStyleIdx="0" presStyleCnt="2"/>
      <dgm:spPr/>
    </dgm:pt>
    <dgm:pt modelId="{99836B0A-7CF1-476D-B19E-2CA7DA0BFD76}" type="pres">
      <dgm:prSet presAssocID="{B7AB5F77-D5FB-48F0-878E-31E3C4DAD509}" presName="connectorText" presStyleLbl="sibTrans2D1" presStyleIdx="0" presStyleCnt="2"/>
      <dgm:spPr/>
    </dgm:pt>
    <dgm:pt modelId="{8E01FB07-C925-4931-B319-2AD7ABF18666}" type="pres">
      <dgm:prSet presAssocID="{7BE978D2-9C9D-4E79-9A69-8FD4AC7220AD}" presName="node" presStyleLbl="node1" presStyleIdx="1" presStyleCnt="3">
        <dgm:presLayoutVars>
          <dgm:bulletEnabled val="1"/>
        </dgm:presLayoutVars>
      </dgm:prSet>
      <dgm:spPr/>
    </dgm:pt>
    <dgm:pt modelId="{726A0BFA-C566-40E5-9D2A-18A7114A4AD0}" type="pres">
      <dgm:prSet presAssocID="{B473B7B6-2B14-45DE-914D-0D88FB016EE9}" presName="sibTrans" presStyleLbl="sibTrans2D1" presStyleIdx="1" presStyleCnt="2"/>
      <dgm:spPr/>
    </dgm:pt>
    <dgm:pt modelId="{795F3125-834A-414D-A929-AAA74B35E767}" type="pres">
      <dgm:prSet presAssocID="{B473B7B6-2B14-45DE-914D-0D88FB016EE9}" presName="connectorText" presStyleLbl="sibTrans2D1" presStyleIdx="1" presStyleCnt="2"/>
      <dgm:spPr/>
    </dgm:pt>
    <dgm:pt modelId="{820381F0-12F8-4742-A0C3-BEEF91270FAB}" type="pres">
      <dgm:prSet presAssocID="{040DB718-434F-4429-8CFC-8DB9FE6B66FA}" presName="node" presStyleLbl="node1" presStyleIdx="2" presStyleCnt="3">
        <dgm:presLayoutVars>
          <dgm:bulletEnabled val="1"/>
        </dgm:presLayoutVars>
      </dgm:prSet>
      <dgm:spPr/>
    </dgm:pt>
  </dgm:ptLst>
  <dgm:cxnLst>
    <dgm:cxn modelId="{E85ED909-0D2D-44E5-9F71-C73FEBD5D208}" type="presOf" srcId="{B7AB5F77-D5FB-48F0-878E-31E3C4DAD509}" destId="{955D05A9-5193-4E71-BAA8-1D83B9796B70}" srcOrd="0" destOrd="0" presId="urn:microsoft.com/office/officeart/2005/8/layout/process1"/>
    <dgm:cxn modelId="{12E9AC25-199C-4960-BB2E-FD7AAF49312D}" type="presOf" srcId="{B473B7B6-2B14-45DE-914D-0D88FB016EE9}" destId="{795F3125-834A-414D-A929-AAA74B35E767}" srcOrd="1" destOrd="0" presId="urn:microsoft.com/office/officeart/2005/8/layout/process1"/>
    <dgm:cxn modelId="{29ACEA31-4418-4D74-B1FF-C90E13CE8C3E}" type="presOf" srcId="{7BE978D2-9C9D-4E79-9A69-8FD4AC7220AD}" destId="{8E01FB07-C925-4931-B319-2AD7ABF18666}" srcOrd="0" destOrd="0" presId="urn:microsoft.com/office/officeart/2005/8/layout/process1"/>
    <dgm:cxn modelId="{2597CC6B-D775-421A-9C41-9A10F09DBD75}" srcId="{617CF0DB-D980-4C82-8DD9-BA329033CFEF}" destId="{040DB718-434F-4429-8CFC-8DB9FE6B66FA}" srcOrd="2" destOrd="0" parTransId="{66843253-3A70-4B5A-B540-6EBC5862878A}" sibTransId="{689CDFF1-89D0-4918-B0B1-F73F45479111}"/>
    <dgm:cxn modelId="{07CE3BA3-54C7-4FAB-A0A7-F674425B70F3}" type="presOf" srcId="{B7AB5F77-D5FB-48F0-878E-31E3C4DAD509}" destId="{99836B0A-7CF1-476D-B19E-2CA7DA0BFD76}" srcOrd="1" destOrd="0" presId="urn:microsoft.com/office/officeart/2005/8/layout/process1"/>
    <dgm:cxn modelId="{6BF1ECA7-AFE6-4926-80C7-C74E6995BA98}" srcId="{617CF0DB-D980-4C82-8DD9-BA329033CFEF}" destId="{7BE978D2-9C9D-4E79-9A69-8FD4AC7220AD}" srcOrd="1" destOrd="0" parTransId="{E5D8565C-ECE5-4183-8C93-251C26777378}" sibTransId="{B473B7B6-2B14-45DE-914D-0D88FB016EE9}"/>
    <dgm:cxn modelId="{A0FE31C1-703B-4D72-9132-DDF1EED1B6A0}" type="presOf" srcId="{040DB718-434F-4429-8CFC-8DB9FE6B66FA}" destId="{820381F0-12F8-4742-A0C3-BEEF91270FAB}" srcOrd="0" destOrd="0" presId="urn:microsoft.com/office/officeart/2005/8/layout/process1"/>
    <dgm:cxn modelId="{826F73D8-0129-4F34-902C-E3488FBB2201}" srcId="{617CF0DB-D980-4C82-8DD9-BA329033CFEF}" destId="{4D398B02-AA48-43A8-B807-07D9961D0933}" srcOrd="0" destOrd="0" parTransId="{79E80C96-90EC-4041-B96F-548FE5122111}" sibTransId="{B7AB5F77-D5FB-48F0-878E-31E3C4DAD509}"/>
    <dgm:cxn modelId="{B26C31DF-8241-4A45-A440-E4B5456B71F0}" type="presOf" srcId="{B473B7B6-2B14-45DE-914D-0D88FB016EE9}" destId="{726A0BFA-C566-40E5-9D2A-18A7114A4AD0}" srcOrd="0" destOrd="0" presId="urn:microsoft.com/office/officeart/2005/8/layout/process1"/>
    <dgm:cxn modelId="{325953EE-C2C3-4053-BC52-99F423D9AE68}" type="presOf" srcId="{617CF0DB-D980-4C82-8DD9-BA329033CFEF}" destId="{3F5A0AEB-ACB1-471C-A799-3D5970FB0510}" srcOrd="0" destOrd="0" presId="urn:microsoft.com/office/officeart/2005/8/layout/process1"/>
    <dgm:cxn modelId="{6D12E1F8-AAF1-4D9C-A8FE-43C5B8C47F9C}" type="presOf" srcId="{4D398B02-AA48-43A8-B807-07D9961D0933}" destId="{853B8451-68E3-45CA-9EF4-67307EFBEF97}" srcOrd="0" destOrd="0" presId="urn:microsoft.com/office/officeart/2005/8/layout/process1"/>
    <dgm:cxn modelId="{E565EDC4-1312-4FD2-BC6E-F6E17B3FAD82}" type="presParOf" srcId="{3F5A0AEB-ACB1-471C-A799-3D5970FB0510}" destId="{853B8451-68E3-45CA-9EF4-67307EFBEF97}" srcOrd="0" destOrd="0" presId="urn:microsoft.com/office/officeart/2005/8/layout/process1"/>
    <dgm:cxn modelId="{BAA1DC7B-200B-45E0-BD05-897A828378AF}" type="presParOf" srcId="{3F5A0AEB-ACB1-471C-A799-3D5970FB0510}" destId="{955D05A9-5193-4E71-BAA8-1D83B9796B70}" srcOrd="1" destOrd="0" presId="urn:microsoft.com/office/officeart/2005/8/layout/process1"/>
    <dgm:cxn modelId="{DEC7B918-598B-4BA9-A3D4-F38C1352F35E}" type="presParOf" srcId="{955D05A9-5193-4E71-BAA8-1D83B9796B70}" destId="{99836B0A-7CF1-476D-B19E-2CA7DA0BFD76}" srcOrd="0" destOrd="0" presId="urn:microsoft.com/office/officeart/2005/8/layout/process1"/>
    <dgm:cxn modelId="{93D86EC7-C688-4A01-B3E7-5CE57A722907}" type="presParOf" srcId="{3F5A0AEB-ACB1-471C-A799-3D5970FB0510}" destId="{8E01FB07-C925-4931-B319-2AD7ABF18666}" srcOrd="2" destOrd="0" presId="urn:microsoft.com/office/officeart/2005/8/layout/process1"/>
    <dgm:cxn modelId="{C0063936-CF46-4036-91D2-8EA5440905BF}" type="presParOf" srcId="{3F5A0AEB-ACB1-471C-A799-3D5970FB0510}" destId="{726A0BFA-C566-40E5-9D2A-18A7114A4AD0}" srcOrd="3" destOrd="0" presId="urn:microsoft.com/office/officeart/2005/8/layout/process1"/>
    <dgm:cxn modelId="{BA4E2672-3474-4D60-8A80-8F19E5010D7A}" type="presParOf" srcId="{726A0BFA-C566-40E5-9D2A-18A7114A4AD0}" destId="{795F3125-834A-414D-A929-AAA74B35E767}" srcOrd="0" destOrd="0" presId="urn:microsoft.com/office/officeart/2005/8/layout/process1"/>
    <dgm:cxn modelId="{8E8F118B-0B5F-4B05-B272-643F0E87F8FB}" type="presParOf" srcId="{3F5A0AEB-ACB1-471C-A799-3D5970FB0510}" destId="{820381F0-12F8-4742-A0C3-BEEF91270FAB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4C93F45-A333-466A-867D-4110AB3D23F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1DAD06D8-4D98-41AA-A0D9-9D14ACC974DF}">
      <dgm:prSet phldrT="[Text]"/>
      <dgm:spPr/>
      <dgm:t>
        <a:bodyPr/>
        <a:lstStyle/>
        <a:p>
          <a:r>
            <a:rPr lang="en-US" dirty="0"/>
            <a:t>Follicular Phase</a:t>
          </a:r>
        </a:p>
      </dgm:t>
    </dgm:pt>
    <dgm:pt modelId="{30528BEE-0DA6-42E8-AC3C-C560BD7DC9D2}" type="parTrans" cxnId="{0557CA54-0CB9-4782-A81B-1F54030860DF}">
      <dgm:prSet/>
      <dgm:spPr/>
      <dgm:t>
        <a:bodyPr/>
        <a:lstStyle/>
        <a:p>
          <a:endParaRPr lang="en-US"/>
        </a:p>
      </dgm:t>
    </dgm:pt>
    <dgm:pt modelId="{D469435B-3828-4769-9773-9C5607397579}" type="sibTrans" cxnId="{0557CA54-0CB9-4782-A81B-1F54030860DF}">
      <dgm:prSet/>
      <dgm:spPr/>
      <dgm:t>
        <a:bodyPr/>
        <a:lstStyle/>
        <a:p>
          <a:endParaRPr lang="en-US"/>
        </a:p>
      </dgm:t>
    </dgm:pt>
    <dgm:pt modelId="{52A2EF74-7FC5-496C-9A31-1EA7011479AC}">
      <dgm:prSet phldrT="[Text]"/>
      <dgm:spPr/>
      <dgm:t>
        <a:bodyPr/>
        <a:lstStyle/>
        <a:p>
          <a:r>
            <a:rPr lang="en-US" dirty="0"/>
            <a:t>Ovulation</a:t>
          </a:r>
        </a:p>
      </dgm:t>
    </dgm:pt>
    <dgm:pt modelId="{F85ED569-DFB1-4807-9208-1C9652B12666}" type="parTrans" cxnId="{A7A293C0-B57E-47CC-B5CB-F5BC9537E643}">
      <dgm:prSet/>
      <dgm:spPr/>
      <dgm:t>
        <a:bodyPr/>
        <a:lstStyle/>
        <a:p>
          <a:endParaRPr lang="en-US"/>
        </a:p>
      </dgm:t>
    </dgm:pt>
    <dgm:pt modelId="{72BBAEF8-65AF-4304-873B-D2BF8E9537AB}" type="sibTrans" cxnId="{A7A293C0-B57E-47CC-B5CB-F5BC9537E643}">
      <dgm:prSet/>
      <dgm:spPr/>
      <dgm:t>
        <a:bodyPr/>
        <a:lstStyle/>
        <a:p>
          <a:endParaRPr lang="en-US"/>
        </a:p>
      </dgm:t>
    </dgm:pt>
    <dgm:pt modelId="{850D4E45-B6DD-4596-A952-704E9896AE6A}">
      <dgm:prSet phldrT="[Text]"/>
      <dgm:spPr/>
      <dgm:t>
        <a:bodyPr/>
        <a:lstStyle/>
        <a:p>
          <a:r>
            <a:rPr lang="en-US" dirty="0"/>
            <a:t>Luteal Phase</a:t>
          </a:r>
        </a:p>
      </dgm:t>
    </dgm:pt>
    <dgm:pt modelId="{DEC2F1BB-39BA-4081-878B-C30FACE83F2D}" type="parTrans" cxnId="{3516B896-CB2E-4DEC-B4A2-AADB1E8366D6}">
      <dgm:prSet/>
      <dgm:spPr/>
      <dgm:t>
        <a:bodyPr/>
        <a:lstStyle/>
        <a:p>
          <a:endParaRPr lang="en-US"/>
        </a:p>
      </dgm:t>
    </dgm:pt>
    <dgm:pt modelId="{80622DAD-FFD8-4025-949F-C3697A7EC8F1}" type="sibTrans" cxnId="{3516B896-CB2E-4DEC-B4A2-AADB1E8366D6}">
      <dgm:prSet/>
      <dgm:spPr/>
      <dgm:t>
        <a:bodyPr/>
        <a:lstStyle/>
        <a:p>
          <a:endParaRPr lang="en-US"/>
        </a:p>
      </dgm:t>
    </dgm:pt>
    <dgm:pt modelId="{FBEE6AE8-F6DE-401E-8598-919F8A4B3113}" type="pres">
      <dgm:prSet presAssocID="{84C93F45-A333-466A-867D-4110AB3D23F3}" presName="Name0" presStyleCnt="0">
        <dgm:presLayoutVars>
          <dgm:dir/>
          <dgm:resizeHandles val="exact"/>
        </dgm:presLayoutVars>
      </dgm:prSet>
      <dgm:spPr/>
    </dgm:pt>
    <dgm:pt modelId="{1EB02145-4A3F-4522-B9F4-B6C604A1174A}" type="pres">
      <dgm:prSet presAssocID="{1DAD06D8-4D98-41AA-A0D9-9D14ACC974DF}" presName="node" presStyleLbl="node1" presStyleIdx="0" presStyleCnt="3">
        <dgm:presLayoutVars>
          <dgm:bulletEnabled val="1"/>
        </dgm:presLayoutVars>
      </dgm:prSet>
      <dgm:spPr/>
    </dgm:pt>
    <dgm:pt modelId="{55ABE78D-10D9-4266-9747-953B49325F2D}" type="pres">
      <dgm:prSet presAssocID="{D469435B-3828-4769-9773-9C5607397579}" presName="sibTrans" presStyleLbl="sibTrans2D1" presStyleIdx="0" presStyleCnt="2"/>
      <dgm:spPr/>
    </dgm:pt>
    <dgm:pt modelId="{BF24591A-B429-46C2-BF2E-FFA80445BFF7}" type="pres">
      <dgm:prSet presAssocID="{D469435B-3828-4769-9773-9C5607397579}" presName="connectorText" presStyleLbl="sibTrans2D1" presStyleIdx="0" presStyleCnt="2"/>
      <dgm:spPr/>
    </dgm:pt>
    <dgm:pt modelId="{A0237A31-A00F-4C1B-85AA-7443D22C2133}" type="pres">
      <dgm:prSet presAssocID="{52A2EF74-7FC5-496C-9A31-1EA7011479AC}" presName="node" presStyleLbl="node1" presStyleIdx="1" presStyleCnt="3">
        <dgm:presLayoutVars>
          <dgm:bulletEnabled val="1"/>
        </dgm:presLayoutVars>
      </dgm:prSet>
      <dgm:spPr/>
    </dgm:pt>
    <dgm:pt modelId="{0BC0254F-0D36-4C61-882E-F1D9B244119B}" type="pres">
      <dgm:prSet presAssocID="{72BBAEF8-65AF-4304-873B-D2BF8E9537AB}" presName="sibTrans" presStyleLbl="sibTrans2D1" presStyleIdx="1" presStyleCnt="2"/>
      <dgm:spPr/>
    </dgm:pt>
    <dgm:pt modelId="{DE007D1D-989B-4FD1-8752-1ABC08D0D58F}" type="pres">
      <dgm:prSet presAssocID="{72BBAEF8-65AF-4304-873B-D2BF8E9537AB}" presName="connectorText" presStyleLbl="sibTrans2D1" presStyleIdx="1" presStyleCnt="2"/>
      <dgm:spPr/>
    </dgm:pt>
    <dgm:pt modelId="{D0403B94-EF2B-4A35-ABAE-BB9426DB6184}" type="pres">
      <dgm:prSet presAssocID="{850D4E45-B6DD-4596-A952-704E9896AE6A}" presName="node" presStyleLbl="node1" presStyleIdx="2" presStyleCnt="3">
        <dgm:presLayoutVars>
          <dgm:bulletEnabled val="1"/>
        </dgm:presLayoutVars>
      </dgm:prSet>
      <dgm:spPr/>
    </dgm:pt>
  </dgm:ptLst>
  <dgm:cxnLst>
    <dgm:cxn modelId="{34A73D07-5FBF-457F-AE5F-DF3C83EA7788}" type="presOf" srcId="{D469435B-3828-4769-9773-9C5607397579}" destId="{BF24591A-B429-46C2-BF2E-FFA80445BFF7}" srcOrd="1" destOrd="0" presId="urn:microsoft.com/office/officeart/2005/8/layout/process1"/>
    <dgm:cxn modelId="{032B5A16-3322-48C4-8350-2842BDA751FA}" type="presOf" srcId="{850D4E45-B6DD-4596-A952-704E9896AE6A}" destId="{D0403B94-EF2B-4A35-ABAE-BB9426DB6184}" srcOrd="0" destOrd="0" presId="urn:microsoft.com/office/officeart/2005/8/layout/process1"/>
    <dgm:cxn modelId="{0557CA54-0CB9-4782-A81B-1F54030860DF}" srcId="{84C93F45-A333-466A-867D-4110AB3D23F3}" destId="{1DAD06D8-4D98-41AA-A0D9-9D14ACC974DF}" srcOrd="0" destOrd="0" parTransId="{30528BEE-0DA6-42E8-AC3C-C560BD7DC9D2}" sibTransId="{D469435B-3828-4769-9773-9C5607397579}"/>
    <dgm:cxn modelId="{8C890D7C-36B5-4460-B809-3BF5DA88538B}" type="presOf" srcId="{72BBAEF8-65AF-4304-873B-D2BF8E9537AB}" destId="{0BC0254F-0D36-4C61-882E-F1D9B244119B}" srcOrd="0" destOrd="0" presId="urn:microsoft.com/office/officeart/2005/8/layout/process1"/>
    <dgm:cxn modelId="{3516B896-CB2E-4DEC-B4A2-AADB1E8366D6}" srcId="{84C93F45-A333-466A-867D-4110AB3D23F3}" destId="{850D4E45-B6DD-4596-A952-704E9896AE6A}" srcOrd="2" destOrd="0" parTransId="{DEC2F1BB-39BA-4081-878B-C30FACE83F2D}" sibTransId="{80622DAD-FFD8-4025-949F-C3697A7EC8F1}"/>
    <dgm:cxn modelId="{BE901EAD-2C1C-4620-A26C-88BB6EEF56CF}" type="presOf" srcId="{84C93F45-A333-466A-867D-4110AB3D23F3}" destId="{FBEE6AE8-F6DE-401E-8598-919F8A4B3113}" srcOrd="0" destOrd="0" presId="urn:microsoft.com/office/officeart/2005/8/layout/process1"/>
    <dgm:cxn modelId="{D276DDB1-6998-419D-BF8C-11F96DE55D8A}" type="presOf" srcId="{72BBAEF8-65AF-4304-873B-D2BF8E9537AB}" destId="{DE007D1D-989B-4FD1-8752-1ABC08D0D58F}" srcOrd="1" destOrd="0" presId="urn:microsoft.com/office/officeart/2005/8/layout/process1"/>
    <dgm:cxn modelId="{A7A293C0-B57E-47CC-B5CB-F5BC9537E643}" srcId="{84C93F45-A333-466A-867D-4110AB3D23F3}" destId="{52A2EF74-7FC5-496C-9A31-1EA7011479AC}" srcOrd="1" destOrd="0" parTransId="{F85ED569-DFB1-4807-9208-1C9652B12666}" sibTransId="{72BBAEF8-65AF-4304-873B-D2BF8E9537AB}"/>
    <dgm:cxn modelId="{F5BE89C7-76EC-4F31-9A00-74B3FB81EAC7}" type="presOf" srcId="{1DAD06D8-4D98-41AA-A0D9-9D14ACC974DF}" destId="{1EB02145-4A3F-4522-B9F4-B6C604A1174A}" srcOrd="0" destOrd="0" presId="urn:microsoft.com/office/officeart/2005/8/layout/process1"/>
    <dgm:cxn modelId="{391FECE0-27F3-40D7-8C0F-E1AA7581AAA4}" type="presOf" srcId="{52A2EF74-7FC5-496C-9A31-1EA7011479AC}" destId="{A0237A31-A00F-4C1B-85AA-7443D22C2133}" srcOrd="0" destOrd="0" presId="urn:microsoft.com/office/officeart/2005/8/layout/process1"/>
    <dgm:cxn modelId="{931C9CE5-83A1-4A09-B3AE-84652CA1EA7D}" type="presOf" srcId="{D469435B-3828-4769-9773-9C5607397579}" destId="{55ABE78D-10D9-4266-9747-953B49325F2D}" srcOrd="0" destOrd="0" presId="urn:microsoft.com/office/officeart/2005/8/layout/process1"/>
    <dgm:cxn modelId="{2924EDC1-6FFA-45C0-8956-0CC53DAF5D29}" type="presParOf" srcId="{FBEE6AE8-F6DE-401E-8598-919F8A4B3113}" destId="{1EB02145-4A3F-4522-B9F4-B6C604A1174A}" srcOrd="0" destOrd="0" presId="urn:microsoft.com/office/officeart/2005/8/layout/process1"/>
    <dgm:cxn modelId="{2FD4E6C6-18FB-4B07-B700-317160CEC326}" type="presParOf" srcId="{FBEE6AE8-F6DE-401E-8598-919F8A4B3113}" destId="{55ABE78D-10D9-4266-9747-953B49325F2D}" srcOrd="1" destOrd="0" presId="urn:microsoft.com/office/officeart/2005/8/layout/process1"/>
    <dgm:cxn modelId="{9686B0C7-657A-405F-83BB-482E626655E6}" type="presParOf" srcId="{55ABE78D-10D9-4266-9747-953B49325F2D}" destId="{BF24591A-B429-46C2-BF2E-FFA80445BFF7}" srcOrd="0" destOrd="0" presId="urn:microsoft.com/office/officeart/2005/8/layout/process1"/>
    <dgm:cxn modelId="{D3BC5AC0-16C7-4E4D-9C61-0AE94A744165}" type="presParOf" srcId="{FBEE6AE8-F6DE-401E-8598-919F8A4B3113}" destId="{A0237A31-A00F-4C1B-85AA-7443D22C2133}" srcOrd="2" destOrd="0" presId="urn:microsoft.com/office/officeart/2005/8/layout/process1"/>
    <dgm:cxn modelId="{D8C164AE-DF31-4B21-B27E-8D6656B356B3}" type="presParOf" srcId="{FBEE6AE8-F6DE-401E-8598-919F8A4B3113}" destId="{0BC0254F-0D36-4C61-882E-F1D9B244119B}" srcOrd="3" destOrd="0" presId="urn:microsoft.com/office/officeart/2005/8/layout/process1"/>
    <dgm:cxn modelId="{127E812C-B320-4B22-8681-2ACF2A1ED216}" type="presParOf" srcId="{0BC0254F-0D36-4C61-882E-F1D9B244119B}" destId="{DE007D1D-989B-4FD1-8752-1ABC08D0D58F}" srcOrd="0" destOrd="0" presId="urn:microsoft.com/office/officeart/2005/8/layout/process1"/>
    <dgm:cxn modelId="{329023F4-3BF9-4DDF-B1B2-C300133C0760}" type="presParOf" srcId="{FBEE6AE8-F6DE-401E-8598-919F8A4B3113}" destId="{D0403B94-EF2B-4A35-ABAE-BB9426DB618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465430F-7F77-4029-8E34-5A7D3B0CD778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441F04-0318-4D94-BA93-36E1F317D63E}">
      <dgm:prSet phldrT="[Text]"/>
      <dgm:spPr/>
      <dgm:t>
        <a:bodyPr/>
        <a:lstStyle/>
        <a:p>
          <a:r>
            <a:rPr lang="en-US"/>
            <a:t>Primordial Follicle</a:t>
          </a:r>
        </a:p>
      </dgm:t>
    </dgm:pt>
    <dgm:pt modelId="{894C5D3A-41B9-4909-9151-E17738E3B8FA}" type="parTrans" cxnId="{06A723EF-8058-4E58-AAB5-D9319EDF9142}">
      <dgm:prSet/>
      <dgm:spPr/>
      <dgm:t>
        <a:bodyPr/>
        <a:lstStyle/>
        <a:p>
          <a:endParaRPr lang="en-US"/>
        </a:p>
      </dgm:t>
    </dgm:pt>
    <dgm:pt modelId="{07AB808F-85E5-4CE2-B5B7-0DD4AF78FFD5}" type="sibTrans" cxnId="{06A723EF-8058-4E58-AAB5-D9319EDF9142}">
      <dgm:prSet/>
      <dgm:spPr/>
      <dgm:t>
        <a:bodyPr/>
        <a:lstStyle/>
        <a:p>
          <a:endParaRPr lang="en-US"/>
        </a:p>
      </dgm:t>
    </dgm:pt>
    <dgm:pt modelId="{362B73ED-E99E-4B4F-BA66-5B372F118107}">
      <dgm:prSet phldrT="[Text]"/>
      <dgm:spPr/>
      <dgm:t>
        <a:bodyPr/>
        <a:lstStyle/>
        <a:p>
          <a:r>
            <a:rPr lang="en-US" dirty="0"/>
            <a:t>Present since 4-5 month post-conception</a:t>
          </a:r>
        </a:p>
      </dgm:t>
    </dgm:pt>
    <dgm:pt modelId="{3E289044-5284-4D88-A607-788A8A8E3ABB}" type="parTrans" cxnId="{D54F6ECD-AD0C-4264-8748-3F6E7183B0D3}">
      <dgm:prSet/>
      <dgm:spPr/>
      <dgm:t>
        <a:bodyPr/>
        <a:lstStyle/>
        <a:p>
          <a:endParaRPr lang="en-US"/>
        </a:p>
      </dgm:t>
    </dgm:pt>
    <dgm:pt modelId="{01A8801F-0AF1-4A78-AC30-9B032459657C}" type="sibTrans" cxnId="{D54F6ECD-AD0C-4264-8748-3F6E7183B0D3}">
      <dgm:prSet/>
      <dgm:spPr/>
      <dgm:t>
        <a:bodyPr/>
        <a:lstStyle/>
        <a:p>
          <a:endParaRPr lang="en-US"/>
        </a:p>
      </dgm:t>
    </dgm:pt>
    <dgm:pt modelId="{A8C54F6F-34A4-4BDF-B581-6104A6E307F0}">
      <dgm:prSet phldrT="[Text]"/>
      <dgm:spPr/>
      <dgm:t>
        <a:bodyPr/>
        <a:lstStyle/>
        <a:p>
          <a:r>
            <a:rPr lang="en-US" dirty="0"/>
            <a:t>Contains oocyte with single layer of granulosa cells</a:t>
          </a:r>
        </a:p>
      </dgm:t>
    </dgm:pt>
    <dgm:pt modelId="{D3575B05-38A8-4DB5-85CC-655FEBBED69A}" type="parTrans" cxnId="{6A8E3775-B0B3-4169-9733-257EFDF14C70}">
      <dgm:prSet/>
      <dgm:spPr/>
      <dgm:t>
        <a:bodyPr/>
        <a:lstStyle/>
        <a:p>
          <a:endParaRPr lang="en-US"/>
        </a:p>
      </dgm:t>
    </dgm:pt>
    <dgm:pt modelId="{012E3AB8-9B2C-462D-A98C-48D9EB42788C}" type="sibTrans" cxnId="{6A8E3775-B0B3-4169-9733-257EFDF14C70}">
      <dgm:prSet/>
      <dgm:spPr/>
      <dgm:t>
        <a:bodyPr/>
        <a:lstStyle/>
        <a:p>
          <a:endParaRPr lang="en-US"/>
        </a:p>
      </dgm:t>
    </dgm:pt>
    <dgm:pt modelId="{6EB760C6-692A-4BD6-9EA8-B1C1E7C8FFE4}">
      <dgm:prSet phldrT="[Text]"/>
      <dgm:spPr/>
      <dgm:t>
        <a:bodyPr/>
        <a:lstStyle/>
        <a:p>
          <a:r>
            <a:rPr lang="en-US" dirty="0"/>
            <a:t>Primary Follicle</a:t>
          </a:r>
        </a:p>
      </dgm:t>
    </dgm:pt>
    <dgm:pt modelId="{3A0DCCCB-97FF-48B4-9485-8EC9BC7E6807}" type="parTrans" cxnId="{9C7105E2-282A-4901-B31E-597F7A079101}">
      <dgm:prSet/>
      <dgm:spPr/>
      <dgm:t>
        <a:bodyPr/>
        <a:lstStyle/>
        <a:p>
          <a:endParaRPr lang="en-US"/>
        </a:p>
      </dgm:t>
    </dgm:pt>
    <dgm:pt modelId="{9BBC064E-FFF1-4945-92CE-30301F8BFC7C}" type="sibTrans" cxnId="{9C7105E2-282A-4901-B31E-597F7A079101}">
      <dgm:prSet/>
      <dgm:spPr/>
      <dgm:t>
        <a:bodyPr/>
        <a:lstStyle/>
        <a:p>
          <a:endParaRPr lang="en-US"/>
        </a:p>
      </dgm:t>
    </dgm:pt>
    <dgm:pt modelId="{CF3EB4E7-F529-428E-861C-18E58A1E6242}">
      <dgm:prSet phldrT="[Text]"/>
      <dgm:spPr/>
      <dgm:t>
        <a:bodyPr/>
        <a:lstStyle/>
        <a:p>
          <a:r>
            <a:rPr lang="en-US" dirty="0"/>
            <a:t>Ovum diameter doubled</a:t>
          </a:r>
        </a:p>
      </dgm:t>
    </dgm:pt>
    <dgm:pt modelId="{6F309ACE-609D-4178-A86F-F7F44B186B18}" type="parTrans" cxnId="{DABE104D-8E5F-4113-9F62-1D831D284303}">
      <dgm:prSet/>
      <dgm:spPr/>
      <dgm:t>
        <a:bodyPr/>
        <a:lstStyle/>
        <a:p>
          <a:endParaRPr lang="en-US"/>
        </a:p>
      </dgm:t>
    </dgm:pt>
    <dgm:pt modelId="{B7BB2932-F052-4E88-B656-9A6867032807}" type="sibTrans" cxnId="{DABE104D-8E5F-4113-9F62-1D831D284303}">
      <dgm:prSet/>
      <dgm:spPr/>
      <dgm:t>
        <a:bodyPr/>
        <a:lstStyle/>
        <a:p>
          <a:endParaRPr lang="en-US"/>
        </a:p>
      </dgm:t>
    </dgm:pt>
    <dgm:pt modelId="{E924FBFB-D24D-4244-80A9-2923E19C1BD6}">
      <dgm:prSet phldrT="[Text]"/>
      <dgm:spPr/>
      <dgm:t>
        <a:bodyPr/>
        <a:lstStyle/>
        <a:p>
          <a:r>
            <a:rPr lang="en-US" dirty="0"/>
            <a:t>Proliferation of granulosa cells (due to action of FSH)</a:t>
          </a:r>
        </a:p>
      </dgm:t>
    </dgm:pt>
    <dgm:pt modelId="{50B8B43E-CD18-4C14-92F4-48733675B371}" type="parTrans" cxnId="{C9BC0247-6510-4220-84FC-5798BF31F5E0}">
      <dgm:prSet/>
      <dgm:spPr/>
      <dgm:t>
        <a:bodyPr/>
        <a:lstStyle/>
        <a:p>
          <a:endParaRPr lang="en-US"/>
        </a:p>
      </dgm:t>
    </dgm:pt>
    <dgm:pt modelId="{9234D6F3-F5F5-47BB-9012-6889839AE60D}" type="sibTrans" cxnId="{C9BC0247-6510-4220-84FC-5798BF31F5E0}">
      <dgm:prSet/>
      <dgm:spPr/>
      <dgm:t>
        <a:bodyPr/>
        <a:lstStyle/>
        <a:p>
          <a:endParaRPr lang="en-US"/>
        </a:p>
      </dgm:t>
    </dgm:pt>
    <dgm:pt modelId="{0288D648-C90D-4996-84D5-7693209A7CD8}">
      <dgm:prSet phldrT="[Text]"/>
      <dgm:spPr/>
      <dgm:t>
        <a:bodyPr/>
        <a:lstStyle/>
        <a:p>
          <a:r>
            <a:rPr lang="en-US" dirty="0"/>
            <a:t>Secondary Follicle </a:t>
          </a:r>
        </a:p>
      </dgm:t>
    </dgm:pt>
    <dgm:pt modelId="{F3DCD1CB-30D4-4086-BDD1-FFF9596DA3F6}" type="parTrans" cxnId="{3EE0D845-3AE6-40E8-B021-2A0C7843B8D1}">
      <dgm:prSet/>
      <dgm:spPr/>
      <dgm:t>
        <a:bodyPr/>
        <a:lstStyle/>
        <a:p>
          <a:endParaRPr lang="en-US"/>
        </a:p>
      </dgm:t>
    </dgm:pt>
    <dgm:pt modelId="{EDBE61CD-50BE-451E-AA47-19CC0774D225}" type="sibTrans" cxnId="{3EE0D845-3AE6-40E8-B021-2A0C7843B8D1}">
      <dgm:prSet/>
      <dgm:spPr/>
      <dgm:t>
        <a:bodyPr/>
        <a:lstStyle/>
        <a:p>
          <a:endParaRPr lang="en-US"/>
        </a:p>
      </dgm:t>
    </dgm:pt>
    <dgm:pt modelId="{5440EAA7-06A2-43CE-80E5-06D1A2596CB4}">
      <dgm:prSet phldrT="[Text]"/>
      <dgm:spPr/>
      <dgm:t>
        <a:bodyPr/>
        <a:lstStyle/>
        <a:p>
          <a:r>
            <a:rPr lang="en-US" dirty="0"/>
            <a:t>Appearance of theca cells in discrete layers (Interna and Externa)</a:t>
          </a:r>
        </a:p>
      </dgm:t>
    </dgm:pt>
    <dgm:pt modelId="{7B524604-9027-47A8-AF9D-3F1A34163494}" type="parTrans" cxnId="{8C261EC4-3758-46AB-9FB5-2EE46E402CD6}">
      <dgm:prSet/>
      <dgm:spPr/>
      <dgm:t>
        <a:bodyPr/>
        <a:lstStyle/>
        <a:p>
          <a:endParaRPr lang="en-US"/>
        </a:p>
      </dgm:t>
    </dgm:pt>
    <dgm:pt modelId="{859B0517-7032-4D39-B143-574395A79FD5}" type="sibTrans" cxnId="{8C261EC4-3758-46AB-9FB5-2EE46E402CD6}">
      <dgm:prSet/>
      <dgm:spPr/>
      <dgm:t>
        <a:bodyPr/>
        <a:lstStyle/>
        <a:p>
          <a:endParaRPr lang="en-US"/>
        </a:p>
      </dgm:t>
    </dgm:pt>
    <dgm:pt modelId="{844D4DBB-E3A6-41FF-AE8C-B871EE863270}">
      <dgm:prSet phldrT="[Text]"/>
      <dgm:spPr/>
      <dgm:t>
        <a:bodyPr/>
        <a:lstStyle/>
        <a:p>
          <a:r>
            <a:rPr lang="en-US" dirty="0"/>
            <a:t>Fully Mature Antral Follicle</a:t>
          </a:r>
        </a:p>
      </dgm:t>
    </dgm:pt>
    <dgm:pt modelId="{1AC61A51-AC21-4283-9248-474FB53A140C}" type="parTrans" cxnId="{66487C8F-C078-432D-A52E-DDC7AE008AC6}">
      <dgm:prSet/>
      <dgm:spPr/>
      <dgm:t>
        <a:bodyPr/>
        <a:lstStyle/>
        <a:p>
          <a:endParaRPr lang="en-US"/>
        </a:p>
      </dgm:t>
    </dgm:pt>
    <dgm:pt modelId="{7A649AD3-8D4D-44EC-A1B8-981BD76AC787}" type="sibTrans" cxnId="{66487C8F-C078-432D-A52E-DDC7AE008AC6}">
      <dgm:prSet/>
      <dgm:spPr/>
      <dgm:t>
        <a:bodyPr/>
        <a:lstStyle/>
        <a:p>
          <a:endParaRPr lang="en-US"/>
        </a:p>
      </dgm:t>
    </dgm:pt>
    <dgm:pt modelId="{D4A7C3BD-9A9E-417A-9883-805AA97EDD73}">
      <dgm:prSet phldrT="[Text]"/>
      <dgm:spPr/>
      <dgm:t>
        <a:bodyPr/>
        <a:lstStyle/>
        <a:p>
          <a:r>
            <a:rPr lang="en-US" dirty="0"/>
            <a:t>Quiescent or Least Biological Activity</a:t>
          </a:r>
        </a:p>
      </dgm:t>
    </dgm:pt>
    <dgm:pt modelId="{F623506A-23DC-46AF-9A7F-8D29A13598CE}" type="parTrans" cxnId="{3B47C928-1631-43FC-AD22-AFF817ACFA19}">
      <dgm:prSet/>
      <dgm:spPr/>
      <dgm:t>
        <a:bodyPr/>
        <a:lstStyle/>
        <a:p>
          <a:endParaRPr lang="en-US"/>
        </a:p>
      </dgm:t>
    </dgm:pt>
    <dgm:pt modelId="{5B444FC3-ABAB-4211-9BC1-4E8734F3EDA0}" type="sibTrans" cxnId="{3B47C928-1631-43FC-AD22-AFF817ACFA19}">
      <dgm:prSet/>
      <dgm:spPr/>
      <dgm:t>
        <a:bodyPr/>
        <a:lstStyle/>
        <a:p>
          <a:endParaRPr lang="en-US"/>
        </a:p>
      </dgm:t>
    </dgm:pt>
    <dgm:pt modelId="{53C0C74B-B3E9-43AE-ADFF-6D2B7A856B4C}">
      <dgm:prSet phldrT="[Text]"/>
      <dgm:spPr/>
      <dgm:t>
        <a:bodyPr/>
        <a:lstStyle/>
        <a:p>
          <a:r>
            <a:rPr lang="en-US" dirty="0"/>
            <a:t>Zona pellucida develops</a:t>
          </a:r>
        </a:p>
      </dgm:t>
    </dgm:pt>
    <dgm:pt modelId="{AFA1D1BC-E1D7-423F-8126-11BECBAB432F}" type="parTrans" cxnId="{82CBE960-7486-47A0-B3E7-82506D00B577}">
      <dgm:prSet/>
      <dgm:spPr/>
      <dgm:t>
        <a:bodyPr/>
        <a:lstStyle/>
        <a:p>
          <a:endParaRPr lang="en-US"/>
        </a:p>
      </dgm:t>
    </dgm:pt>
    <dgm:pt modelId="{D67CA51E-9D54-4B0D-A40F-4BBF7256B3E3}" type="sibTrans" cxnId="{82CBE960-7486-47A0-B3E7-82506D00B577}">
      <dgm:prSet/>
      <dgm:spPr/>
      <dgm:t>
        <a:bodyPr/>
        <a:lstStyle/>
        <a:p>
          <a:endParaRPr lang="en-US"/>
        </a:p>
      </dgm:t>
    </dgm:pt>
    <dgm:pt modelId="{6951D123-35A2-4C35-8187-2B731FA3E633}">
      <dgm:prSet phldrT="[Text]"/>
      <dgm:spPr/>
      <dgm:t>
        <a:bodyPr/>
        <a:lstStyle/>
        <a:p>
          <a:r>
            <a:rPr lang="en-US" dirty="0"/>
            <a:t>Contains enzymes to help sperm penetration</a:t>
          </a:r>
        </a:p>
      </dgm:t>
    </dgm:pt>
    <dgm:pt modelId="{A3518A02-9390-4D8A-99A6-2B32B0DF70C2}" type="parTrans" cxnId="{44A56177-59D5-4EC2-B38D-53E91612D8F0}">
      <dgm:prSet/>
      <dgm:spPr/>
      <dgm:t>
        <a:bodyPr/>
        <a:lstStyle/>
        <a:p>
          <a:endParaRPr lang="en-US"/>
        </a:p>
      </dgm:t>
    </dgm:pt>
    <dgm:pt modelId="{3B5A482E-AAFC-43A7-B410-E58ED35D5146}" type="sibTrans" cxnId="{44A56177-59D5-4EC2-B38D-53E91612D8F0}">
      <dgm:prSet/>
      <dgm:spPr/>
      <dgm:t>
        <a:bodyPr/>
        <a:lstStyle/>
        <a:p>
          <a:endParaRPr lang="en-US"/>
        </a:p>
      </dgm:t>
    </dgm:pt>
    <dgm:pt modelId="{EE2DB4A4-C8AB-4C66-98AA-6AACD05CDD22}">
      <dgm:prSet phldrT="[Text]"/>
      <dgm:spPr/>
      <dgm:t>
        <a:bodyPr/>
        <a:lstStyle/>
        <a:p>
          <a:r>
            <a:rPr lang="en-US" dirty="0"/>
            <a:t>Formation of antral cavity</a:t>
          </a:r>
        </a:p>
      </dgm:t>
    </dgm:pt>
    <dgm:pt modelId="{266843B3-6DBC-4B7B-93D4-E50A2418A90B}" type="parTrans" cxnId="{FE6D0CDB-D36E-49A3-9F68-A9CE5063AE12}">
      <dgm:prSet/>
      <dgm:spPr/>
    </dgm:pt>
    <dgm:pt modelId="{578A251B-CF5F-4994-8285-65EA4A0DABC6}" type="sibTrans" cxnId="{FE6D0CDB-D36E-49A3-9F68-A9CE5063AE12}">
      <dgm:prSet/>
      <dgm:spPr/>
    </dgm:pt>
    <dgm:pt modelId="{946DC33E-66D6-4005-8A3F-05C3610ACE9D}">
      <dgm:prSet/>
      <dgm:spPr/>
      <dgm:t>
        <a:bodyPr/>
        <a:lstStyle/>
        <a:p>
          <a:r>
            <a:rPr lang="en-US" dirty="0"/>
            <a:t>Also known as Graafian follicle</a:t>
          </a:r>
        </a:p>
      </dgm:t>
    </dgm:pt>
    <dgm:pt modelId="{5B61108D-8154-4589-9887-FA1ADB3486CD}" type="parTrans" cxnId="{7379D855-F400-45F9-9B28-685F97CECC7B}">
      <dgm:prSet/>
      <dgm:spPr/>
    </dgm:pt>
    <dgm:pt modelId="{43D12CCF-CA4A-44EF-8E92-BD8C2959CAD3}" type="sibTrans" cxnId="{7379D855-F400-45F9-9B28-685F97CECC7B}">
      <dgm:prSet/>
      <dgm:spPr/>
    </dgm:pt>
    <dgm:pt modelId="{934E2A37-205F-4F0A-A718-5B6F381C164D}">
      <dgm:prSet/>
      <dgm:spPr/>
      <dgm:t>
        <a:bodyPr/>
        <a:lstStyle/>
        <a:p>
          <a:r>
            <a:rPr lang="en-US" dirty="0"/>
            <a:t>Different cells respond to FSH and LH</a:t>
          </a:r>
        </a:p>
      </dgm:t>
    </dgm:pt>
    <dgm:pt modelId="{3044C48E-5E01-4294-949C-ED30CC15F742}" type="parTrans" cxnId="{533A0090-533E-497D-8CD2-F45F86F1CDFA}">
      <dgm:prSet/>
      <dgm:spPr/>
    </dgm:pt>
    <dgm:pt modelId="{14393884-D63D-414D-8FA0-D0E5CD9D44EA}" type="sibTrans" cxnId="{533A0090-533E-497D-8CD2-F45F86F1CDFA}">
      <dgm:prSet/>
      <dgm:spPr/>
    </dgm:pt>
    <dgm:pt modelId="{D06E3B0F-1DE8-4B5B-806F-6B7BFECCE08D}">
      <dgm:prSet/>
      <dgm:spPr/>
      <dgm:t>
        <a:bodyPr/>
        <a:lstStyle/>
        <a:p>
          <a:r>
            <a:rPr lang="en-US" dirty="0"/>
            <a:t>Ready for ovulation</a:t>
          </a:r>
        </a:p>
      </dgm:t>
    </dgm:pt>
    <dgm:pt modelId="{925B0506-9586-4F92-89AC-40E4659C33ED}" type="parTrans" cxnId="{B94E49F7-8D35-47F5-9E9F-34B7AEAFE131}">
      <dgm:prSet/>
      <dgm:spPr/>
    </dgm:pt>
    <dgm:pt modelId="{4B97375C-D0F1-4DED-8C92-FCECEE03925B}" type="sibTrans" cxnId="{B94E49F7-8D35-47F5-9E9F-34B7AEAFE131}">
      <dgm:prSet/>
      <dgm:spPr/>
    </dgm:pt>
    <dgm:pt modelId="{CBE35495-D0AB-4B83-9E35-5B9023D1E397}" type="pres">
      <dgm:prSet presAssocID="{A465430F-7F77-4029-8E34-5A7D3B0CD778}" presName="linearFlow" presStyleCnt="0">
        <dgm:presLayoutVars>
          <dgm:dir/>
          <dgm:animLvl val="lvl"/>
          <dgm:resizeHandles val="exact"/>
        </dgm:presLayoutVars>
      </dgm:prSet>
      <dgm:spPr/>
    </dgm:pt>
    <dgm:pt modelId="{8F6E1C4F-37B1-4ACA-9193-959EC488A1C6}" type="pres">
      <dgm:prSet presAssocID="{78441F04-0318-4D94-BA93-36E1F317D63E}" presName="composite" presStyleCnt="0"/>
      <dgm:spPr/>
    </dgm:pt>
    <dgm:pt modelId="{92883EB0-6375-49AE-9E5B-67960D6381E8}" type="pres">
      <dgm:prSet presAssocID="{78441F04-0318-4D94-BA93-36E1F317D63E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F2E5B20E-E943-49B2-A0AC-C38E7C85DF99}" type="pres">
      <dgm:prSet presAssocID="{78441F04-0318-4D94-BA93-36E1F317D63E}" presName="descendantText" presStyleLbl="alignAcc1" presStyleIdx="0" presStyleCnt="4">
        <dgm:presLayoutVars>
          <dgm:bulletEnabled val="1"/>
        </dgm:presLayoutVars>
      </dgm:prSet>
      <dgm:spPr/>
    </dgm:pt>
    <dgm:pt modelId="{43D2C50C-5F31-4BCF-9B8F-D7D3D9F0BBEB}" type="pres">
      <dgm:prSet presAssocID="{07AB808F-85E5-4CE2-B5B7-0DD4AF78FFD5}" presName="sp" presStyleCnt="0"/>
      <dgm:spPr/>
    </dgm:pt>
    <dgm:pt modelId="{D67A9F65-630A-4817-9251-A31F94B17C01}" type="pres">
      <dgm:prSet presAssocID="{6EB760C6-692A-4BD6-9EA8-B1C1E7C8FFE4}" presName="composite" presStyleCnt="0"/>
      <dgm:spPr/>
    </dgm:pt>
    <dgm:pt modelId="{CC3E20B9-52FB-45C3-8B1F-EBC3079E1959}" type="pres">
      <dgm:prSet presAssocID="{6EB760C6-692A-4BD6-9EA8-B1C1E7C8FFE4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1DF80B2B-AE96-4540-9C94-37CC3829EAC0}" type="pres">
      <dgm:prSet presAssocID="{6EB760C6-692A-4BD6-9EA8-B1C1E7C8FFE4}" presName="descendantText" presStyleLbl="alignAcc1" presStyleIdx="1" presStyleCnt="4">
        <dgm:presLayoutVars>
          <dgm:bulletEnabled val="1"/>
        </dgm:presLayoutVars>
      </dgm:prSet>
      <dgm:spPr/>
    </dgm:pt>
    <dgm:pt modelId="{D0E14179-50DD-4106-8DBF-9C6739E43D4A}" type="pres">
      <dgm:prSet presAssocID="{9BBC064E-FFF1-4945-92CE-30301F8BFC7C}" presName="sp" presStyleCnt="0"/>
      <dgm:spPr/>
    </dgm:pt>
    <dgm:pt modelId="{0E87CAF7-5DE8-40B7-BE2C-150410413B0A}" type="pres">
      <dgm:prSet presAssocID="{0288D648-C90D-4996-84D5-7693209A7CD8}" presName="composite" presStyleCnt="0"/>
      <dgm:spPr/>
    </dgm:pt>
    <dgm:pt modelId="{4D1F97FE-7EE6-486F-B6ED-82FAF21CC15C}" type="pres">
      <dgm:prSet presAssocID="{0288D648-C90D-4996-84D5-7693209A7CD8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8EC0AC7F-81D4-4862-9F63-859F841DC518}" type="pres">
      <dgm:prSet presAssocID="{0288D648-C90D-4996-84D5-7693209A7CD8}" presName="descendantText" presStyleLbl="alignAcc1" presStyleIdx="2" presStyleCnt="4">
        <dgm:presLayoutVars>
          <dgm:bulletEnabled val="1"/>
        </dgm:presLayoutVars>
      </dgm:prSet>
      <dgm:spPr/>
    </dgm:pt>
    <dgm:pt modelId="{25374988-E57B-4B4C-97C7-6618FE1F580C}" type="pres">
      <dgm:prSet presAssocID="{EDBE61CD-50BE-451E-AA47-19CC0774D225}" presName="sp" presStyleCnt="0"/>
      <dgm:spPr/>
    </dgm:pt>
    <dgm:pt modelId="{BC45BA1B-A8A4-4C7B-B9E5-395FA855DE2C}" type="pres">
      <dgm:prSet presAssocID="{844D4DBB-E3A6-41FF-AE8C-B871EE863270}" presName="composite" presStyleCnt="0"/>
      <dgm:spPr/>
    </dgm:pt>
    <dgm:pt modelId="{3AE993BE-3A53-4C01-B12D-ABA4A114C128}" type="pres">
      <dgm:prSet presAssocID="{844D4DBB-E3A6-41FF-AE8C-B871EE863270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DDF2A1BD-FC40-408C-A787-DFC2280C1CF6}" type="pres">
      <dgm:prSet presAssocID="{844D4DBB-E3A6-41FF-AE8C-B871EE863270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1BB6250A-FD81-4AA4-BF81-D3E380B35570}" type="presOf" srcId="{D4A7C3BD-9A9E-417A-9883-805AA97EDD73}" destId="{F2E5B20E-E943-49B2-A0AC-C38E7C85DF99}" srcOrd="0" destOrd="1" presId="urn:microsoft.com/office/officeart/2005/8/layout/chevron2"/>
    <dgm:cxn modelId="{1CB0690A-6BFF-4183-9C48-7DEDAC6C290E}" type="presOf" srcId="{53C0C74B-B3E9-43AE-ADFF-6D2B7A856B4C}" destId="{1DF80B2B-AE96-4540-9C94-37CC3829EAC0}" srcOrd="0" destOrd="2" presId="urn:microsoft.com/office/officeart/2005/8/layout/chevron2"/>
    <dgm:cxn modelId="{FA663B12-4BE0-4974-847A-3CF18C908D4F}" type="presOf" srcId="{6951D123-35A2-4C35-8187-2B731FA3E633}" destId="{1DF80B2B-AE96-4540-9C94-37CC3829EAC0}" srcOrd="0" destOrd="3" presId="urn:microsoft.com/office/officeart/2005/8/layout/chevron2"/>
    <dgm:cxn modelId="{754AAD16-DB97-4D48-82DE-1B3E47044CCE}" type="presOf" srcId="{A8C54F6F-34A4-4BDF-B581-6104A6E307F0}" destId="{F2E5B20E-E943-49B2-A0AC-C38E7C85DF99}" srcOrd="0" destOrd="2" presId="urn:microsoft.com/office/officeart/2005/8/layout/chevron2"/>
    <dgm:cxn modelId="{3B47C928-1631-43FC-AD22-AFF817ACFA19}" srcId="{78441F04-0318-4D94-BA93-36E1F317D63E}" destId="{D4A7C3BD-9A9E-417A-9883-805AA97EDD73}" srcOrd="1" destOrd="0" parTransId="{F623506A-23DC-46AF-9A7F-8D29A13598CE}" sibTransId="{5B444FC3-ABAB-4211-9BC1-4E8734F3EDA0}"/>
    <dgm:cxn modelId="{2738B032-D4D0-40EE-925A-AB98F17E6AE3}" type="presOf" srcId="{362B73ED-E99E-4B4F-BA66-5B372F118107}" destId="{F2E5B20E-E943-49B2-A0AC-C38E7C85DF99}" srcOrd="0" destOrd="0" presId="urn:microsoft.com/office/officeart/2005/8/layout/chevron2"/>
    <dgm:cxn modelId="{A4A76940-274D-4FAF-B678-F484533A85B8}" type="presOf" srcId="{5440EAA7-06A2-43CE-80E5-06D1A2596CB4}" destId="{8EC0AC7F-81D4-4862-9F63-859F841DC518}" srcOrd="0" destOrd="0" presId="urn:microsoft.com/office/officeart/2005/8/layout/chevron2"/>
    <dgm:cxn modelId="{B513885E-98DA-4924-8503-90124AB2EA18}" type="presOf" srcId="{EE2DB4A4-C8AB-4C66-98AA-6AACD05CDD22}" destId="{8EC0AC7F-81D4-4862-9F63-859F841DC518}" srcOrd="0" destOrd="1" presId="urn:microsoft.com/office/officeart/2005/8/layout/chevron2"/>
    <dgm:cxn modelId="{82CBE960-7486-47A0-B3E7-82506D00B577}" srcId="{6EB760C6-692A-4BD6-9EA8-B1C1E7C8FFE4}" destId="{53C0C74B-B3E9-43AE-ADFF-6D2B7A856B4C}" srcOrd="2" destOrd="0" parTransId="{AFA1D1BC-E1D7-423F-8126-11BECBAB432F}" sibTransId="{D67CA51E-9D54-4B0D-A40F-4BBF7256B3E3}"/>
    <dgm:cxn modelId="{3EE0D845-3AE6-40E8-B021-2A0C7843B8D1}" srcId="{A465430F-7F77-4029-8E34-5A7D3B0CD778}" destId="{0288D648-C90D-4996-84D5-7693209A7CD8}" srcOrd="2" destOrd="0" parTransId="{F3DCD1CB-30D4-4086-BDD1-FFF9596DA3F6}" sibTransId="{EDBE61CD-50BE-451E-AA47-19CC0774D225}"/>
    <dgm:cxn modelId="{C9BC0247-6510-4220-84FC-5798BF31F5E0}" srcId="{6EB760C6-692A-4BD6-9EA8-B1C1E7C8FFE4}" destId="{E924FBFB-D24D-4244-80A9-2923E19C1BD6}" srcOrd="1" destOrd="0" parTransId="{50B8B43E-CD18-4C14-92F4-48733675B371}" sibTransId="{9234D6F3-F5F5-47BB-9012-6889839AE60D}"/>
    <dgm:cxn modelId="{DABE104D-8E5F-4113-9F62-1D831D284303}" srcId="{6EB760C6-692A-4BD6-9EA8-B1C1E7C8FFE4}" destId="{CF3EB4E7-F529-428E-861C-18E58A1E6242}" srcOrd="0" destOrd="0" parTransId="{6F309ACE-609D-4178-A86F-F7F44B186B18}" sibTransId="{B7BB2932-F052-4E88-B656-9A6867032807}"/>
    <dgm:cxn modelId="{97BA0C4E-CEA4-4451-9F2D-2DED9F517B31}" type="presOf" srcId="{D06E3B0F-1DE8-4B5B-806F-6B7BFECCE08D}" destId="{DDF2A1BD-FC40-408C-A787-DFC2280C1CF6}" srcOrd="0" destOrd="2" presId="urn:microsoft.com/office/officeart/2005/8/layout/chevron2"/>
    <dgm:cxn modelId="{38092050-87F5-427E-9161-316DBBFB7783}" type="presOf" srcId="{934E2A37-205F-4F0A-A718-5B6F381C164D}" destId="{DDF2A1BD-FC40-408C-A787-DFC2280C1CF6}" srcOrd="0" destOrd="1" presId="urn:microsoft.com/office/officeart/2005/8/layout/chevron2"/>
    <dgm:cxn modelId="{6A8E3775-B0B3-4169-9733-257EFDF14C70}" srcId="{78441F04-0318-4D94-BA93-36E1F317D63E}" destId="{A8C54F6F-34A4-4BDF-B581-6104A6E307F0}" srcOrd="2" destOrd="0" parTransId="{D3575B05-38A8-4DB5-85CC-655FEBBED69A}" sibTransId="{012E3AB8-9B2C-462D-A98C-48D9EB42788C}"/>
    <dgm:cxn modelId="{7379D855-F400-45F9-9B28-685F97CECC7B}" srcId="{844D4DBB-E3A6-41FF-AE8C-B871EE863270}" destId="{946DC33E-66D6-4005-8A3F-05C3610ACE9D}" srcOrd="0" destOrd="0" parTransId="{5B61108D-8154-4589-9887-FA1ADB3486CD}" sibTransId="{43D12CCF-CA4A-44EF-8E92-BD8C2959CAD3}"/>
    <dgm:cxn modelId="{44A56177-59D5-4EC2-B38D-53E91612D8F0}" srcId="{6EB760C6-692A-4BD6-9EA8-B1C1E7C8FFE4}" destId="{6951D123-35A2-4C35-8187-2B731FA3E633}" srcOrd="3" destOrd="0" parTransId="{A3518A02-9390-4D8A-99A6-2B32B0DF70C2}" sibTransId="{3B5A482E-AAFC-43A7-B410-E58ED35D5146}"/>
    <dgm:cxn modelId="{6520D580-5C15-4FE7-A495-259EDE275194}" type="presOf" srcId="{0288D648-C90D-4996-84D5-7693209A7CD8}" destId="{4D1F97FE-7EE6-486F-B6ED-82FAF21CC15C}" srcOrd="0" destOrd="0" presId="urn:microsoft.com/office/officeart/2005/8/layout/chevron2"/>
    <dgm:cxn modelId="{234FCC83-B068-4BA9-A941-5595BF96159E}" type="presOf" srcId="{6EB760C6-692A-4BD6-9EA8-B1C1E7C8FFE4}" destId="{CC3E20B9-52FB-45C3-8B1F-EBC3079E1959}" srcOrd="0" destOrd="0" presId="urn:microsoft.com/office/officeart/2005/8/layout/chevron2"/>
    <dgm:cxn modelId="{66487C8F-C078-432D-A52E-DDC7AE008AC6}" srcId="{A465430F-7F77-4029-8E34-5A7D3B0CD778}" destId="{844D4DBB-E3A6-41FF-AE8C-B871EE863270}" srcOrd="3" destOrd="0" parTransId="{1AC61A51-AC21-4283-9248-474FB53A140C}" sibTransId="{7A649AD3-8D4D-44EC-A1B8-981BD76AC787}"/>
    <dgm:cxn modelId="{533A0090-533E-497D-8CD2-F45F86F1CDFA}" srcId="{844D4DBB-E3A6-41FF-AE8C-B871EE863270}" destId="{934E2A37-205F-4F0A-A718-5B6F381C164D}" srcOrd="1" destOrd="0" parTransId="{3044C48E-5E01-4294-949C-ED30CC15F742}" sibTransId="{14393884-D63D-414D-8FA0-D0E5CD9D44EA}"/>
    <dgm:cxn modelId="{6EF9E0AF-56E8-43FC-A6FF-C4E7B12341EB}" type="presOf" srcId="{A465430F-7F77-4029-8E34-5A7D3B0CD778}" destId="{CBE35495-D0AB-4B83-9E35-5B9023D1E397}" srcOrd="0" destOrd="0" presId="urn:microsoft.com/office/officeart/2005/8/layout/chevron2"/>
    <dgm:cxn modelId="{ADDF5ABF-B4C6-478F-88A7-DA1E6C23BAA3}" type="presOf" srcId="{E924FBFB-D24D-4244-80A9-2923E19C1BD6}" destId="{1DF80B2B-AE96-4540-9C94-37CC3829EAC0}" srcOrd="0" destOrd="1" presId="urn:microsoft.com/office/officeart/2005/8/layout/chevron2"/>
    <dgm:cxn modelId="{8C261EC4-3758-46AB-9FB5-2EE46E402CD6}" srcId="{0288D648-C90D-4996-84D5-7693209A7CD8}" destId="{5440EAA7-06A2-43CE-80E5-06D1A2596CB4}" srcOrd="0" destOrd="0" parTransId="{7B524604-9027-47A8-AF9D-3F1A34163494}" sibTransId="{859B0517-7032-4D39-B143-574395A79FD5}"/>
    <dgm:cxn modelId="{D7EA8FC4-02C6-4D62-BA77-21AD41F65F73}" type="presOf" srcId="{78441F04-0318-4D94-BA93-36E1F317D63E}" destId="{92883EB0-6375-49AE-9E5B-67960D6381E8}" srcOrd="0" destOrd="0" presId="urn:microsoft.com/office/officeart/2005/8/layout/chevron2"/>
    <dgm:cxn modelId="{71203CC8-6B0C-449C-BD00-3ED09B287CA5}" type="presOf" srcId="{946DC33E-66D6-4005-8A3F-05C3610ACE9D}" destId="{DDF2A1BD-FC40-408C-A787-DFC2280C1CF6}" srcOrd="0" destOrd="0" presId="urn:microsoft.com/office/officeart/2005/8/layout/chevron2"/>
    <dgm:cxn modelId="{4F3548CB-C985-4BFD-80C1-A46521F12779}" type="presOf" srcId="{CF3EB4E7-F529-428E-861C-18E58A1E6242}" destId="{1DF80B2B-AE96-4540-9C94-37CC3829EAC0}" srcOrd="0" destOrd="0" presId="urn:microsoft.com/office/officeart/2005/8/layout/chevron2"/>
    <dgm:cxn modelId="{D54F6ECD-AD0C-4264-8748-3F6E7183B0D3}" srcId="{78441F04-0318-4D94-BA93-36E1F317D63E}" destId="{362B73ED-E99E-4B4F-BA66-5B372F118107}" srcOrd="0" destOrd="0" parTransId="{3E289044-5284-4D88-A607-788A8A8E3ABB}" sibTransId="{01A8801F-0AF1-4A78-AC30-9B032459657C}"/>
    <dgm:cxn modelId="{FE6D0CDB-D36E-49A3-9F68-A9CE5063AE12}" srcId="{0288D648-C90D-4996-84D5-7693209A7CD8}" destId="{EE2DB4A4-C8AB-4C66-98AA-6AACD05CDD22}" srcOrd="1" destOrd="0" parTransId="{266843B3-6DBC-4B7B-93D4-E50A2418A90B}" sibTransId="{578A251B-CF5F-4994-8285-65EA4A0DABC6}"/>
    <dgm:cxn modelId="{9C7105E2-282A-4901-B31E-597F7A079101}" srcId="{A465430F-7F77-4029-8E34-5A7D3B0CD778}" destId="{6EB760C6-692A-4BD6-9EA8-B1C1E7C8FFE4}" srcOrd="1" destOrd="0" parTransId="{3A0DCCCB-97FF-48B4-9485-8EC9BC7E6807}" sibTransId="{9BBC064E-FFF1-4945-92CE-30301F8BFC7C}"/>
    <dgm:cxn modelId="{06A723EF-8058-4E58-AAB5-D9319EDF9142}" srcId="{A465430F-7F77-4029-8E34-5A7D3B0CD778}" destId="{78441F04-0318-4D94-BA93-36E1F317D63E}" srcOrd="0" destOrd="0" parTransId="{894C5D3A-41B9-4909-9151-E17738E3B8FA}" sibTransId="{07AB808F-85E5-4CE2-B5B7-0DD4AF78FFD5}"/>
    <dgm:cxn modelId="{C79295F2-ED0A-4DB0-9EC6-8729504707FF}" type="presOf" srcId="{844D4DBB-E3A6-41FF-AE8C-B871EE863270}" destId="{3AE993BE-3A53-4C01-B12D-ABA4A114C128}" srcOrd="0" destOrd="0" presId="urn:microsoft.com/office/officeart/2005/8/layout/chevron2"/>
    <dgm:cxn modelId="{B94E49F7-8D35-47F5-9E9F-34B7AEAFE131}" srcId="{844D4DBB-E3A6-41FF-AE8C-B871EE863270}" destId="{D06E3B0F-1DE8-4B5B-806F-6B7BFECCE08D}" srcOrd="2" destOrd="0" parTransId="{925B0506-9586-4F92-89AC-40E4659C33ED}" sibTransId="{4B97375C-D0F1-4DED-8C92-FCECEE03925B}"/>
    <dgm:cxn modelId="{F23CA4FC-700B-4F6C-B552-02659335621A}" type="presParOf" srcId="{CBE35495-D0AB-4B83-9E35-5B9023D1E397}" destId="{8F6E1C4F-37B1-4ACA-9193-959EC488A1C6}" srcOrd="0" destOrd="0" presId="urn:microsoft.com/office/officeart/2005/8/layout/chevron2"/>
    <dgm:cxn modelId="{CF25F410-4D45-4237-8C8C-E544EE94D457}" type="presParOf" srcId="{8F6E1C4F-37B1-4ACA-9193-959EC488A1C6}" destId="{92883EB0-6375-49AE-9E5B-67960D6381E8}" srcOrd="0" destOrd="0" presId="urn:microsoft.com/office/officeart/2005/8/layout/chevron2"/>
    <dgm:cxn modelId="{8A068820-2EEF-4F4F-9BDA-E8FC9F3DCD41}" type="presParOf" srcId="{8F6E1C4F-37B1-4ACA-9193-959EC488A1C6}" destId="{F2E5B20E-E943-49B2-A0AC-C38E7C85DF99}" srcOrd="1" destOrd="0" presId="urn:microsoft.com/office/officeart/2005/8/layout/chevron2"/>
    <dgm:cxn modelId="{A4C8E29E-DAFE-47A5-9ACA-A892331E2AA0}" type="presParOf" srcId="{CBE35495-D0AB-4B83-9E35-5B9023D1E397}" destId="{43D2C50C-5F31-4BCF-9B8F-D7D3D9F0BBEB}" srcOrd="1" destOrd="0" presId="urn:microsoft.com/office/officeart/2005/8/layout/chevron2"/>
    <dgm:cxn modelId="{038D3447-66DF-4BD8-9F08-9830ACE6C472}" type="presParOf" srcId="{CBE35495-D0AB-4B83-9E35-5B9023D1E397}" destId="{D67A9F65-630A-4817-9251-A31F94B17C01}" srcOrd="2" destOrd="0" presId="urn:microsoft.com/office/officeart/2005/8/layout/chevron2"/>
    <dgm:cxn modelId="{ADAC2DD6-586C-4FEA-924A-C038BABA11E6}" type="presParOf" srcId="{D67A9F65-630A-4817-9251-A31F94B17C01}" destId="{CC3E20B9-52FB-45C3-8B1F-EBC3079E1959}" srcOrd="0" destOrd="0" presId="urn:microsoft.com/office/officeart/2005/8/layout/chevron2"/>
    <dgm:cxn modelId="{37B3A8CE-36EE-4586-AD3C-C9ACD9678EFD}" type="presParOf" srcId="{D67A9F65-630A-4817-9251-A31F94B17C01}" destId="{1DF80B2B-AE96-4540-9C94-37CC3829EAC0}" srcOrd="1" destOrd="0" presId="urn:microsoft.com/office/officeart/2005/8/layout/chevron2"/>
    <dgm:cxn modelId="{9838808B-080C-421F-B495-674A4ABEC466}" type="presParOf" srcId="{CBE35495-D0AB-4B83-9E35-5B9023D1E397}" destId="{D0E14179-50DD-4106-8DBF-9C6739E43D4A}" srcOrd="3" destOrd="0" presId="urn:microsoft.com/office/officeart/2005/8/layout/chevron2"/>
    <dgm:cxn modelId="{49C256C0-3F99-4DFA-8B54-22E55B40D81A}" type="presParOf" srcId="{CBE35495-D0AB-4B83-9E35-5B9023D1E397}" destId="{0E87CAF7-5DE8-40B7-BE2C-150410413B0A}" srcOrd="4" destOrd="0" presId="urn:microsoft.com/office/officeart/2005/8/layout/chevron2"/>
    <dgm:cxn modelId="{88345E79-59B2-4B1D-9582-648555BD281C}" type="presParOf" srcId="{0E87CAF7-5DE8-40B7-BE2C-150410413B0A}" destId="{4D1F97FE-7EE6-486F-B6ED-82FAF21CC15C}" srcOrd="0" destOrd="0" presId="urn:microsoft.com/office/officeart/2005/8/layout/chevron2"/>
    <dgm:cxn modelId="{301CFD36-A3FC-4469-B094-1408350B798B}" type="presParOf" srcId="{0E87CAF7-5DE8-40B7-BE2C-150410413B0A}" destId="{8EC0AC7F-81D4-4862-9F63-859F841DC518}" srcOrd="1" destOrd="0" presId="urn:microsoft.com/office/officeart/2005/8/layout/chevron2"/>
    <dgm:cxn modelId="{EE964896-2F0E-42ED-A111-095D7D446207}" type="presParOf" srcId="{CBE35495-D0AB-4B83-9E35-5B9023D1E397}" destId="{25374988-E57B-4B4C-97C7-6618FE1F580C}" srcOrd="5" destOrd="0" presId="urn:microsoft.com/office/officeart/2005/8/layout/chevron2"/>
    <dgm:cxn modelId="{0782D2FD-013E-406A-B5BE-52809AD01A09}" type="presParOf" srcId="{CBE35495-D0AB-4B83-9E35-5B9023D1E397}" destId="{BC45BA1B-A8A4-4C7B-B9E5-395FA855DE2C}" srcOrd="6" destOrd="0" presId="urn:microsoft.com/office/officeart/2005/8/layout/chevron2"/>
    <dgm:cxn modelId="{9EC53F72-CACD-4F39-AE02-1562C71F0E2B}" type="presParOf" srcId="{BC45BA1B-A8A4-4C7B-B9E5-395FA855DE2C}" destId="{3AE993BE-3A53-4C01-B12D-ABA4A114C128}" srcOrd="0" destOrd="0" presId="urn:microsoft.com/office/officeart/2005/8/layout/chevron2"/>
    <dgm:cxn modelId="{1294B365-CCF1-436A-B360-0336A4780771}" type="presParOf" srcId="{BC45BA1B-A8A4-4C7B-B9E5-395FA855DE2C}" destId="{DDF2A1BD-FC40-408C-A787-DFC2280C1CF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03EE1E1-AE09-4B13-A2AC-8101F2AFE0A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020203-1FB2-45F3-8844-F012C82622E9}">
      <dgm:prSet phldrT="[Text]"/>
      <dgm:spPr/>
      <dgm:t>
        <a:bodyPr/>
        <a:lstStyle/>
        <a:p>
          <a:r>
            <a:rPr lang="en-US" dirty="0"/>
            <a:t>Increase in body temperature </a:t>
          </a:r>
        </a:p>
        <a:p>
          <a:r>
            <a:rPr lang="en-US" dirty="0"/>
            <a:t>(0.5 degree Celsius)</a:t>
          </a:r>
        </a:p>
      </dgm:t>
    </dgm:pt>
    <dgm:pt modelId="{CF164AA2-BC04-4341-BCD6-A6C1CBA9F34A}" type="parTrans" cxnId="{EC5721C0-A8B4-4E92-B7BD-A28D1C513261}">
      <dgm:prSet/>
      <dgm:spPr/>
      <dgm:t>
        <a:bodyPr/>
        <a:lstStyle/>
        <a:p>
          <a:endParaRPr lang="en-US"/>
        </a:p>
      </dgm:t>
    </dgm:pt>
    <dgm:pt modelId="{99597BAC-C893-4A60-A0D2-0086609F92D7}" type="sibTrans" cxnId="{EC5721C0-A8B4-4E92-B7BD-A28D1C513261}">
      <dgm:prSet/>
      <dgm:spPr/>
      <dgm:t>
        <a:bodyPr/>
        <a:lstStyle/>
        <a:p>
          <a:endParaRPr lang="en-US"/>
        </a:p>
      </dgm:t>
    </dgm:pt>
    <dgm:pt modelId="{C799C681-151C-4883-9ADE-702CAA7E7AC7}">
      <dgm:prSet phldrT="[Text]"/>
      <dgm:spPr/>
      <dgm:t>
        <a:bodyPr/>
        <a:lstStyle/>
        <a:p>
          <a:r>
            <a:rPr lang="en-US" dirty="0"/>
            <a:t>1 to 2 days after ovulation</a:t>
          </a:r>
        </a:p>
      </dgm:t>
    </dgm:pt>
    <dgm:pt modelId="{E72AC443-2A65-4C55-8CF5-25D409EAE5F9}" type="parTrans" cxnId="{74CC60F5-A3E6-4300-87D5-81E5B53663A3}">
      <dgm:prSet/>
      <dgm:spPr/>
      <dgm:t>
        <a:bodyPr/>
        <a:lstStyle/>
        <a:p>
          <a:endParaRPr lang="en-US"/>
        </a:p>
      </dgm:t>
    </dgm:pt>
    <dgm:pt modelId="{5A7E546D-EB26-4C8B-97AE-A37DE55418E4}" type="sibTrans" cxnId="{74CC60F5-A3E6-4300-87D5-81E5B53663A3}">
      <dgm:prSet/>
      <dgm:spPr/>
      <dgm:t>
        <a:bodyPr/>
        <a:lstStyle/>
        <a:p>
          <a:endParaRPr lang="en-US"/>
        </a:p>
      </dgm:t>
    </dgm:pt>
    <dgm:pt modelId="{0C78D0E8-D638-4486-81CC-403875E1B08E}">
      <dgm:prSet phldrT="[Text]"/>
      <dgm:spPr/>
      <dgm:t>
        <a:bodyPr/>
        <a:lstStyle/>
        <a:p>
          <a:r>
            <a:rPr lang="en-US" dirty="0"/>
            <a:t>Lower abdominal pain </a:t>
          </a:r>
        </a:p>
        <a:p>
          <a:r>
            <a:rPr lang="en-US" dirty="0"/>
            <a:t>(Mittelschmerz)</a:t>
          </a:r>
        </a:p>
      </dgm:t>
    </dgm:pt>
    <dgm:pt modelId="{FBA603CD-2AAF-4E5B-A736-2F431F0910C2}" type="parTrans" cxnId="{CF9BA821-F291-481E-944D-6DCBFB7CDAD2}">
      <dgm:prSet/>
      <dgm:spPr/>
      <dgm:t>
        <a:bodyPr/>
        <a:lstStyle/>
        <a:p>
          <a:endParaRPr lang="en-US"/>
        </a:p>
      </dgm:t>
    </dgm:pt>
    <dgm:pt modelId="{3908051E-9880-40FF-B671-A2AA39CE7347}" type="sibTrans" cxnId="{CF9BA821-F291-481E-944D-6DCBFB7CDAD2}">
      <dgm:prSet/>
      <dgm:spPr/>
      <dgm:t>
        <a:bodyPr/>
        <a:lstStyle/>
        <a:p>
          <a:endParaRPr lang="en-US"/>
        </a:p>
      </dgm:t>
    </dgm:pt>
    <dgm:pt modelId="{8F70C65C-6E1A-4827-85A1-B6169CDF5CD6}">
      <dgm:prSet phldrT="[Text]"/>
      <dgm:spPr/>
      <dgm:t>
        <a:bodyPr/>
        <a:lstStyle/>
        <a:p>
          <a:r>
            <a:rPr lang="en-US" dirty="0"/>
            <a:t>Due to leakage of blood in abdominal cavity during ovulation</a:t>
          </a:r>
        </a:p>
      </dgm:t>
    </dgm:pt>
    <dgm:pt modelId="{E1BBC819-10E6-4FDD-8673-E41EB0C67F00}" type="parTrans" cxnId="{7A16F237-2382-4D26-9EC2-3BC1AAA723BA}">
      <dgm:prSet/>
      <dgm:spPr/>
      <dgm:t>
        <a:bodyPr/>
        <a:lstStyle/>
        <a:p>
          <a:endParaRPr lang="en-US"/>
        </a:p>
      </dgm:t>
    </dgm:pt>
    <dgm:pt modelId="{C12BE036-2818-4A97-AD3D-35355F7E753C}" type="sibTrans" cxnId="{7A16F237-2382-4D26-9EC2-3BC1AAA723BA}">
      <dgm:prSet/>
      <dgm:spPr/>
      <dgm:t>
        <a:bodyPr/>
        <a:lstStyle/>
        <a:p>
          <a:endParaRPr lang="en-US"/>
        </a:p>
      </dgm:t>
    </dgm:pt>
    <dgm:pt modelId="{9CC99701-F0F1-4848-827D-531888569085}">
      <dgm:prSet phldrT="[Text]"/>
      <dgm:spPr/>
      <dgm:t>
        <a:bodyPr/>
        <a:lstStyle/>
        <a:p>
          <a:r>
            <a:rPr lang="en-US" dirty="0"/>
            <a:t>LH surge</a:t>
          </a:r>
        </a:p>
      </dgm:t>
    </dgm:pt>
    <dgm:pt modelId="{D415F87F-8881-4BB4-B663-49F9C1A6BE36}" type="parTrans" cxnId="{9A66EB66-DC0F-4D2F-8E34-0DFA3EC500BB}">
      <dgm:prSet/>
      <dgm:spPr/>
      <dgm:t>
        <a:bodyPr/>
        <a:lstStyle/>
        <a:p>
          <a:endParaRPr lang="en-US"/>
        </a:p>
      </dgm:t>
    </dgm:pt>
    <dgm:pt modelId="{43984371-D1CA-4325-9F30-FEDAEA48188B}" type="sibTrans" cxnId="{9A66EB66-DC0F-4D2F-8E34-0DFA3EC500BB}">
      <dgm:prSet/>
      <dgm:spPr/>
      <dgm:t>
        <a:bodyPr/>
        <a:lstStyle/>
        <a:p>
          <a:endParaRPr lang="en-US"/>
        </a:p>
      </dgm:t>
    </dgm:pt>
    <dgm:pt modelId="{8E7F5135-D216-4A83-B283-F383164796E5}">
      <dgm:prSet phldrT="[Text]"/>
      <dgm:spPr/>
      <dgm:t>
        <a:bodyPr/>
        <a:lstStyle/>
        <a:p>
          <a:r>
            <a:rPr lang="en-US" dirty="0"/>
            <a:t>Immunological test</a:t>
          </a:r>
        </a:p>
      </dgm:t>
    </dgm:pt>
    <dgm:pt modelId="{30BFD061-698D-4225-940E-CB497AACE2A6}" type="parTrans" cxnId="{84DCE9B3-029E-4A05-B08C-F32D9F3CBAAA}">
      <dgm:prSet/>
      <dgm:spPr/>
      <dgm:t>
        <a:bodyPr/>
        <a:lstStyle/>
        <a:p>
          <a:endParaRPr lang="en-US"/>
        </a:p>
      </dgm:t>
    </dgm:pt>
    <dgm:pt modelId="{90D04BD9-7F71-4672-AAC7-269EF1725444}" type="sibTrans" cxnId="{84DCE9B3-029E-4A05-B08C-F32D9F3CBAAA}">
      <dgm:prSet/>
      <dgm:spPr/>
      <dgm:t>
        <a:bodyPr/>
        <a:lstStyle/>
        <a:p>
          <a:endParaRPr lang="en-US"/>
        </a:p>
      </dgm:t>
    </dgm:pt>
    <dgm:pt modelId="{D589AC5B-DBDA-45BE-A1E7-2988A41C19CB}">
      <dgm:prSet phldrT="[Text]"/>
      <dgm:spPr/>
      <dgm:t>
        <a:bodyPr/>
        <a:lstStyle/>
        <a:p>
          <a:r>
            <a:rPr lang="en-US" dirty="0"/>
            <a:t>Progesterone acts on hypothalamus increasing the set point</a:t>
          </a:r>
        </a:p>
      </dgm:t>
    </dgm:pt>
    <dgm:pt modelId="{BB482BCB-C8DB-44D0-A855-BF0B03DFD584}" type="parTrans" cxnId="{9AF8C5FE-4464-4096-B7D4-5EFB7E58A1AA}">
      <dgm:prSet/>
      <dgm:spPr/>
      <dgm:t>
        <a:bodyPr/>
        <a:lstStyle/>
        <a:p>
          <a:endParaRPr lang="en-US"/>
        </a:p>
      </dgm:t>
    </dgm:pt>
    <dgm:pt modelId="{1C1A3F55-130A-4F40-B97F-60A0C7374FA1}" type="sibTrans" cxnId="{9AF8C5FE-4464-4096-B7D4-5EFB7E58A1AA}">
      <dgm:prSet/>
      <dgm:spPr/>
      <dgm:t>
        <a:bodyPr/>
        <a:lstStyle/>
        <a:p>
          <a:endParaRPr lang="en-US"/>
        </a:p>
      </dgm:t>
    </dgm:pt>
    <dgm:pt modelId="{9D5B5C8F-3115-4E5F-A0C9-317A3E738700}">
      <dgm:prSet phldrT="[Text]"/>
      <dgm:spPr/>
      <dgm:t>
        <a:bodyPr/>
        <a:lstStyle/>
        <a:p>
          <a:r>
            <a:rPr lang="en-US" dirty="0"/>
            <a:t>Cervical mucus test</a:t>
          </a:r>
        </a:p>
        <a:p>
          <a:r>
            <a:rPr lang="en-US" dirty="0"/>
            <a:t>(Decrease in viscosity of mucus)</a:t>
          </a:r>
        </a:p>
      </dgm:t>
    </dgm:pt>
    <dgm:pt modelId="{00757F03-B9F0-4BCD-B9BD-0ECF16AE3DAB}" type="parTrans" cxnId="{ADE8F748-9406-4F3F-A81E-B76506B146EB}">
      <dgm:prSet/>
      <dgm:spPr/>
      <dgm:t>
        <a:bodyPr/>
        <a:lstStyle/>
        <a:p>
          <a:endParaRPr lang="en-US"/>
        </a:p>
      </dgm:t>
    </dgm:pt>
    <dgm:pt modelId="{75DE8056-9326-490A-8FCF-F1DBE4AB9E56}" type="sibTrans" cxnId="{ADE8F748-9406-4F3F-A81E-B76506B146EB}">
      <dgm:prSet/>
      <dgm:spPr/>
      <dgm:t>
        <a:bodyPr/>
        <a:lstStyle/>
        <a:p>
          <a:endParaRPr lang="en-US"/>
        </a:p>
      </dgm:t>
    </dgm:pt>
    <dgm:pt modelId="{77CADD22-8660-4100-A4BB-8D10F00A005E}">
      <dgm:prSet phldrT="[Text]"/>
      <dgm:spPr/>
      <dgm:t>
        <a:bodyPr/>
        <a:lstStyle/>
        <a:p>
          <a:r>
            <a:rPr lang="en-US" dirty="0"/>
            <a:t>Estrogen makes cervical mucus elastic. In luteal phase it becomes cellular and thick by progesterone</a:t>
          </a:r>
        </a:p>
      </dgm:t>
    </dgm:pt>
    <dgm:pt modelId="{7078A608-4522-493E-A3FB-FF450A15EEF9}" type="parTrans" cxnId="{879CB6A6-044A-4139-88F4-1A0DA8CF9175}">
      <dgm:prSet/>
      <dgm:spPr/>
      <dgm:t>
        <a:bodyPr/>
        <a:lstStyle/>
        <a:p>
          <a:endParaRPr lang="en-US"/>
        </a:p>
      </dgm:t>
    </dgm:pt>
    <dgm:pt modelId="{6C17D625-0672-4AB9-9683-DA48D20EF9A1}" type="sibTrans" cxnId="{879CB6A6-044A-4139-88F4-1A0DA8CF9175}">
      <dgm:prSet/>
      <dgm:spPr/>
      <dgm:t>
        <a:bodyPr/>
        <a:lstStyle/>
        <a:p>
          <a:endParaRPr lang="en-US"/>
        </a:p>
      </dgm:t>
    </dgm:pt>
    <dgm:pt modelId="{18463F09-4DB6-473B-B326-E160390162AA}">
      <dgm:prSet phldrT="[Text]"/>
      <dgm:spPr/>
      <dgm:t>
        <a:bodyPr/>
        <a:lstStyle/>
        <a:p>
          <a:r>
            <a:rPr lang="en-US" dirty="0" err="1"/>
            <a:t>Spinnbarkeit</a:t>
          </a:r>
          <a:r>
            <a:rPr lang="en-US" dirty="0"/>
            <a:t> Phenomenon</a:t>
          </a:r>
        </a:p>
      </dgm:t>
    </dgm:pt>
    <dgm:pt modelId="{4631918F-4020-4C8F-AFD9-8E0CD38F5C6E}" type="parTrans" cxnId="{8C155709-5772-4EA9-8EC1-7D42336FA080}">
      <dgm:prSet/>
      <dgm:spPr/>
      <dgm:t>
        <a:bodyPr/>
        <a:lstStyle/>
        <a:p>
          <a:endParaRPr lang="en-US"/>
        </a:p>
      </dgm:t>
    </dgm:pt>
    <dgm:pt modelId="{5664F383-677D-4AB4-BE10-64CE077B8C90}" type="sibTrans" cxnId="{8C155709-5772-4EA9-8EC1-7D42336FA080}">
      <dgm:prSet/>
      <dgm:spPr/>
      <dgm:t>
        <a:bodyPr/>
        <a:lstStyle/>
        <a:p>
          <a:endParaRPr lang="en-US"/>
        </a:p>
      </dgm:t>
    </dgm:pt>
    <dgm:pt modelId="{6E9B141D-6406-4FC0-B2BA-A05F54FD5923}" type="pres">
      <dgm:prSet presAssocID="{103EE1E1-AE09-4B13-A2AC-8101F2AFE0AE}" presName="Name0" presStyleCnt="0">
        <dgm:presLayoutVars>
          <dgm:dir/>
          <dgm:animLvl val="lvl"/>
          <dgm:resizeHandles val="exact"/>
        </dgm:presLayoutVars>
      </dgm:prSet>
      <dgm:spPr/>
    </dgm:pt>
    <dgm:pt modelId="{0876B14F-FF85-4AA3-A407-3C7F80E7E492}" type="pres">
      <dgm:prSet presAssocID="{8A020203-1FB2-45F3-8844-F012C82622E9}" presName="linNode" presStyleCnt="0"/>
      <dgm:spPr/>
    </dgm:pt>
    <dgm:pt modelId="{338B01CF-5E9B-4D84-B9D8-D6D9FC60F6C5}" type="pres">
      <dgm:prSet presAssocID="{8A020203-1FB2-45F3-8844-F012C82622E9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161CFC2A-749C-40A0-80B4-13E10CDBB697}" type="pres">
      <dgm:prSet presAssocID="{8A020203-1FB2-45F3-8844-F012C82622E9}" presName="descendantText" presStyleLbl="alignAccFollowNode1" presStyleIdx="0" presStyleCnt="4">
        <dgm:presLayoutVars>
          <dgm:bulletEnabled val="1"/>
        </dgm:presLayoutVars>
      </dgm:prSet>
      <dgm:spPr/>
    </dgm:pt>
    <dgm:pt modelId="{BD44A815-CDDA-45D8-AABD-2E94E5E03325}" type="pres">
      <dgm:prSet presAssocID="{99597BAC-C893-4A60-A0D2-0086609F92D7}" presName="sp" presStyleCnt="0"/>
      <dgm:spPr/>
    </dgm:pt>
    <dgm:pt modelId="{EB19A7FF-88AC-4E00-9032-F07625A534D4}" type="pres">
      <dgm:prSet presAssocID="{0C78D0E8-D638-4486-81CC-403875E1B08E}" presName="linNode" presStyleCnt="0"/>
      <dgm:spPr/>
    </dgm:pt>
    <dgm:pt modelId="{E3B88221-832F-45EA-A4B0-9BA3D014C830}" type="pres">
      <dgm:prSet presAssocID="{0C78D0E8-D638-4486-81CC-403875E1B08E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9E58DF4E-AA24-436B-8181-FE0A2B9D1EC9}" type="pres">
      <dgm:prSet presAssocID="{0C78D0E8-D638-4486-81CC-403875E1B08E}" presName="descendantText" presStyleLbl="alignAccFollowNode1" presStyleIdx="1" presStyleCnt="4">
        <dgm:presLayoutVars>
          <dgm:bulletEnabled val="1"/>
        </dgm:presLayoutVars>
      </dgm:prSet>
      <dgm:spPr/>
    </dgm:pt>
    <dgm:pt modelId="{C015CB6A-F24C-450F-8155-B5C5EF9F0D1C}" type="pres">
      <dgm:prSet presAssocID="{3908051E-9880-40FF-B671-A2AA39CE7347}" presName="sp" presStyleCnt="0"/>
      <dgm:spPr/>
    </dgm:pt>
    <dgm:pt modelId="{30E7768C-D3E4-4B37-9904-02CDD73C5325}" type="pres">
      <dgm:prSet presAssocID="{9CC99701-F0F1-4848-827D-531888569085}" presName="linNode" presStyleCnt="0"/>
      <dgm:spPr/>
    </dgm:pt>
    <dgm:pt modelId="{97305922-DF4E-4FBA-B0AE-CA655405DCAA}" type="pres">
      <dgm:prSet presAssocID="{9CC99701-F0F1-4848-827D-531888569085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BD5F5842-6117-469D-B617-0735ABD357D7}" type="pres">
      <dgm:prSet presAssocID="{9CC99701-F0F1-4848-827D-531888569085}" presName="descendantText" presStyleLbl="alignAccFollowNode1" presStyleIdx="2" presStyleCnt="4">
        <dgm:presLayoutVars>
          <dgm:bulletEnabled val="1"/>
        </dgm:presLayoutVars>
      </dgm:prSet>
      <dgm:spPr/>
    </dgm:pt>
    <dgm:pt modelId="{A5A22EA0-5AFF-44AB-8F8C-57198691AAA1}" type="pres">
      <dgm:prSet presAssocID="{43984371-D1CA-4325-9F30-FEDAEA48188B}" presName="sp" presStyleCnt="0"/>
      <dgm:spPr/>
    </dgm:pt>
    <dgm:pt modelId="{6A8BC3F2-CDA2-4325-BB3D-2F0E3EC78B6F}" type="pres">
      <dgm:prSet presAssocID="{9D5B5C8F-3115-4E5F-A0C9-317A3E738700}" presName="linNode" presStyleCnt="0"/>
      <dgm:spPr/>
    </dgm:pt>
    <dgm:pt modelId="{E164906F-89EB-4E3F-AF65-C7595AAE165C}" type="pres">
      <dgm:prSet presAssocID="{9D5B5C8F-3115-4E5F-A0C9-317A3E738700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E831FB11-382D-4391-9843-5AC3FB4E8827}" type="pres">
      <dgm:prSet presAssocID="{9D5B5C8F-3115-4E5F-A0C9-317A3E738700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8C155709-5772-4EA9-8EC1-7D42336FA080}" srcId="{9D5B5C8F-3115-4E5F-A0C9-317A3E738700}" destId="{18463F09-4DB6-473B-B326-E160390162AA}" srcOrd="1" destOrd="0" parTransId="{4631918F-4020-4C8F-AFD9-8E0CD38F5C6E}" sibTransId="{5664F383-677D-4AB4-BE10-64CE077B8C90}"/>
    <dgm:cxn modelId="{0B1B8F0B-173C-44F5-8AC2-6319B51A1A9E}" type="presOf" srcId="{0C78D0E8-D638-4486-81CC-403875E1B08E}" destId="{E3B88221-832F-45EA-A4B0-9BA3D014C830}" srcOrd="0" destOrd="0" presId="urn:microsoft.com/office/officeart/2005/8/layout/vList5"/>
    <dgm:cxn modelId="{CF9BA821-F291-481E-944D-6DCBFB7CDAD2}" srcId="{103EE1E1-AE09-4B13-A2AC-8101F2AFE0AE}" destId="{0C78D0E8-D638-4486-81CC-403875E1B08E}" srcOrd="1" destOrd="0" parTransId="{FBA603CD-2AAF-4E5B-A736-2F431F0910C2}" sibTransId="{3908051E-9880-40FF-B671-A2AA39CE7347}"/>
    <dgm:cxn modelId="{69FE8B23-16F5-43A7-964F-C7B66FF93C93}" type="presOf" srcId="{8A020203-1FB2-45F3-8844-F012C82622E9}" destId="{338B01CF-5E9B-4D84-B9D8-D6D9FC60F6C5}" srcOrd="0" destOrd="0" presId="urn:microsoft.com/office/officeart/2005/8/layout/vList5"/>
    <dgm:cxn modelId="{E7EF782D-0442-4135-BDCF-992060F89634}" type="presOf" srcId="{18463F09-4DB6-473B-B326-E160390162AA}" destId="{E831FB11-382D-4391-9843-5AC3FB4E8827}" srcOrd="0" destOrd="1" presId="urn:microsoft.com/office/officeart/2005/8/layout/vList5"/>
    <dgm:cxn modelId="{7A16F237-2382-4D26-9EC2-3BC1AAA723BA}" srcId="{0C78D0E8-D638-4486-81CC-403875E1B08E}" destId="{8F70C65C-6E1A-4827-85A1-B6169CDF5CD6}" srcOrd="0" destOrd="0" parTransId="{E1BBC819-10E6-4FDD-8673-E41EB0C67F00}" sibTransId="{C12BE036-2818-4A97-AD3D-35355F7E753C}"/>
    <dgm:cxn modelId="{C6116D3E-DE6E-45FD-BFD7-7872662CFDFB}" type="presOf" srcId="{77CADD22-8660-4100-A4BB-8D10F00A005E}" destId="{E831FB11-382D-4391-9843-5AC3FB4E8827}" srcOrd="0" destOrd="0" presId="urn:microsoft.com/office/officeart/2005/8/layout/vList5"/>
    <dgm:cxn modelId="{C6E76465-0D46-4843-AD38-87FBC85DBC07}" type="presOf" srcId="{8E7F5135-D216-4A83-B283-F383164796E5}" destId="{BD5F5842-6117-469D-B617-0735ABD357D7}" srcOrd="0" destOrd="0" presId="urn:microsoft.com/office/officeart/2005/8/layout/vList5"/>
    <dgm:cxn modelId="{9A66EB66-DC0F-4D2F-8E34-0DFA3EC500BB}" srcId="{103EE1E1-AE09-4B13-A2AC-8101F2AFE0AE}" destId="{9CC99701-F0F1-4848-827D-531888569085}" srcOrd="2" destOrd="0" parTransId="{D415F87F-8881-4BB4-B663-49F9C1A6BE36}" sibTransId="{43984371-D1CA-4325-9F30-FEDAEA48188B}"/>
    <dgm:cxn modelId="{ADE8F748-9406-4F3F-A81E-B76506B146EB}" srcId="{103EE1E1-AE09-4B13-A2AC-8101F2AFE0AE}" destId="{9D5B5C8F-3115-4E5F-A0C9-317A3E738700}" srcOrd="3" destOrd="0" parTransId="{00757F03-B9F0-4BCD-B9BD-0ECF16AE3DAB}" sibTransId="{75DE8056-9326-490A-8FCF-F1DBE4AB9E56}"/>
    <dgm:cxn modelId="{C789016B-EAD6-47F5-BCC2-018F5E3C4CC4}" type="presOf" srcId="{D589AC5B-DBDA-45BE-A1E7-2988A41C19CB}" destId="{161CFC2A-749C-40A0-80B4-13E10CDBB697}" srcOrd="0" destOrd="1" presId="urn:microsoft.com/office/officeart/2005/8/layout/vList5"/>
    <dgm:cxn modelId="{222C194F-C46F-4DA7-BFB5-A2F1E2D25229}" type="presOf" srcId="{8F70C65C-6E1A-4827-85A1-B6169CDF5CD6}" destId="{9E58DF4E-AA24-436B-8181-FE0A2B9D1EC9}" srcOrd="0" destOrd="0" presId="urn:microsoft.com/office/officeart/2005/8/layout/vList5"/>
    <dgm:cxn modelId="{3A96B493-2BD7-4671-8921-474F8C53562C}" type="presOf" srcId="{9D5B5C8F-3115-4E5F-A0C9-317A3E738700}" destId="{E164906F-89EB-4E3F-AF65-C7595AAE165C}" srcOrd="0" destOrd="0" presId="urn:microsoft.com/office/officeart/2005/8/layout/vList5"/>
    <dgm:cxn modelId="{2D20189F-47B7-4F01-AEA6-73DD66FD9243}" type="presOf" srcId="{103EE1E1-AE09-4B13-A2AC-8101F2AFE0AE}" destId="{6E9B141D-6406-4FC0-B2BA-A05F54FD5923}" srcOrd="0" destOrd="0" presId="urn:microsoft.com/office/officeart/2005/8/layout/vList5"/>
    <dgm:cxn modelId="{879CB6A6-044A-4139-88F4-1A0DA8CF9175}" srcId="{9D5B5C8F-3115-4E5F-A0C9-317A3E738700}" destId="{77CADD22-8660-4100-A4BB-8D10F00A005E}" srcOrd="0" destOrd="0" parTransId="{7078A608-4522-493E-A3FB-FF450A15EEF9}" sibTransId="{6C17D625-0672-4AB9-9683-DA48D20EF9A1}"/>
    <dgm:cxn modelId="{84DCE9B3-029E-4A05-B08C-F32D9F3CBAAA}" srcId="{9CC99701-F0F1-4848-827D-531888569085}" destId="{8E7F5135-D216-4A83-B283-F383164796E5}" srcOrd="0" destOrd="0" parTransId="{30BFD061-698D-4225-940E-CB497AACE2A6}" sibTransId="{90D04BD9-7F71-4672-AAC7-269EF1725444}"/>
    <dgm:cxn modelId="{EC5721C0-A8B4-4E92-B7BD-A28D1C513261}" srcId="{103EE1E1-AE09-4B13-A2AC-8101F2AFE0AE}" destId="{8A020203-1FB2-45F3-8844-F012C82622E9}" srcOrd="0" destOrd="0" parTransId="{CF164AA2-BC04-4341-BCD6-A6C1CBA9F34A}" sibTransId="{99597BAC-C893-4A60-A0D2-0086609F92D7}"/>
    <dgm:cxn modelId="{C00470EB-EB0F-4E40-8C74-91B30D3DD04E}" type="presOf" srcId="{9CC99701-F0F1-4848-827D-531888569085}" destId="{97305922-DF4E-4FBA-B0AE-CA655405DCAA}" srcOrd="0" destOrd="0" presId="urn:microsoft.com/office/officeart/2005/8/layout/vList5"/>
    <dgm:cxn modelId="{74CC60F5-A3E6-4300-87D5-81E5B53663A3}" srcId="{8A020203-1FB2-45F3-8844-F012C82622E9}" destId="{C799C681-151C-4883-9ADE-702CAA7E7AC7}" srcOrd="0" destOrd="0" parTransId="{E72AC443-2A65-4C55-8CF5-25D409EAE5F9}" sibTransId="{5A7E546D-EB26-4C8B-97AE-A37DE55418E4}"/>
    <dgm:cxn modelId="{1504EBFB-0496-44B7-9AAC-AE6F572A96DE}" type="presOf" srcId="{C799C681-151C-4883-9ADE-702CAA7E7AC7}" destId="{161CFC2A-749C-40A0-80B4-13E10CDBB697}" srcOrd="0" destOrd="0" presId="urn:microsoft.com/office/officeart/2005/8/layout/vList5"/>
    <dgm:cxn modelId="{9AF8C5FE-4464-4096-B7D4-5EFB7E58A1AA}" srcId="{8A020203-1FB2-45F3-8844-F012C82622E9}" destId="{D589AC5B-DBDA-45BE-A1E7-2988A41C19CB}" srcOrd="1" destOrd="0" parTransId="{BB482BCB-C8DB-44D0-A855-BF0B03DFD584}" sibTransId="{1C1A3F55-130A-4F40-B97F-60A0C7374FA1}"/>
    <dgm:cxn modelId="{50EAC5D6-6053-4394-8C99-CD39A2E1A87F}" type="presParOf" srcId="{6E9B141D-6406-4FC0-B2BA-A05F54FD5923}" destId="{0876B14F-FF85-4AA3-A407-3C7F80E7E492}" srcOrd="0" destOrd="0" presId="urn:microsoft.com/office/officeart/2005/8/layout/vList5"/>
    <dgm:cxn modelId="{4A5F33BF-7E29-4BB1-85C4-D13B909E80D5}" type="presParOf" srcId="{0876B14F-FF85-4AA3-A407-3C7F80E7E492}" destId="{338B01CF-5E9B-4D84-B9D8-D6D9FC60F6C5}" srcOrd="0" destOrd="0" presId="urn:microsoft.com/office/officeart/2005/8/layout/vList5"/>
    <dgm:cxn modelId="{7AF228AF-6F5E-4ED3-8AA1-E9223A0716E6}" type="presParOf" srcId="{0876B14F-FF85-4AA3-A407-3C7F80E7E492}" destId="{161CFC2A-749C-40A0-80B4-13E10CDBB697}" srcOrd="1" destOrd="0" presId="urn:microsoft.com/office/officeart/2005/8/layout/vList5"/>
    <dgm:cxn modelId="{95CDCE2A-CB25-4C55-9582-6F6F0D5CB920}" type="presParOf" srcId="{6E9B141D-6406-4FC0-B2BA-A05F54FD5923}" destId="{BD44A815-CDDA-45D8-AABD-2E94E5E03325}" srcOrd="1" destOrd="0" presId="urn:microsoft.com/office/officeart/2005/8/layout/vList5"/>
    <dgm:cxn modelId="{7B55DEA4-54FE-4C2D-AF1F-61BDBE39D4EB}" type="presParOf" srcId="{6E9B141D-6406-4FC0-B2BA-A05F54FD5923}" destId="{EB19A7FF-88AC-4E00-9032-F07625A534D4}" srcOrd="2" destOrd="0" presId="urn:microsoft.com/office/officeart/2005/8/layout/vList5"/>
    <dgm:cxn modelId="{3E6EACBB-8B96-4802-B44A-A65708225BB9}" type="presParOf" srcId="{EB19A7FF-88AC-4E00-9032-F07625A534D4}" destId="{E3B88221-832F-45EA-A4B0-9BA3D014C830}" srcOrd="0" destOrd="0" presId="urn:microsoft.com/office/officeart/2005/8/layout/vList5"/>
    <dgm:cxn modelId="{A600568F-E31B-42BD-92F5-A0896202A4FC}" type="presParOf" srcId="{EB19A7FF-88AC-4E00-9032-F07625A534D4}" destId="{9E58DF4E-AA24-436B-8181-FE0A2B9D1EC9}" srcOrd="1" destOrd="0" presId="urn:microsoft.com/office/officeart/2005/8/layout/vList5"/>
    <dgm:cxn modelId="{2C22B84E-C73A-4A07-BB6E-B46F765FB734}" type="presParOf" srcId="{6E9B141D-6406-4FC0-B2BA-A05F54FD5923}" destId="{C015CB6A-F24C-450F-8155-B5C5EF9F0D1C}" srcOrd="3" destOrd="0" presId="urn:microsoft.com/office/officeart/2005/8/layout/vList5"/>
    <dgm:cxn modelId="{6EA8D5E1-E8C4-43CC-9331-02B1EBD20F0B}" type="presParOf" srcId="{6E9B141D-6406-4FC0-B2BA-A05F54FD5923}" destId="{30E7768C-D3E4-4B37-9904-02CDD73C5325}" srcOrd="4" destOrd="0" presId="urn:microsoft.com/office/officeart/2005/8/layout/vList5"/>
    <dgm:cxn modelId="{8B107867-6259-404B-97A8-B998AA9B8C89}" type="presParOf" srcId="{30E7768C-D3E4-4B37-9904-02CDD73C5325}" destId="{97305922-DF4E-4FBA-B0AE-CA655405DCAA}" srcOrd="0" destOrd="0" presId="urn:microsoft.com/office/officeart/2005/8/layout/vList5"/>
    <dgm:cxn modelId="{231D0FE4-D502-4E43-ADE1-7D047D13C3B7}" type="presParOf" srcId="{30E7768C-D3E4-4B37-9904-02CDD73C5325}" destId="{BD5F5842-6117-469D-B617-0735ABD357D7}" srcOrd="1" destOrd="0" presId="urn:microsoft.com/office/officeart/2005/8/layout/vList5"/>
    <dgm:cxn modelId="{436DCC21-0EDB-4C1E-89B0-09B06CBC5927}" type="presParOf" srcId="{6E9B141D-6406-4FC0-B2BA-A05F54FD5923}" destId="{A5A22EA0-5AFF-44AB-8F8C-57198691AAA1}" srcOrd="5" destOrd="0" presId="urn:microsoft.com/office/officeart/2005/8/layout/vList5"/>
    <dgm:cxn modelId="{3841905A-19E0-445E-8A2F-3FD9436C6472}" type="presParOf" srcId="{6E9B141D-6406-4FC0-B2BA-A05F54FD5923}" destId="{6A8BC3F2-CDA2-4325-BB3D-2F0E3EC78B6F}" srcOrd="6" destOrd="0" presId="urn:microsoft.com/office/officeart/2005/8/layout/vList5"/>
    <dgm:cxn modelId="{243EA266-2E2D-418F-8FBE-6A8F5475AB9B}" type="presParOf" srcId="{6A8BC3F2-CDA2-4325-BB3D-2F0E3EC78B6F}" destId="{E164906F-89EB-4E3F-AF65-C7595AAE165C}" srcOrd="0" destOrd="0" presId="urn:microsoft.com/office/officeart/2005/8/layout/vList5"/>
    <dgm:cxn modelId="{0FD5AACC-698E-44D7-B76C-C7D8FC127131}" type="presParOf" srcId="{6A8BC3F2-CDA2-4325-BB3D-2F0E3EC78B6F}" destId="{E831FB11-382D-4391-9843-5AC3FB4E882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03EE1E1-AE09-4B13-A2AC-8101F2AFE0A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020203-1FB2-45F3-8844-F012C82622E9}">
      <dgm:prSet phldrT="[Text]"/>
      <dgm:spPr/>
      <dgm:t>
        <a:bodyPr/>
        <a:lstStyle/>
        <a:p>
          <a:r>
            <a:rPr lang="en-US" dirty="0"/>
            <a:t>Fern test</a:t>
          </a:r>
        </a:p>
      </dgm:t>
    </dgm:pt>
    <dgm:pt modelId="{CF164AA2-BC04-4341-BCD6-A6C1CBA9F34A}" type="parTrans" cxnId="{EC5721C0-A8B4-4E92-B7BD-A28D1C513261}">
      <dgm:prSet/>
      <dgm:spPr/>
      <dgm:t>
        <a:bodyPr/>
        <a:lstStyle/>
        <a:p>
          <a:endParaRPr lang="en-US"/>
        </a:p>
      </dgm:t>
    </dgm:pt>
    <dgm:pt modelId="{99597BAC-C893-4A60-A0D2-0086609F92D7}" type="sibTrans" cxnId="{EC5721C0-A8B4-4E92-B7BD-A28D1C513261}">
      <dgm:prSet/>
      <dgm:spPr/>
      <dgm:t>
        <a:bodyPr/>
        <a:lstStyle/>
        <a:p>
          <a:endParaRPr lang="en-US"/>
        </a:p>
      </dgm:t>
    </dgm:pt>
    <dgm:pt modelId="{C799C681-151C-4883-9ADE-702CAA7E7AC7}">
      <dgm:prSet phldrT="[Text]"/>
      <dgm:spPr/>
      <dgm:t>
        <a:bodyPr/>
        <a:lstStyle/>
        <a:p>
          <a:r>
            <a:rPr lang="en-US" dirty="0"/>
            <a:t>When cervical mucus is smeared on a slide, it dries like a fern pattern</a:t>
          </a:r>
        </a:p>
      </dgm:t>
    </dgm:pt>
    <dgm:pt modelId="{E72AC443-2A65-4C55-8CF5-25D409EAE5F9}" type="parTrans" cxnId="{74CC60F5-A3E6-4300-87D5-81E5B53663A3}">
      <dgm:prSet/>
      <dgm:spPr/>
      <dgm:t>
        <a:bodyPr/>
        <a:lstStyle/>
        <a:p>
          <a:endParaRPr lang="en-US"/>
        </a:p>
      </dgm:t>
    </dgm:pt>
    <dgm:pt modelId="{5A7E546D-EB26-4C8B-97AE-A37DE55418E4}" type="sibTrans" cxnId="{74CC60F5-A3E6-4300-87D5-81E5B53663A3}">
      <dgm:prSet/>
      <dgm:spPr/>
      <dgm:t>
        <a:bodyPr/>
        <a:lstStyle/>
        <a:p>
          <a:endParaRPr lang="en-US"/>
        </a:p>
      </dgm:t>
    </dgm:pt>
    <dgm:pt modelId="{0C78D0E8-D638-4486-81CC-403875E1B08E}">
      <dgm:prSet phldrT="[Text]"/>
      <dgm:spPr/>
      <dgm:t>
        <a:bodyPr/>
        <a:lstStyle/>
        <a:p>
          <a:r>
            <a:rPr lang="en-US" dirty="0"/>
            <a:t>Endometrial</a:t>
          </a:r>
        </a:p>
        <a:p>
          <a:r>
            <a:rPr lang="en-US" dirty="0"/>
            <a:t>biopsy</a:t>
          </a:r>
        </a:p>
      </dgm:t>
    </dgm:pt>
    <dgm:pt modelId="{FBA603CD-2AAF-4E5B-A736-2F431F0910C2}" type="parTrans" cxnId="{CF9BA821-F291-481E-944D-6DCBFB7CDAD2}">
      <dgm:prSet/>
      <dgm:spPr/>
      <dgm:t>
        <a:bodyPr/>
        <a:lstStyle/>
        <a:p>
          <a:endParaRPr lang="en-US"/>
        </a:p>
      </dgm:t>
    </dgm:pt>
    <dgm:pt modelId="{3908051E-9880-40FF-B671-A2AA39CE7347}" type="sibTrans" cxnId="{CF9BA821-F291-481E-944D-6DCBFB7CDAD2}">
      <dgm:prSet/>
      <dgm:spPr/>
      <dgm:t>
        <a:bodyPr/>
        <a:lstStyle/>
        <a:p>
          <a:endParaRPr lang="en-US"/>
        </a:p>
      </dgm:t>
    </dgm:pt>
    <dgm:pt modelId="{8F70C65C-6E1A-4827-85A1-B6169CDF5CD6}">
      <dgm:prSet phldrT="[Text]"/>
      <dgm:spPr/>
      <dgm:t>
        <a:bodyPr/>
        <a:lstStyle/>
        <a:p>
          <a:r>
            <a:rPr lang="en-US" dirty="0"/>
            <a:t>Secretive/ Proliferative changes</a:t>
          </a:r>
        </a:p>
      </dgm:t>
    </dgm:pt>
    <dgm:pt modelId="{E1BBC819-10E6-4FDD-8673-E41EB0C67F00}" type="parTrans" cxnId="{7A16F237-2382-4D26-9EC2-3BC1AAA723BA}">
      <dgm:prSet/>
      <dgm:spPr/>
      <dgm:t>
        <a:bodyPr/>
        <a:lstStyle/>
        <a:p>
          <a:endParaRPr lang="en-US"/>
        </a:p>
      </dgm:t>
    </dgm:pt>
    <dgm:pt modelId="{C12BE036-2818-4A97-AD3D-35355F7E753C}" type="sibTrans" cxnId="{7A16F237-2382-4D26-9EC2-3BC1AAA723BA}">
      <dgm:prSet/>
      <dgm:spPr/>
      <dgm:t>
        <a:bodyPr/>
        <a:lstStyle/>
        <a:p>
          <a:endParaRPr lang="en-US"/>
        </a:p>
      </dgm:t>
    </dgm:pt>
    <dgm:pt modelId="{9CC99701-F0F1-4848-827D-531888569085}">
      <dgm:prSet phldrT="[Text]"/>
      <dgm:spPr/>
      <dgm:t>
        <a:bodyPr/>
        <a:lstStyle/>
        <a:p>
          <a:r>
            <a:rPr lang="en-US" dirty="0"/>
            <a:t>Ultrasound</a:t>
          </a:r>
        </a:p>
      </dgm:t>
    </dgm:pt>
    <dgm:pt modelId="{D415F87F-8881-4BB4-B663-49F9C1A6BE36}" type="parTrans" cxnId="{9A66EB66-DC0F-4D2F-8E34-0DFA3EC500BB}">
      <dgm:prSet/>
      <dgm:spPr/>
      <dgm:t>
        <a:bodyPr/>
        <a:lstStyle/>
        <a:p>
          <a:endParaRPr lang="en-US"/>
        </a:p>
      </dgm:t>
    </dgm:pt>
    <dgm:pt modelId="{43984371-D1CA-4325-9F30-FEDAEA48188B}" type="sibTrans" cxnId="{9A66EB66-DC0F-4D2F-8E34-0DFA3EC500BB}">
      <dgm:prSet/>
      <dgm:spPr/>
      <dgm:t>
        <a:bodyPr/>
        <a:lstStyle/>
        <a:p>
          <a:endParaRPr lang="en-US"/>
        </a:p>
      </dgm:t>
    </dgm:pt>
    <dgm:pt modelId="{8E7F5135-D216-4A83-B283-F383164796E5}">
      <dgm:prSet phldrT="[Text]"/>
      <dgm:spPr/>
      <dgm:t>
        <a:bodyPr/>
        <a:lstStyle/>
        <a:p>
          <a:r>
            <a:rPr lang="en-US" dirty="0"/>
            <a:t>Monitoring growth of Follicle</a:t>
          </a:r>
        </a:p>
      </dgm:t>
    </dgm:pt>
    <dgm:pt modelId="{30BFD061-698D-4225-940E-CB497AACE2A6}" type="parTrans" cxnId="{84DCE9B3-029E-4A05-B08C-F32D9F3CBAAA}">
      <dgm:prSet/>
      <dgm:spPr/>
      <dgm:t>
        <a:bodyPr/>
        <a:lstStyle/>
        <a:p>
          <a:endParaRPr lang="en-US"/>
        </a:p>
      </dgm:t>
    </dgm:pt>
    <dgm:pt modelId="{90D04BD9-7F71-4672-AAC7-269EF1725444}" type="sibTrans" cxnId="{84DCE9B3-029E-4A05-B08C-F32D9F3CBAAA}">
      <dgm:prSet/>
      <dgm:spPr/>
      <dgm:t>
        <a:bodyPr/>
        <a:lstStyle/>
        <a:p>
          <a:endParaRPr lang="en-US"/>
        </a:p>
      </dgm:t>
    </dgm:pt>
    <dgm:pt modelId="{9D5B5C8F-3115-4E5F-A0C9-317A3E738700}">
      <dgm:prSet phldrT="[Text]"/>
      <dgm:spPr/>
      <dgm:t>
        <a:bodyPr/>
        <a:lstStyle/>
        <a:p>
          <a:r>
            <a:rPr lang="en-US" dirty="0"/>
            <a:t>Laparoscopy</a:t>
          </a:r>
        </a:p>
      </dgm:t>
    </dgm:pt>
    <dgm:pt modelId="{00757F03-B9F0-4BCD-B9BD-0ECF16AE3DAB}" type="parTrans" cxnId="{ADE8F748-9406-4F3F-A81E-B76506B146EB}">
      <dgm:prSet/>
      <dgm:spPr/>
      <dgm:t>
        <a:bodyPr/>
        <a:lstStyle/>
        <a:p>
          <a:endParaRPr lang="en-US"/>
        </a:p>
      </dgm:t>
    </dgm:pt>
    <dgm:pt modelId="{75DE8056-9326-490A-8FCF-F1DBE4AB9E56}" type="sibTrans" cxnId="{ADE8F748-9406-4F3F-A81E-B76506B146EB}">
      <dgm:prSet/>
      <dgm:spPr/>
      <dgm:t>
        <a:bodyPr/>
        <a:lstStyle/>
        <a:p>
          <a:endParaRPr lang="en-US"/>
        </a:p>
      </dgm:t>
    </dgm:pt>
    <dgm:pt modelId="{77CADD22-8660-4100-A4BB-8D10F00A005E}">
      <dgm:prSet phldrT="[Text]"/>
      <dgm:spPr/>
      <dgm:t>
        <a:bodyPr/>
        <a:lstStyle/>
        <a:p>
          <a:r>
            <a:rPr lang="en-US" dirty="0"/>
            <a:t>Demonstration of ovum in abdominal cavity</a:t>
          </a:r>
        </a:p>
      </dgm:t>
    </dgm:pt>
    <dgm:pt modelId="{7078A608-4522-493E-A3FB-FF450A15EEF9}" type="parTrans" cxnId="{879CB6A6-044A-4139-88F4-1A0DA8CF9175}">
      <dgm:prSet/>
      <dgm:spPr/>
      <dgm:t>
        <a:bodyPr/>
        <a:lstStyle/>
        <a:p>
          <a:endParaRPr lang="en-US"/>
        </a:p>
      </dgm:t>
    </dgm:pt>
    <dgm:pt modelId="{6C17D625-0672-4AB9-9683-DA48D20EF9A1}" type="sibTrans" cxnId="{879CB6A6-044A-4139-88F4-1A0DA8CF9175}">
      <dgm:prSet/>
      <dgm:spPr/>
      <dgm:t>
        <a:bodyPr/>
        <a:lstStyle/>
        <a:p>
          <a:endParaRPr lang="en-US"/>
        </a:p>
      </dgm:t>
    </dgm:pt>
    <dgm:pt modelId="{5FD62C26-DB45-42D6-AE4F-7E8F0DCB8DC6}">
      <dgm:prSet phldrT="[Text]"/>
      <dgm:spPr/>
      <dgm:t>
        <a:bodyPr/>
        <a:lstStyle/>
        <a:p>
          <a:r>
            <a:rPr lang="en-US" dirty="0"/>
            <a:t>After ovulation, progesterone is high and fern pattern does not form</a:t>
          </a:r>
        </a:p>
      </dgm:t>
    </dgm:pt>
    <dgm:pt modelId="{CCEBEA62-30EE-441B-8BA0-E3FC71532BEB}" type="parTrans" cxnId="{FDADD1A8-E803-43C1-917B-513DDEBD2363}">
      <dgm:prSet/>
      <dgm:spPr/>
      <dgm:t>
        <a:bodyPr/>
        <a:lstStyle/>
        <a:p>
          <a:endParaRPr lang="en-US"/>
        </a:p>
      </dgm:t>
    </dgm:pt>
    <dgm:pt modelId="{C16ECED7-3D96-4685-9584-43EF8EDC3B5C}" type="sibTrans" cxnId="{FDADD1A8-E803-43C1-917B-513DDEBD2363}">
      <dgm:prSet/>
      <dgm:spPr/>
      <dgm:t>
        <a:bodyPr/>
        <a:lstStyle/>
        <a:p>
          <a:endParaRPr lang="en-US"/>
        </a:p>
      </dgm:t>
    </dgm:pt>
    <dgm:pt modelId="{49E949A6-A404-4024-B01A-D7174247DFC1}">
      <dgm:prSet phldrT="[Text]"/>
      <dgm:spPr/>
      <dgm:t>
        <a:bodyPr/>
        <a:lstStyle/>
        <a:p>
          <a:r>
            <a:rPr lang="en-US" dirty="0"/>
            <a:t>Vaginal cytology</a:t>
          </a:r>
        </a:p>
      </dgm:t>
    </dgm:pt>
    <dgm:pt modelId="{3CF33E96-32DC-4F60-92C9-9876938D7798}" type="parTrans" cxnId="{AA23A0EA-C269-407F-A0A6-188DF4855544}">
      <dgm:prSet/>
      <dgm:spPr/>
      <dgm:t>
        <a:bodyPr/>
        <a:lstStyle/>
        <a:p>
          <a:endParaRPr lang="en-US"/>
        </a:p>
      </dgm:t>
    </dgm:pt>
    <dgm:pt modelId="{4DF7B83E-AA87-45B8-98B1-C3A307052BF9}" type="sibTrans" cxnId="{AA23A0EA-C269-407F-A0A6-188DF4855544}">
      <dgm:prSet/>
      <dgm:spPr/>
      <dgm:t>
        <a:bodyPr/>
        <a:lstStyle/>
        <a:p>
          <a:endParaRPr lang="en-US"/>
        </a:p>
      </dgm:t>
    </dgm:pt>
    <dgm:pt modelId="{23D6D0B6-DB08-4120-A0E7-C543A22EEE4D}">
      <dgm:prSet phldrT="[Text]"/>
      <dgm:spPr/>
      <dgm:t>
        <a:bodyPr/>
        <a:lstStyle/>
        <a:p>
          <a:r>
            <a:rPr lang="en-US" dirty="0"/>
            <a:t>Proliferative phase- </a:t>
          </a:r>
          <a:r>
            <a:rPr lang="en-US" dirty="0" err="1"/>
            <a:t>Oestrogen</a:t>
          </a:r>
          <a:r>
            <a:rPr lang="en-US" dirty="0"/>
            <a:t> high- Keratinization more</a:t>
          </a:r>
        </a:p>
      </dgm:t>
    </dgm:pt>
    <dgm:pt modelId="{3076FD1C-3FE7-43D7-854D-05FB1195A0AC}" type="parTrans" cxnId="{F3357878-B204-4466-84B2-4051586631E1}">
      <dgm:prSet/>
      <dgm:spPr/>
      <dgm:t>
        <a:bodyPr/>
        <a:lstStyle/>
        <a:p>
          <a:endParaRPr lang="en-US"/>
        </a:p>
      </dgm:t>
    </dgm:pt>
    <dgm:pt modelId="{983967DC-C812-4D6B-A62E-09B362E83289}" type="sibTrans" cxnId="{F3357878-B204-4466-84B2-4051586631E1}">
      <dgm:prSet/>
      <dgm:spPr/>
      <dgm:t>
        <a:bodyPr/>
        <a:lstStyle/>
        <a:p>
          <a:endParaRPr lang="en-US"/>
        </a:p>
      </dgm:t>
    </dgm:pt>
    <dgm:pt modelId="{D767E2AC-AEE5-4618-BA10-60CADE0C388B}">
      <dgm:prSet phldrT="[Text]"/>
      <dgm:spPr/>
      <dgm:t>
        <a:bodyPr/>
        <a:lstStyle/>
        <a:p>
          <a:r>
            <a:rPr lang="en-US" dirty="0" err="1"/>
            <a:t>Secrertory</a:t>
          </a:r>
          <a:r>
            <a:rPr lang="en-US" dirty="0"/>
            <a:t> phase- progesterone high- wet, less keratinization</a:t>
          </a:r>
        </a:p>
      </dgm:t>
    </dgm:pt>
    <dgm:pt modelId="{C84A8E00-2D36-444C-B831-8BFAF1B8AEA2}" type="parTrans" cxnId="{65B7B6BC-ED48-49FC-8075-BBEDAABF6D15}">
      <dgm:prSet/>
      <dgm:spPr/>
      <dgm:t>
        <a:bodyPr/>
        <a:lstStyle/>
        <a:p>
          <a:endParaRPr lang="en-US"/>
        </a:p>
      </dgm:t>
    </dgm:pt>
    <dgm:pt modelId="{F5B1F521-4378-44ED-A14F-EE6285704A9B}" type="sibTrans" cxnId="{65B7B6BC-ED48-49FC-8075-BBEDAABF6D15}">
      <dgm:prSet/>
      <dgm:spPr/>
      <dgm:t>
        <a:bodyPr/>
        <a:lstStyle/>
        <a:p>
          <a:endParaRPr lang="en-US"/>
        </a:p>
      </dgm:t>
    </dgm:pt>
    <dgm:pt modelId="{6E9B141D-6406-4FC0-B2BA-A05F54FD5923}" type="pres">
      <dgm:prSet presAssocID="{103EE1E1-AE09-4B13-A2AC-8101F2AFE0AE}" presName="Name0" presStyleCnt="0">
        <dgm:presLayoutVars>
          <dgm:dir/>
          <dgm:animLvl val="lvl"/>
          <dgm:resizeHandles val="exact"/>
        </dgm:presLayoutVars>
      </dgm:prSet>
      <dgm:spPr/>
    </dgm:pt>
    <dgm:pt modelId="{0876B14F-FF85-4AA3-A407-3C7F80E7E492}" type="pres">
      <dgm:prSet presAssocID="{8A020203-1FB2-45F3-8844-F012C82622E9}" presName="linNode" presStyleCnt="0"/>
      <dgm:spPr/>
    </dgm:pt>
    <dgm:pt modelId="{338B01CF-5E9B-4D84-B9D8-D6D9FC60F6C5}" type="pres">
      <dgm:prSet presAssocID="{8A020203-1FB2-45F3-8844-F012C82622E9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161CFC2A-749C-40A0-80B4-13E10CDBB697}" type="pres">
      <dgm:prSet presAssocID="{8A020203-1FB2-45F3-8844-F012C82622E9}" presName="descendantText" presStyleLbl="alignAccFollowNode1" presStyleIdx="0" presStyleCnt="5">
        <dgm:presLayoutVars>
          <dgm:bulletEnabled val="1"/>
        </dgm:presLayoutVars>
      </dgm:prSet>
      <dgm:spPr/>
    </dgm:pt>
    <dgm:pt modelId="{BD44A815-CDDA-45D8-AABD-2E94E5E03325}" type="pres">
      <dgm:prSet presAssocID="{99597BAC-C893-4A60-A0D2-0086609F92D7}" presName="sp" presStyleCnt="0"/>
      <dgm:spPr/>
    </dgm:pt>
    <dgm:pt modelId="{EB19A7FF-88AC-4E00-9032-F07625A534D4}" type="pres">
      <dgm:prSet presAssocID="{0C78D0E8-D638-4486-81CC-403875E1B08E}" presName="linNode" presStyleCnt="0"/>
      <dgm:spPr/>
    </dgm:pt>
    <dgm:pt modelId="{E3B88221-832F-45EA-A4B0-9BA3D014C830}" type="pres">
      <dgm:prSet presAssocID="{0C78D0E8-D638-4486-81CC-403875E1B08E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9E58DF4E-AA24-436B-8181-FE0A2B9D1EC9}" type="pres">
      <dgm:prSet presAssocID="{0C78D0E8-D638-4486-81CC-403875E1B08E}" presName="descendantText" presStyleLbl="alignAccFollowNode1" presStyleIdx="1" presStyleCnt="5">
        <dgm:presLayoutVars>
          <dgm:bulletEnabled val="1"/>
        </dgm:presLayoutVars>
      </dgm:prSet>
      <dgm:spPr/>
    </dgm:pt>
    <dgm:pt modelId="{C015CB6A-F24C-450F-8155-B5C5EF9F0D1C}" type="pres">
      <dgm:prSet presAssocID="{3908051E-9880-40FF-B671-A2AA39CE7347}" presName="sp" presStyleCnt="0"/>
      <dgm:spPr/>
    </dgm:pt>
    <dgm:pt modelId="{30E7768C-D3E4-4B37-9904-02CDD73C5325}" type="pres">
      <dgm:prSet presAssocID="{9CC99701-F0F1-4848-827D-531888569085}" presName="linNode" presStyleCnt="0"/>
      <dgm:spPr/>
    </dgm:pt>
    <dgm:pt modelId="{97305922-DF4E-4FBA-B0AE-CA655405DCAA}" type="pres">
      <dgm:prSet presAssocID="{9CC99701-F0F1-4848-827D-531888569085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BD5F5842-6117-469D-B617-0735ABD357D7}" type="pres">
      <dgm:prSet presAssocID="{9CC99701-F0F1-4848-827D-531888569085}" presName="descendantText" presStyleLbl="alignAccFollowNode1" presStyleIdx="2" presStyleCnt="5">
        <dgm:presLayoutVars>
          <dgm:bulletEnabled val="1"/>
        </dgm:presLayoutVars>
      </dgm:prSet>
      <dgm:spPr/>
    </dgm:pt>
    <dgm:pt modelId="{A5A22EA0-5AFF-44AB-8F8C-57198691AAA1}" type="pres">
      <dgm:prSet presAssocID="{43984371-D1CA-4325-9F30-FEDAEA48188B}" presName="sp" presStyleCnt="0"/>
      <dgm:spPr/>
    </dgm:pt>
    <dgm:pt modelId="{6A8BC3F2-CDA2-4325-BB3D-2F0E3EC78B6F}" type="pres">
      <dgm:prSet presAssocID="{9D5B5C8F-3115-4E5F-A0C9-317A3E738700}" presName="linNode" presStyleCnt="0"/>
      <dgm:spPr/>
    </dgm:pt>
    <dgm:pt modelId="{E164906F-89EB-4E3F-AF65-C7595AAE165C}" type="pres">
      <dgm:prSet presAssocID="{9D5B5C8F-3115-4E5F-A0C9-317A3E738700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E831FB11-382D-4391-9843-5AC3FB4E8827}" type="pres">
      <dgm:prSet presAssocID="{9D5B5C8F-3115-4E5F-A0C9-317A3E738700}" presName="descendantText" presStyleLbl="alignAccFollowNode1" presStyleIdx="3" presStyleCnt="5">
        <dgm:presLayoutVars>
          <dgm:bulletEnabled val="1"/>
        </dgm:presLayoutVars>
      </dgm:prSet>
      <dgm:spPr/>
    </dgm:pt>
    <dgm:pt modelId="{B65E919C-0681-45FF-ACB7-AA5FF95B928C}" type="pres">
      <dgm:prSet presAssocID="{75DE8056-9326-490A-8FCF-F1DBE4AB9E56}" presName="sp" presStyleCnt="0"/>
      <dgm:spPr/>
    </dgm:pt>
    <dgm:pt modelId="{E3A54B7D-CA26-427D-BCF1-BB2EC3293E34}" type="pres">
      <dgm:prSet presAssocID="{49E949A6-A404-4024-B01A-D7174247DFC1}" presName="linNode" presStyleCnt="0"/>
      <dgm:spPr/>
    </dgm:pt>
    <dgm:pt modelId="{F1A2C0FC-E31D-44FB-A319-EE109F486B21}" type="pres">
      <dgm:prSet presAssocID="{49E949A6-A404-4024-B01A-D7174247DFC1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9F7976B5-96BF-43B9-93D9-A08E7E65515E}" type="pres">
      <dgm:prSet presAssocID="{49E949A6-A404-4024-B01A-D7174247DFC1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0B1B8F0B-173C-44F5-8AC2-6319B51A1A9E}" type="presOf" srcId="{0C78D0E8-D638-4486-81CC-403875E1B08E}" destId="{E3B88221-832F-45EA-A4B0-9BA3D014C830}" srcOrd="0" destOrd="0" presId="urn:microsoft.com/office/officeart/2005/8/layout/vList5"/>
    <dgm:cxn modelId="{CF9BA821-F291-481E-944D-6DCBFB7CDAD2}" srcId="{103EE1E1-AE09-4B13-A2AC-8101F2AFE0AE}" destId="{0C78D0E8-D638-4486-81CC-403875E1B08E}" srcOrd="1" destOrd="0" parTransId="{FBA603CD-2AAF-4E5B-A736-2F431F0910C2}" sibTransId="{3908051E-9880-40FF-B671-A2AA39CE7347}"/>
    <dgm:cxn modelId="{69FE8B23-16F5-43A7-964F-C7B66FF93C93}" type="presOf" srcId="{8A020203-1FB2-45F3-8844-F012C82622E9}" destId="{338B01CF-5E9B-4D84-B9D8-D6D9FC60F6C5}" srcOrd="0" destOrd="0" presId="urn:microsoft.com/office/officeart/2005/8/layout/vList5"/>
    <dgm:cxn modelId="{3135E326-7A38-4E95-B39C-903CEAAAF3DC}" type="presOf" srcId="{D767E2AC-AEE5-4618-BA10-60CADE0C388B}" destId="{9F7976B5-96BF-43B9-93D9-A08E7E65515E}" srcOrd="0" destOrd="1" presId="urn:microsoft.com/office/officeart/2005/8/layout/vList5"/>
    <dgm:cxn modelId="{7A16F237-2382-4D26-9EC2-3BC1AAA723BA}" srcId="{0C78D0E8-D638-4486-81CC-403875E1B08E}" destId="{8F70C65C-6E1A-4827-85A1-B6169CDF5CD6}" srcOrd="0" destOrd="0" parTransId="{E1BBC819-10E6-4FDD-8673-E41EB0C67F00}" sibTransId="{C12BE036-2818-4A97-AD3D-35355F7E753C}"/>
    <dgm:cxn modelId="{C6116D3E-DE6E-45FD-BFD7-7872662CFDFB}" type="presOf" srcId="{77CADD22-8660-4100-A4BB-8D10F00A005E}" destId="{E831FB11-382D-4391-9843-5AC3FB4E8827}" srcOrd="0" destOrd="0" presId="urn:microsoft.com/office/officeart/2005/8/layout/vList5"/>
    <dgm:cxn modelId="{C6E76465-0D46-4843-AD38-87FBC85DBC07}" type="presOf" srcId="{8E7F5135-D216-4A83-B283-F383164796E5}" destId="{BD5F5842-6117-469D-B617-0735ABD357D7}" srcOrd="0" destOrd="0" presId="urn:microsoft.com/office/officeart/2005/8/layout/vList5"/>
    <dgm:cxn modelId="{9A66EB66-DC0F-4D2F-8E34-0DFA3EC500BB}" srcId="{103EE1E1-AE09-4B13-A2AC-8101F2AFE0AE}" destId="{9CC99701-F0F1-4848-827D-531888569085}" srcOrd="2" destOrd="0" parTransId="{D415F87F-8881-4BB4-B663-49F9C1A6BE36}" sibTransId="{43984371-D1CA-4325-9F30-FEDAEA48188B}"/>
    <dgm:cxn modelId="{ADE8F748-9406-4F3F-A81E-B76506B146EB}" srcId="{103EE1E1-AE09-4B13-A2AC-8101F2AFE0AE}" destId="{9D5B5C8F-3115-4E5F-A0C9-317A3E738700}" srcOrd="3" destOrd="0" parTransId="{00757F03-B9F0-4BCD-B9BD-0ECF16AE3DAB}" sibTransId="{75DE8056-9326-490A-8FCF-F1DBE4AB9E56}"/>
    <dgm:cxn modelId="{222C194F-C46F-4DA7-BFB5-A2F1E2D25229}" type="presOf" srcId="{8F70C65C-6E1A-4827-85A1-B6169CDF5CD6}" destId="{9E58DF4E-AA24-436B-8181-FE0A2B9D1EC9}" srcOrd="0" destOrd="0" presId="urn:microsoft.com/office/officeart/2005/8/layout/vList5"/>
    <dgm:cxn modelId="{76B3EA53-2DDC-47B9-AF10-A755E0B35798}" type="presOf" srcId="{23D6D0B6-DB08-4120-A0E7-C543A22EEE4D}" destId="{9F7976B5-96BF-43B9-93D9-A08E7E65515E}" srcOrd="0" destOrd="0" presId="urn:microsoft.com/office/officeart/2005/8/layout/vList5"/>
    <dgm:cxn modelId="{F3357878-B204-4466-84B2-4051586631E1}" srcId="{49E949A6-A404-4024-B01A-D7174247DFC1}" destId="{23D6D0B6-DB08-4120-A0E7-C543A22EEE4D}" srcOrd="0" destOrd="0" parTransId="{3076FD1C-3FE7-43D7-854D-05FB1195A0AC}" sibTransId="{983967DC-C812-4D6B-A62E-09B362E83289}"/>
    <dgm:cxn modelId="{3A96B493-2BD7-4671-8921-474F8C53562C}" type="presOf" srcId="{9D5B5C8F-3115-4E5F-A0C9-317A3E738700}" destId="{E164906F-89EB-4E3F-AF65-C7595AAE165C}" srcOrd="0" destOrd="0" presId="urn:microsoft.com/office/officeart/2005/8/layout/vList5"/>
    <dgm:cxn modelId="{C0F0679D-72ED-40E1-9F71-EF73FFC5DC45}" type="presOf" srcId="{5FD62C26-DB45-42D6-AE4F-7E8F0DCB8DC6}" destId="{161CFC2A-749C-40A0-80B4-13E10CDBB697}" srcOrd="0" destOrd="1" presId="urn:microsoft.com/office/officeart/2005/8/layout/vList5"/>
    <dgm:cxn modelId="{78F4A39E-8E89-4A36-A3EE-E922FCC103A3}" type="presOf" srcId="{49E949A6-A404-4024-B01A-D7174247DFC1}" destId="{F1A2C0FC-E31D-44FB-A319-EE109F486B21}" srcOrd="0" destOrd="0" presId="urn:microsoft.com/office/officeart/2005/8/layout/vList5"/>
    <dgm:cxn modelId="{2D20189F-47B7-4F01-AEA6-73DD66FD9243}" type="presOf" srcId="{103EE1E1-AE09-4B13-A2AC-8101F2AFE0AE}" destId="{6E9B141D-6406-4FC0-B2BA-A05F54FD5923}" srcOrd="0" destOrd="0" presId="urn:microsoft.com/office/officeart/2005/8/layout/vList5"/>
    <dgm:cxn modelId="{879CB6A6-044A-4139-88F4-1A0DA8CF9175}" srcId="{9D5B5C8F-3115-4E5F-A0C9-317A3E738700}" destId="{77CADD22-8660-4100-A4BB-8D10F00A005E}" srcOrd="0" destOrd="0" parTransId="{7078A608-4522-493E-A3FB-FF450A15EEF9}" sibTransId="{6C17D625-0672-4AB9-9683-DA48D20EF9A1}"/>
    <dgm:cxn modelId="{FDADD1A8-E803-43C1-917B-513DDEBD2363}" srcId="{8A020203-1FB2-45F3-8844-F012C82622E9}" destId="{5FD62C26-DB45-42D6-AE4F-7E8F0DCB8DC6}" srcOrd="1" destOrd="0" parTransId="{CCEBEA62-30EE-441B-8BA0-E3FC71532BEB}" sibTransId="{C16ECED7-3D96-4685-9584-43EF8EDC3B5C}"/>
    <dgm:cxn modelId="{84DCE9B3-029E-4A05-B08C-F32D9F3CBAAA}" srcId="{9CC99701-F0F1-4848-827D-531888569085}" destId="{8E7F5135-D216-4A83-B283-F383164796E5}" srcOrd="0" destOrd="0" parTransId="{30BFD061-698D-4225-940E-CB497AACE2A6}" sibTransId="{90D04BD9-7F71-4672-AAC7-269EF1725444}"/>
    <dgm:cxn modelId="{65B7B6BC-ED48-49FC-8075-BBEDAABF6D15}" srcId="{49E949A6-A404-4024-B01A-D7174247DFC1}" destId="{D767E2AC-AEE5-4618-BA10-60CADE0C388B}" srcOrd="1" destOrd="0" parTransId="{C84A8E00-2D36-444C-B831-8BFAF1B8AEA2}" sibTransId="{F5B1F521-4378-44ED-A14F-EE6285704A9B}"/>
    <dgm:cxn modelId="{EC5721C0-A8B4-4E92-B7BD-A28D1C513261}" srcId="{103EE1E1-AE09-4B13-A2AC-8101F2AFE0AE}" destId="{8A020203-1FB2-45F3-8844-F012C82622E9}" srcOrd="0" destOrd="0" parTransId="{CF164AA2-BC04-4341-BCD6-A6C1CBA9F34A}" sibTransId="{99597BAC-C893-4A60-A0D2-0086609F92D7}"/>
    <dgm:cxn modelId="{AA23A0EA-C269-407F-A0A6-188DF4855544}" srcId="{103EE1E1-AE09-4B13-A2AC-8101F2AFE0AE}" destId="{49E949A6-A404-4024-B01A-D7174247DFC1}" srcOrd="4" destOrd="0" parTransId="{3CF33E96-32DC-4F60-92C9-9876938D7798}" sibTransId="{4DF7B83E-AA87-45B8-98B1-C3A307052BF9}"/>
    <dgm:cxn modelId="{C00470EB-EB0F-4E40-8C74-91B30D3DD04E}" type="presOf" srcId="{9CC99701-F0F1-4848-827D-531888569085}" destId="{97305922-DF4E-4FBA-B0AE-CA655405DCAA}" srcOrd="0" destOrd="0" presId="urn:microsoft.com/office/officeart/2005/8/layout/vList5"/>
    <dgm:cxn modelId="{74CC60F5-A3E6-4300-87D5-81E5B53663A3}" srcId="{8A020203-1FB2-45F3-8844-F012C82622E9}" destId="{C799C681-151C-4883-9ADE-702CAA7E7AC7}" srcOrd="0" destOrd="0" parTransId="{E72AC443-2A65-4C55-8CF5-25D409EAE5F9}" sibTransId="{5A7E546D-EB26-4C8B-97AE-A37DE55418E4}"/>
    <dgm:cxn modelId="{1504EBFB-0496-44B7-9AAC-AE6F572A96DE}" type="presOf" srcId="{C799C681-151C-4883-9ADE-702CAA7E7AC7}" destId="{161CFC2A-749C-40A0-80B4-13E10CDBB697}" srcOrd="0" destOrd="0" presId="urn:microsoft.com/office/officeart/2005/8/layout/vList5"/>
    <dgm:cxn modelId="{50EAC5D6-6053-4394-8C99-CD39A2E1A87F}" type="presParOf" srcId="{6E9B141D-6406-4FC0-B2BA-A05F54FD5923}" destId="{0876B14F-FF85-4AA3-A407-3C7F80E7E492}" srcOrd="0" destOrd="0" presId="urn:microsoft.com/office/officeart/2005/8/layout/vList5"/>
    <dgm:cxn modelId="{4A5F33BF-7E29-4BB1-85C4-D13B909E80D5}" type="presParOf" srcId="{0876B14F-FF85-4AA3-A407-3C7F80E7E492}" destId="{338B01CF-5E9B-4D84-B9D8-D6D9FC60F6C5}" srcOrd="0" destOrd="0" presId="urn:microsoft.com/office/officeart/2005/8/layout/vList5"/>
    <dgm:cxn modelId="{7AF228AF-6F5E-4ED3-8AA1-E9223A0716E6}" type="presParOf" srcId="{0876B14F-FF85-4AA3-A407-3C7F80E7E492}" destId="{161CFC2A-749C-40A0-80B4-13E10CDBB697}" srcOrd="1" destOrd="0" presId="urn:microsoft.com/office/officeart/2005/8/layout/vList5"/>
    <dgm:cxn modelId="{95CDCE2A-CB25-4C55-9582-6F6F0D5CB920}" type="presParOf" srcId="{6E9B141D-6406-4FC0-B2BA-A05F54FD5923}" destId="{BD44A815-CDDA-45D8-AABD-2E94E5E03325}" srcOrd="1" destOrd="0" presId="urn:microsoft.com/office/officeart/2005/8/layout/vList5"/>
    <dgm:cxn modelId="{7B55DEA4-54FE-4C2D-AF1F-61BDBE39D4EB}" type="presParOf" srcId="{6E9B141D-6406-4FC0-B2BA-A05F54FD5923}" destId="{EB19A7FF-88AC-4E00-9032-F07625A534D4}" srcOrd="2" destOrd="0" presId="urn:microsoft.com/office/officeart/2005/8/layout/vList5"/>
    <dgm:cxn modelId="{3E6EACBB-8B96-4802-B44A-A65708225BB9}" type="presParOf" srcId="{EB19A7FF-88AC-4E00-9032-F07625A534D4}" destId="{E3B88221-832F-45EA-A4B0-9BA3D014C830}" srcOrd="0" destOrd="0" presId="urn:microsoft.com/office/officeart/2005/8/layout/vList5"/>
    <dgm:cxn modelId="{A600568F-E31B-42BD-92F5-A0896202A4FC}" type="presParOf" srcId="{EB19A7FF-88AC-4E00-9032-F07625A534D4}" destId="{9E58DF4E-AA24-436B-8181-FE0A2B9D1EC9}" srcOrd="1" destOrd="0" presId="urn:microsoft.com/office/officeart/2005/8/layout/vList5"/>
    <dgm:cxn modelId="{2C22B84E-C73A-4A07-BB6E-B46F765FB734}" type="presParOf" srcId="{6E9B141D-6406-4FC0-B2BA-A05F54FD5923}" destId="{C015CB6A-F24C-450F-8155-B5C5EF9F0D1C}" srcOrd="3" destOrd="0" presId="urn:microsoft.com/office/officeart/2005/8/layout/vList5"/>
    <dgm:cxn modelId="{6EA8D5E1-E8C4-43CC-9331-02B1EBD20F0B}" type="presParOf" srcId="{6E9B141D-6406-4FC0-B2BA-A05F54FD5923}" destId="{30E7768C-D3E4-4B37-9904-02CDD73C5325}" srcOrd="4" destOrd="0" presId="urn:microsoft.com/office/officeart/2005/8/layout/vList5"/>
    <dgm:cxn modelId="{8B107867-6259-404B-97A8-B998AA9B8C89}" type="presParOf" srcId="{30E7768C-D3E4-4B37-9904-02CDD73C5325}" destId="{97305922-DF4E-4FBA-B0AE-CA655405DCAA}" srcOrd="0" destOrd="0" presId="urn:microsoft.com/office/officeart/2005/8/layout/vList5"/>
    <dgm:cxn modelId="{231D0FE4-D502-4E43-ADE1-7D047D13C3B7}" type="presParOf" srcId="{30E7768C-D3E4-4B37-9904-02CDD73C5325}" destId="{BD5F5842-6117-469D-B617-0735ABD357D7}" srcOrd="1" destOrd="0" presId="urn:microsoft.com/office/officeart/2005/8/layout/vList5"/>
    <dgm:cxn modelId="{436DCC21-0EDB-4C1E-89B0-09B06CBC5927}" type="presParOf" srcId="{6E9B141D-6406-4FC0-B2BA-A05F54FD5923}" destId="{A5A22EA0-5AFF-44AB-8F8C-57198691AAA1}" srcOrd="5" destOrd="0" presId="urn:microsoft.com/office/officeart/2005/8/layout/vList5"/>
    <dgm:cxn modelId="{3841905A-19E0-445E-8A2F-3FD9436C6472}" type="presParOf" srcId="{6E9B141D-6406-4FC0-B2BA-A05F54FD5923}" destId="{6A8BC3F2-CDA2-4325-BB3D-2F0E3EC78B6F}" srcOrd="6" destOrd="0" presId="urn:microsoft.com/office/officeart/2005/8/layout/vList5"/>
    <dgm:cxn modelId="{243EA266-2E2D-418F-8FBE-6A8F5475AB9B}" type="presParOf" srcId="{6A8BC3F2-CDA2-4325-BB3D-2F0E3EC78B6F}" destId="{E164906F-89EB-4E3F-AF65-C7595AAE165C}" srcOrd="0" destOrd="0" presId="urn:microsoft.com/office/officeart/2005/8/layout/vList5"/>
    <dgm:cxn modelId="{0FD5AACC-698E-44D7-B76C-C7D8FC127131}" type="presParOf" srcId="{6A8BC3F2-CDA2-4325-BB3D-2F0E3EC78B6F}" destId="{E831FB11-382D-4391-9843-5AC3FB4E8827}" srcOrd="1" destOrd="0" presId="urn:microsoft.com/office/officeart/2005/8/layout/vList5"/>
    <dgm:cxn modelId="{31CFA4D5-49B4-4810-9646-3B94043A6CBA}" type="presParOf" srcId="{6E9B141D-6406-4FC0-B2BA-A05F54FD5923}" destId="{B65E919C-0681-45FF-ACB7-AA5FF95B928C}" srcOrd="7" destOrd="0" presId="urn:microsoft.com/office/officeart/2005/8/layout/vList5"/>
    <dgm:cxn modelId="{174FD781-C3B7-4734-B720-9D7A7E5FA098}" type="presParOf" srcId="{6E9B141D-6406-4FC0-B2BA-A05F54FD5923}" destId="{E3A54B7D-CA26-427D-BCF1-BB2EC3293E34}" srcOrd="8" destOrd="0" presId="urn:microsoft.com/office/officeart/2005/8/layout/vList5"/>
    <dgm:cxn modelId="{CB2BEF8C-B0BF-4367-A96A-0EBE363C8C46}" type="presParOf" srcId="{E3A54B7D-CA26-427D-BCF1-BB2EC3293E34}" destId="{F1A2C0FC-E31D-44FB-A319-EE109F486B21}" srcOrd="0" destOrd="0" presId="urn:microsoft.com/office/officeart/2005/8/layout/vList5"/>
    <dgm:cxn modelId="{104A0755-6E46-407D-BE60-9AD5058B701D}" type="presParOf" srcId="{E3A54B7D-CA26-427D-BCF1-BB2EC3293E34}" destId="{9F7976B5-96BF-43B9-93D9-A08E7E65515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DA7FFD-F519-4718-A172-F610DD42858D}">
      <dsp:nvSpPr>
        <dsp:cNvPr id="0" name=""/>
        <dsp:cNvSpPr/>
      </dsp:nvSpPr>
      <dsp:spPr>
        <a:xfrm>
          <a:off x="9992" y="1528628"/>
          <a:ext cx="2986511" cy="23614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Primordial germ cells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Migrate into ovary from the yolk sac of the embryo</a:t>
          </a:r>
        </a:p>
      </dsp:txBody>
      <dsp:txXfrm>
        <a:off x="79155" y="1597791"/>
        <a:ext cx="2848185" cy="2223084"/>
      </dsp:txXfrm>
    </dsp:sp>
    <dsp:sp modelId="{7E429EAF-7469-49D8-B744-08ABDE3CE6C4}">
      <dsp:nvSpPr>
        <dsp:cNvPr id="0" name=""/>
        <dsp:cNvSpPr/>
      </dsp:nvSpPr>
      <dsp:spPr>
        <a:xfrm>
          <a:off x="3295154" y="2339006"/>
          <a:ext cx="633140" cy="7406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3295154" y="2487137"/>
        <a:ext cx="443198" cy="444392"/>
      </dsp:txXfrm>
    </dsp:sp>
    <dsp:sp modelId="{2FF25AD6-48B4-4FC5-A00A-E3A3AC96514A}">
      <dsp:nvSpPr>
        <dsp:cNvPr id="0" name=""/>
        <dsp:cNvSpPr/>
      </dsp:nvSpPr>
      <dsp:spPr>
        <a:xfrm>
          <a:off x="4191107" y="1556904"/>
          <a:ext cx="2986511" cy="23048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Oogonia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Primordial germ cells undergo multiple times mitosis to form oogonia (Primordial ova) </a:t>
          </a:r>
        </a:p>
      </dsp:txBody>
      <dsp:txXfrm>
        <a:off x="4258614" y="1624411"/>
        <a:ext cx="2851497" cy="2169843"/>
      </dsp:txXfrm>
    </dsp:sp>
    <dsp:sp modelId="{C5F26D03-AB29-4A10-AB03-B2E1E0D0202B}">
      <dsp:nvSpPr>
        <dsp:cNvPr id="0" name=""/>
        <dsp:cNvSpPr/>
      </dsp:nvSpPr>
      <dsp:spPr>
        <a:xfrm>
          <a:off x="7476269" y="2339006"/>
          <a:ext cx="633140" cy="7406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7476269" y="2487137"/>
        <a:ext cx="443198" cy="444392"/>
      </dsp:txXfrm>
    </dsp:sp>
    <dsp:sp modelId="{E02B18AF-C9F5-41A9-B85A-ABC42ABAB0ED}">
      <dsp:nvSpPr>
        <dsp:cNvPr id="0" name=""/>
        <dsp:cNvSpPr/>
      </dsp:nvSpPr>
      <dsp:spPr>
        <a:xfrm>
          <a:off x="8372222" y="1481492"/>
          <a:ext cx="2986511" cy="24556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Primordial Follicle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Oogonia surrounded by a single layer of cells of ovarian stroma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The primary oocyte arrest in Prophase-1 of meiosis 1 till puberty</a:t>
          </a:r>
        </a:p>
      </dsp:txBody>
      <dsp:txXfrm>
        <a:off x="8444146" y="1553416"/>
        <a:ext cx="2842663" cy="23118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3B8451-68E3-45CA-9EF4-67307EFBEF97}">
      <dsp:nvSpPr>
        <dsp:cNvPr id="0" name=""/>
        <dsp:cNvSpPr/>
      </dsp:nvSpPr>
      <dsp:spPr>
        <a:xfrm>
          <a:off x="9030" y="1899558"/>
          <a:ext cx="2699251" cy="16195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7</a:t>
          </a:r>
          <a:r>
            <a:rPr lang="en-US" sz="2400" kern="1200" baseline="30000" dirty="0"/>
            <a:t>th</a:t>
          </a:r>
          <a:r>
            <a:rPr lang="en-US" sz="2400" kern="1200" dirty="0"/>
            <a:t> month of gestation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u="sng" kern="1200" dirty="0"/>
            <a:t>7 million germ cells</a:t>
          </a:r>
        </a:p>
      </dsp:txBody>
      <dsp:txXfrm>
        <a:off x="56465" y="1946993"/>
        <a:ext cx="2604381" cy="1524680"/>
      </dsp:txXfrm>
    </dsp:sp>
    <dsp:sp modelId="{955D05A9-5193-4E71-BAA8-1D83B9796B70}">
      <dsp:nvSpPr>
        <dsp:cNvPr id="0" name=""/>
        <dsp:cNvSpPr/>
      </dsp:nvSpPr>
      <dsp:spPr>
        <a:xfrm>
          <a:off x="2978207" y="2374626"/>
          <a:ext cx="572241" cy="6694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978207" y="2508509"/>
        <a:ext cx="400569" cy="401648"/>
      </dsp:txXfrm>
    </dsp:sp>
    <dsp:sp modelId="{8E01FB07-C925-4931-B319-2AD7ABF18666}">
      <dsp:nvSpPr>
        <dsp:cNvPr id="0" name=""/>
        <dsp:cNvSpPr/>
      </dsp:nvSpPr>
      <dsp:spPr>
        <a:xfrm>
          <a:off x="3787982" y="1899558"/>
          <a:ext cx="2699251" cy="16195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At birth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u="sng" kern="1200" dirty="0"/>
            <a:t>2 million germ cells</a:t>
          </a:r>
        </a:p>
      </dsp:txBody>
      <dsp:txXfrm>
        <a:off x="3835417" y="1946993"/>
        <a:ext cx="2604381" cy="1524680"/>
      </dsp:txXfrm>
    </dsp:sp>
    <dsp:sp modelId="{726A0BFA-C566-40E5-9D2A-18A7114A4AD0}">
      <dsp:nvSpPr>
        <dsp:cNvPr id="0" name=""/>
        <dsp:cNvSpPr/>
      </dsp:nvSpPr>
      <dsp:spPr>
        <a:xfrm>
          <a:off x="6757159" y="2374626"/>
          <a:ext cx="572241" cy="6694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757159" y="2508509"/>
        <a:ext cx="400569" cy="401648"/>
      </dsp:txXfrm>
    </dsp:sp>
    <dsp:sp modelId="{820381F0-12F8-4742-A0C3-BEEF91270FAB}">
      <dsp:nvSpPr>
        <dsp:cNvPr id="0" name=""/>
        <dsp:cNvSpPr/>
      </dsp:nvSpPr>
      <dsp:spPr>
        <a:xfrm>
          <a:off x="7566934" y="1899558"/>
          <a:ext cx="2699251" cy="16195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At Puberty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u="sng" kern="1200" dirty="0"/>
            <a:t>Only 3,00,000 germ cells</a:t>
          </a:r>
        </a:p>
      </dsp:txBody>
      <dsp:txXfrm>
        <a:off x="7614369" y="1946993"/>
        <a:ext cx="2604381" cy="15246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B02145-4A3F-4522-B9F4-B6C604A1174A}">
      <dsp:nvSpPr>
        <dsp:cNvPr id="0" name=""/>
        <dsp:cNvSpPr/>
      </dsp:nvSpPr>
      <dsp:spPr>
        <a:xfrm>
          <a:off x="7143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Follicular Phase</a:t>
          </a:r>
        </a:p>
      </dsp:txBody>
      <dsp:txXfrm>
        <a:off x="44665" y="2106299"/>
        <a:ext cx="2060143" cy="1206068"/>
      </dsp:txXfrm>
    </dsp:sp>
    <dsp:sp modelId="{55ABE78D-10D9-4266-9747-953B49325F2D}">
      <dsp:nvSpPr>
        <dsp:cNvPr id="0" name=""/>
        <dsp:cNvSpPr/>
      </dsp:nvSpPr>
      <dsp:spPr>
        <a:xfrm>
          <a:off x="2355850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2355850" y="2550475"/>
        <a:ext cx="316861" cy="317716"/>
      </dsp:txXfrm>
    </dsp:sp>
    <dsp:sp modelId="{A0237A31-A00F-4C1B-85AA-7443D22C2133}">
      <dsp:nvSpPr>
        <dsp:cNvPr id="0" name=""/>
        <dsp:cNvSpPr/>
      </dsp:nvSpPr>
      <dsp:spPr>
        <a:xfrm>
          <a:off x="2996406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Ovulation</a:t>
          </a:r>
        </a:p>
      </dsp:txBody>
      <dsp:txXfrm>
        <a:off x="3033928" y="2106299"/>
        <a:ext cx="2060143" cy="1206068"/>
      </dsp:txXfrm>
    </dsp:sp>
    <dsp:sp modelId="{0BC0254F-0D36-4C61-882E-F1D9B244119B}">
      <dsp:nvSpPr>
        <dsp:cNvPr id="0" name=""/>
        <dsp:cNvSpPr/>
      </dsp:nvSpPr>
      <dsp:spPr>
        <a:xfrm>
          <a:off x="5345112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345112" y="2550475"/>
        <a:ext cx="316861" cy="317716"/>
      </dsp:txXfrm>
    </dsp:sp>
    <dsp:sp modelId="{D0403B94-EF2B-4A35-ABAE-BB9426DB6184}">
      <dsp:nvSpPr>
        <dsp:cNvPr id="0" name=""/>
        <dsp:cNvSpPr/>
      </dsp:nvSpPr>
      <dsp:spPr>
        <a:xfrm>
          <a:off x="5985668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Luteal Phase</a:t>
          </a:r>
        </a:p>
      </dsp:txBody>
      <dsp:txXfrm>
        <a:off x="6023190" y="2106299"/>
        <a:ext cx="2060143" cy="12060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883EB0-6375-49AE-9E5B-67960D6381E8}">
      <dsp:nvSpPr>
        <dsp:cNvPr id="0" name=""/>
        <dsp:cNvSpPr/>
      </dsp:nvSpPr>
      <dsp:spPr>
        <a:xfrm rot="5400000">
          <a:off x="-265736" y="270750"/>
          <a:ext cx="1771576" cy="124010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Primordial Follicle</a:t>
          </a:r>
        </a:p>
      </dsp:txBody>
      <dsp:txXfrm rot="-5400000">
        <a:off x="1" y="625066"/>
        <a:ext cx="1240103" cy="531473"/>
      </dsp:txXfrm>
    </dsp:sp>
    <dsp:sp modelId="{F2E5B20E-E943-49B2-A0AC-C38E7C85DF99}">
      <dsp:nvSpPr>
        <dsp:cNvPr id="0" name=""/>
        <dsp:cNvSpPr/>
      </dsp:nvSpPr>
      <dsp:spPr>
        <a:xfrm rot="5400000">
          <a:off x="5302089" y="-4056971"/>
          <a:ext cx="1151524" cy="927549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Present since 4-5 month post-conception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Quiescent or Least Biological Activity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Contains oocyte with single layer of granulosa cells</a:t>
          </a:r>
        </a:p>
      </dsp:txBody>
      <dsp:txXfrm rot="-5400000">
        <a:off x="1240104" y="61227"/>
        <a:ext cx="9219283" cy="1039098"/>
      </dsp:txXfrm>
    </dsp:sp>
    <dsp:sp modelId="{CC3E20B9-52FB-45C3-8B1F-EBC3079E1959}">
      <dsp:nvSpPr>
        <dsp:cNvPr id="0" name=""/>
        <dsp:cNvSpPr/>
      </dsp:nvSpPr>
      <dsp:spPr>
        <a:xfrm rot="5400000">
          <a:off x="-265736" y="1900037"/>
          <a:ext cx="1771576" cy="124010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Primary Follicle</a:t>
          </a:r>
        </a:p>
      </dsp:txBody>
      <dsp:txXfrm rot="-5400000">
        <a:off x="1" y="2254353"/>
        <a:ext cx="1240103" cy="531473"/>
      </dsp:txXfrm>
    </dsp:sp>
    <dsp:sp modelId="{1DF80B2B-AE96-4540-9C94-37CC3829EAC0}">
      <dsp:nvSpPr>
        <dsp:cNvPr id="0" name=""/>
        <dsp:cNvSpPr/>
      </dsp:nvSpPr>
      <dsp:spPr>
        <a:xfrm rot="5400000">
          <a:off x="5302089" y="-2427685"/>
          <a:ext cx="1151524" cy="927549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Ovum diameter doubled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Proliferation of granulosa cells (due to action of FSH)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Zona pellucida develops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Contains enzymes to help sperm penetration</a:t>
          </a:r>
        </a:p>
      </dsp:txBody>
      <dsp:txXfrm rot="-5400000">
        <a:off x="1240104" y="1690513"/>
        <a:ext cx="9219283" cy="1039098"/>
      </dsp:txXfrm>
    </dsp:sp>
    <dsp:sp modelId="{4D1F97FE-7EE6-486F-B6ED-82FAF21CC15C}">
      <dsp:nvSpPr>
        <dsp:cNvPr id="0" name=""/>
        <dsp:cNvSpPr/>
      </dsp:nvSpPr>
      <dsp:spPr>
        <a:xfrm rot="5400000">
          <a:off x="-265736" y="3529323"/>
          <a:ext cx="1771576" cy="124010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Secondary Follicle </a:t>
          </a:r>
        </a:p>
      </dsp:txBody>
      <dsp:txXfrm rot="-5400000">
        <a:off x="1" y="3883639"/>
        <a:ext cx="1240103" cy="531473"/>
      </dsp:txXfrm>
    </dsp:sp>
    <dsp:sp modelId="{8EC0AC7F-81D4-4862-9F63-859F841DC518}">
      <dsp:nvSpPr>
        <dsp:cNvPr id="0" name=""/>
        <dsp:cNvSpPr/>
      </dsp:nvSpPr>
      <dsp:spPr>
        <a:xfrm rot="5400000">
          <a:off x="5302089" y="-798398"/>
          <a:ext cx="1151524" cy="927549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Appearance of theca cells in discrete layers (Interna and Externa)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Formation of antral cavity</a:t>
          </a:r>
        </a:p>
      </dsp:txBody>
      <dsp:txXfrm rot="-5400000">
        <a:off x="1240104" y="3319800"/>
        <a:ext cx="9219283" cy="1039098"/>
      </dsp:txXfrm>
    </dsp:sp>
    <dsp:sp modelId="{3AE993BE-3A53-4C01-B12D-ABA4A114C128}">
      <dsp:nvSpPr>
        <dsp:cNvPr id="0" name=""/>
        <dsp:cNvSpPr/>
      </dsp:nvSpPr>
      <dsp:spPr>
        <a:xfrm rot="5400000">
          <a:off x="-265736" y="5158609"/>
          <a:ext cx="1771576" cy="124010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Fully Mature Antral Follicle</a:t>
          </a:r>
        </a:p>
      </dsp:txBody>
      <dsp:txXfrm rot="-5400000">
        <a:off x="1" y="5512925"/>
        <a:ext cx="1240103" cy="531473"/>
      </dsp:txXfrm>
    </dsp:sp>
    <dsp:sp modelId="{DDF2A1BD-FC40-408C-A787-DFC2280C1CF6}">
      <dsp:nvSpPr>
        <dsp:cNvPr id="0" name=""/>
        <dsp:cNvSpPr/>
      </dsp:nvSpPr>
      <dsp:spPr>
        <a:xfrm rot="5400000">
          <a:off x="5302089" y="830887"/>
          <a:ext cx="1151524" cy="927549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Also known as Graafian follicle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Different cells respond to FSH and LH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Ready for ovulation</a:t>
          </a:r>
        </a:p>
      </dsp:txBody>
      <dsp:txXfrm rot="-5400000">
        <a:off x="1240104" y="4949086"/>
        <a:ext cx="9219283" cy="103909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1CFC2A-749C-40A0-80B4-13E10CDBB697}">
      <dsp:nvSpPr>
        <dsp:cNvPr id="0" name=""/>
        <dsp:cNvSpPr/>
      </dsp:nvSpPr>
      <dsp:spPr>
        <a:xfrm rot="5400000">
          <a:off x="6910543" y="-2842643"/>
          <a:ext cx="1043516" cy="699510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1 to 2 days after ovulation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Progesterone acts on hypothalamus increasing the set point</a:t>
          </a:r>
        </a:p>
      </dsp:txBody>
      <dsp:txXfrm rot="-5400000">
        <a:off x="3934748" y="184092"/>
        <a:ext cx="6944167" cy="941636"/>
      </dsp:txXfrm>
    </dsp:sp>
    <dsp:sp modelId="{338B01CF-5E9B-4D84-B9D8-D6D9FC60F6C5}">
      <dsp:nvSpPr>
        <dsp:cNvPr id="0" name=""/>
        <dsp:cNvSpPr/>
      </dsp:nvSpPr>
      <dsp:spPr>
        <a:xfrm>
          <a:off x="0" y="2711"/>
          <a:ext cx="3934747" cy="1304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Increase in body temperature 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(0.5 degree Celsius)</a:t>
          </a:r>
        </a:p>
      </dsp:txBody>
      <dsp:txXfrm>
        <a:off x="63675" y="66386"/>
        <a:ext cx="3807397" cy="1177045"/>
      </dsp:txXfrm>
    </dsp:sp>
    <dsp:sp modelId="{9E58DF4E-AA24-436B-8181-FE0A2B9D1EC9}">
      <dsp:nvSpPr>
        <dsp:cNvPr id="0" name=""/>
        <dsp:cNvSpPr/>
      </dsp:nvSpPr>
      <dsp:spPr>
        <a:xfrm rot="5400000">
          <a:off x="6910543" y="-1473027"/>
          <a:ext cx="1043516" cy="699510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Due to leakage of blood in abdominal cavity during ovulation</a:t>
          </a:r>
        </a:p>
      </dsp:txBody>
      <dsp:txXfrm rot="-5400000">
        <a:off x="3934748" y="1553708"/>
        <a:ext cx="6944167" cy="941636"/>
      </dsp:txXfrm>
    </dsp:sp>
    <dsp:sp modelId="{E3B88221-832F-45EA-A4B0-9BA3D014C830}">
      <dsp:nvSpPr>
        <dsp:cNvPr id="0" name=""/>
        <dsp:cNvSpPr/>
      </dsp:nvSpPr>
      <dsp:spPr>
        <a:xfrm>
          <a:off x="0" y="1372327"/>
          <a:ext cx="3934747" cy="1304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Lower abdominal pain 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(Mittelschmerz)</a:t>
          </a:r>
        </a:p>
      </dsp:txBody>
      <dsp:txXfrm>
        <a:off x="63675" y="1436002"/>
        <a:ext cx="3807397" cy="1177045"/>
      </dsp:txXfrm>
    </dsp:sp>
    <dsp:sp modelId="{BD5F5842-6117-469D-B617-0735ABD357D7}">
      <dsp:nvSpPr>
        <dsp:cNvPr id="0" name=""/>
        <dsp:cNvSpPr/>
      </dsp:nvSpPr>
      <dsp:spPr>
        <a:xfrm rot="5400000">
          <a:off x="6910543" y="-103412"/>
          <a:ext cx="1043516" cy="699510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Immunological test</a:t>
          </a:r>
        </a:p>
      </dsp:txBody>
      <dsp:txXfrm rot="-5400000">
        <a:off x="3934748" y="2923323"/>
        <a:ext cx="6944167" cy="941636"/>
      </dsp:txXfrm>
    </dsp:sp>
    <dsp:sp modelId="{97305922-DF4E-4FBA-B0AE-CA655405DCAA}">
      <dsp:nvSpPr>
        <dsp:cNvPr id="0" name=""/>
        <dsp:cNvSpPr/>
      </dsp:nvSpPr>
      <dsp:spPr>
        <a:xfrm>
          <a:off x="0" y="2741943"/>
          <a:ext cx="3934747" cy="1304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LH surge</a:t>
          </a:r>
        </a:p>
      </dsp:txBody>
      <dsp:txXfrm>
        <a:off x="63675" y="2805618"/>
        <a:ext cx="3807397" cy="1177045"/>
      </dsp:txXfrm>
    </dsp:sp>
    <dsp:sp modelId="{E831FB11-382D-4391-9843-5AC3FB4E8827}">
      <dsp:nvSpPr>
        <dsp:cNvPr id="0" name=""/>
        <dsp:cNvSpPr/>
      </dsp:nvSpPr>
      <dsp:spPr>
        <a:xfrm rot="5400000">
          <a:off x="6910543" y="1266203"/>
          <a:ext cx="1043516" cy="699510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Estrogen makes cervical mucus elastic. In luteal phase it becomes cellular and thick by progesterone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err="1"/>
            <a:t>Spinnbarkeit</a:t>
          </a:r>
          <a:r>
            <a:rPr lang="en-US" sz="1900" kern="1200" dirty="0"/>
            <a:t> Phenomenon</a:t>
          </a:r>
        </a:p>
      </dsp:txBody>
      <dsp:txXfrm rot="-5400000">
        <a:off x="3934748" y="4292938"/>
        <a:ext cx="6944167" cy="941636"/>
      </dsp:txXfrm>
    </dsp:sp>
    <dsp:sp modelId="{E164906F-89EB-4E3F-AF65-C7595AAE165C}">
      <dsp:nvSpPr>
        <dsp:cNvPr id="0" name=""/>
        <dsp:cNvSpPr/>
      </dsp:nvSpPr>
      <dsp:spPr>
        <a:xfrm>
          <a:off x="0" y="4111559"/>
          <a:ext cx="3934747" cy="1304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Cervical mucus test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(Decrease in viscosity of mucus)</a:t>
          </a:r>
        </a:p>
      </dsp:txBody>
      <dsp:txXfrm>
        <a:off x="63675" y="4175234"/>
        <a:ext cx="3807397" cy="11770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1CFC2A-749C-40A0-80B4-13E10CDBB697}">
      <dsp:nvSpPr>
        <dsp:cNvPr id="0" name=""/>
        <dsp:cNvSpPr/>
      </dsp:nvSpPr>
      <dsp:spPr>
        <a:xfrm rot="5400000">
          <a:off x="7015847" y="-2974604"/>
          <a:ext cx="832908" cy="699510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When cervical mucus is smeared on a slide, it dries like a fern pattern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After ovulation, progesterone is high and fern pattern does not form</a:t>
          </a:r>
        </a:p>
      </dsp:txBody>
      <dsp:txXfrm rot="-5400000">
        <a:off x="3934748" y="147154"/>
        <a:ext cx="6954448" cy="751590"/>
      </dsp:txXfrm>
    </dsp:sp>
    <dsp:sp modelId="{338B01CF-5E9B-4D84-B9D8-D6D9FC60F6C5}">
      <dsp:nvSpPr>
        <dsp:cNvPr id="0" name=""/>
        <dsp:cNvSpPr/>
      </dsp:nvSpPr>
      <dsp:spPr>
        <a:xfrm>
          <a:off x="0" y="2381"/>
          <a:ext cx="3934747" cy="10411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Fern test</a:t>
          </a:r>
        </a:p>
      </dsp:txBody>
      <dsp:txXfrm>
        <a:off x="50824" y="53205"/>
        <a:ext cx="3833099" cy="939487"/>
      </dsp:txXfrm>
    </dsp:sp>
    <dsp:sp modelId="{9E58DF4E-AA24-436B-8181-FE0A2B9D1EC9}">
      <dsp:nvSpPr>
        <dsp:cNvPr id="0" name=""/>
        <dsp:cNvSpPr/>
      </dsp:nvSpPr>
      <dsp:spPr>
        <a:xfrm rot="5400000">
          <a:off x="7015847" y="-1881412"/>
          <a:ext cx="832908" cy="699510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Secretive/ Proliferative changes</a:t>
          </a:r>
        </a:p>
      </dsp:txBody>
      <dsp:txXfrm rot="-5400000">
        <a:off x="3934748" y="1240346"/>
        <a:ext cx="6954448" cy="751590"/>
      </dsp:txXfrm>
    </dsp:sp>
    <dsp:sp modelId="{E3B88221-832F-45EA-A4B0-9BA3D014C830}">
      <dsp:nvSpPr>
        <dsp:cNvPr id="0" name=""/>
        <dsp:cNvSpPr/>
      </dsp:nvSpPr>
      <dsp:spPr>
        <a:xfrm>
          <a:off x="0" y="1095573"/>
          <a:ext cx="3934747" cy="10411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Endometrial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biopsy</a:t>
          </a:r>
        </a:p>
      </dsp:txBody>
      <dsp:txXfrm>
        <a:off x="50824" y="1146397"/>
        <a:ext cx="3833099" cy="939487"/>
      </dsp:txXfrm>
    </dsp:sp>
    <dsp:sp modelId="{BD5F5842-6117-469D-B617-0735ABD357D7}">
      <dsp:nvSpPr>
        <dsp:cNvPr id="0" name=""/>
        <dsp:cNvSpPr/>
      </dsp:nvSpPr>
      <dsp:spPr>
        <a:xfrm rot="5400000">
          <a:off x="7015847" y="-788220"/>
          <a:ext cx="832908" cy="699510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Monitoring growth of Follicle</a:t>
          </a:r>
        </a:p>
      </dsp:txBody>
      <dsp:txXfrm rot="-5400000">
        <a:off x="3934748" y="2333538"/>
        <a:ext cx="6954448" cy="751590"/>
      </dsp:txXfrm>
    </dsp:sp>
    <dsp:sp modelId="{97305922-DF4E-4FBA-B0AE-CA655405DCAA}">
      <dsp:nvSpPr>
        <dsp:cNvPr id="0" name=""/>
        <dsp:cNvSpPr/>
      </dsp:nvSpPr>
      <dsp:spPr>
        <a:xfrm>
          <a:off x="0" y="2188765"/>
          <a:ext cx="3934747" cy="10411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Ultrasound</a:t>
          </a:r>
        </a:p>
      </dsp:txBody>
      <dsp:txXfrm>
        <a:off x="50824" y="2239589"/>
        <a:ext cx="3833099" cy="939487"/>
      </dsp:txXfrm>
    </dsp:sp>
    <dsp:sp modelId="{E831FB11-382D-4391-9843-5AC3FB4E8827}">
      <dsp:nvSpPr>
        <dsp:cNvPr id="0" name=""/>
        <dsp:cNvSpPr/>
      </dsp:nvSpPr>
      <dsp:spPr>
        <a:xfrm rot="5400000">
          <a:off x="7015847" y="304972"/>
          <a:ext cx="832908" cy="699510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Demonstration of ovum in abdominal cavity</a:t>
          </a:r>
        </a:p>
      </dsp:txBody>
      <dsp:txXfrm rot="-5400000">
        <a:off x="3934748" y="3426731"/>
        <a:ext cx="6954448" cy="751590"/>
      </dsp:txXfrm>
    </dsp:sp>
    <dsp:sp modelId="{E164906F-89EB-4E3F-AF65-C7595AAE165C}">
      <dsp:nvSpPr>
        <dsp:cNvPr id="0" name=""/>
        <dsp:cNvSpPr/>
      </dsp:nvSpPr>
      <dsp:spPr>
        <a:xfrm>
          <a:off x="0" y="3281958"/>
          <a:ext cx="3934747" cy="10411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Laparoscopy</a:t>
          </a:r>
        </a:p>
      </dsp:txBody>
      <dsp:txXfrm>
        <a:off x="50824" y="3332782"/>
        <a:ext cx="3833099" cy="939487"/>
      </dsp:txXfrm>
    </dsp:sp>
    <dsp:sp modelId="{9F7976B5-96BF-43B9-93D9-A08E7E65515E}">
      <dsp:nvSpPr>
        <dsp:cNvPr id="0" name=""/>
        <dsp:cNvSpPr/>
      </dsp:nvSpPr>
      <dsp:spPr>
        <a:xfrm rot="5400000">
          <a:off x="7015847" y="1398164"/>
          <a:ext cx="832908" cy="699510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Proliferative phase- </a:t>
          </a:r>
          <a:r>
            <a:rPr lang="en-US" sz="1800" kern="1200" dirty="0" err="1"/>
            <a:t>Oestrogen</a:t>
          </a:r>
          <a:r>
            <a:rPr lang="en-US" sz="1800" kern="1200" dirty="0"/>
            <a:t> high- Keratinization more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Secrertory</a:t>
          </a:r>
          <a:r>
            <a:rPr lang="en-US" sz="1800" kern="1200" dirty="0"/>
            <a:t> phase- progesterone high- wet, less keratinization</a:t>
          </a:r>
        </a:p>
      </dsp:txBody>
      <dsp:txXfrm rot="-5400000">
        <a:off x="3934748" y="4519923"/>
        <a:ext cx="6954448" cy="751590"/>
      </dsp:txXfrm>
    </dsp:sp>
    <dsp:sp modelId="{F1A2C0FC-E31D-44FB-A319-EE109F486B21}">
      <dsp:nvSpPr>
        <dsp:cNvPr id="0" name=""/>
        <dsp:cNvSpPr/>
      </dsp:nvSpPr>
      <dsp:spPr>
        <a:xfrm>
          <a:off x="0" y="4375150"/>
          <a:ext cx="3934747" cy="10411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Vaginal cytology</a:t>
          </a:r>
        </a:p>
      </dsp:txBody>
      <dsp:txXfrm>
        <a:off x="50824" y="4425974"/>
        <a:ext cx="3833099" cy="9394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245E2-9E9A-9824-3E2A-E9A120C4D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6D413-F378-4890-F14D-EDE6D7E60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6EFE6-2588-D367-08C7-914CC4D39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F9652-95D3-4ACA-813C-A5FA4D23F5E7}" type="datetimeFigureOut">
              <a:rPr lang="en-US" smtClean="0"/>
              <a:t>26-Jun-25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14018-26AD-4478-65C5-B781B8CDB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59560-AFA1-E0BA-0E3C-7BAF4C19B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8B07-2201-4EFB-8D62-F4503EA12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28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F551A-F6C8-2F05-7A36-5AF1B1FE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AE095-F11F-8EC5-77DF-E804F4361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F13B-23DE-378B-9A3F-5AFC6187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F9652-95D3-4ACA-813C-A5FA4D23F5E7}" type="datetimeFigureOut">
              <a:rPr lang="en-US" smtClean="0"/>
              <a:t>26-Jun-25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71816-397C-1B4F-85A8-F5579C166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3FB7D-8CBB-586D-3100-B4DCA6601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8B07-2201-4EFB-8D62-F4503EA12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513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CED57-6B7A-428C-DEE0-3FB3849E5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BA62A-2A93-F299-3AC7-10937B103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67289-A13C-C482-DF75-B76672314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F9652-95D3-4ACA-813C-A5FA4D23F5E7}" type="datetimeFigureOut">
              <a:rPr lang="en-US" smtClean="0"/>
              <a:t>26-Jun-25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0D88B-46A0-F030-8A11-50FA991F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61A7A-A77C-CAF1-1A0A-3B158934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8B07-2201-4EFB-8D62-F4503EA12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706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396B2-E775-0510-AFE5-9AB90BC33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CFF0B-01DD-C51F-084A-8F0153BD64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8C7FA-C118-CFBC-6F7C-873ACF9BD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326B3-8AC2-B695-4503-ABCA73B52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F9652-95D3-4ACA-813C-A5FA4D23F5E7}" type="datetimeFigureOut">
              <a:rPr lang="en-US" smtClean="0"/>
              <a:t>26-Jun-25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DAFF8-3418-D999-849D-3ED782D74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14DFC-6F1C-0C86-44D3-CC410D9D6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8B07-2201-4EFB-8D62-F4503EA12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026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A64F0-EC39-D080-CAA4-6C262CD1E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DC1B5-3193-9627-5209-E95F5B386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1DAF7-B647-71F7-1D42-5476C4D0A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F7778D-2BAD-AB5F-94A3-3CE1568218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8A2747-458F-7DCB-B7AC-418A53C98D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23BA84-29FB-B359-9A9F-EBB8A9E3D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F9652-95D3-4ACA-813C-A5FA4D23F5E7}" type="datetimeFigureOut">
              <a:rPr lang="en-US" smtClean="0"/>
              <a:t>26-Jun-25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CB660E-3206-A041-2357-873E984B5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8CCB7-22E9-2274-B424-91844383F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8B07-2201-4EFB-8D62-F4503EA12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35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102A6-60C1-5865-3855-06B587FCE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EAE93F-308E-FEDD-75FC-2660F8BF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F9652-95D3-4ACA-813C-A5FA4D23F5E7}" type="datetimeFigureOut">
              <a:rPr lang="en-US" smtClean="0"/>
              <a:t>26-Jun-25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BC226C-FAC9-C076-6957-42C4828D9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263645-5910-F102-1B75-AB32A00E8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8B07-2201-4EFB-8D62-F4503EA12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26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D9F8F-E34B-DCFC-FFA3-25227FB78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F9652-95D3-4ACA-813C-A5FA4D23F5E7}" type="datetimeFigureOut">
              <a:rPr lang="en-US" smtClean="0"/>
              <a:t>26-Jun-25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C444EB-2B93-ED04-6982-13EC5EABF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6278D-00EC-F569-04B8-2615315C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8B07-2201-4EFB-8D62-F4503EA12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25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FDFD1-409E-5216-22AC-B3707332F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D32B2-7DA3-9989-C7BC-0B20CD364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D8A96-894F-CC26-243F-7824E97F0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B785F-97CF-C620-3832-258028F10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F9652-95D3-4ACA-813C-A5FA4D23F5E7}" type="datetimeFigureOut">
              <a:rPr lang="en-US" smtClean="0"/>
              <a:t>26-Jun-25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FE2D3-4C15-FCCB-C852-522BC25CD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5D00A-C20A-F55C-BE0A-15C7FC9C4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8B07-2201-4EFB-8D62-F4503EA12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47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9C8DA-A24E-3870-2BE0-44668DE2E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B171E9-D2A2-38C7-1047-EA6E47A74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1C911-F03B-F8AD-15BA-11208E4E9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F35A7-DAA7-5E87-0DFB-D102827A2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F9652-95D3-4ACA-813C-A5FA4D23F5E7}" type="datetimeFigureOut">
              <a:rPr lang="en-US" smtClean="0"/>
              <a:t>26-Jun-25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6C469-CA8B-16B6-23A8-6ACAEB169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EC92B-1DC1-A5A2-D61A-FE6B56598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8B07-2201-4EFB-8D62-F4503EA12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8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F49F3-6C90-2CF2-D334-6B25CB2BF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CD0118-671B-4C7A-4A42-7AFFB98AC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2E4C0-DF59-3094-F2CB-2486CAC3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F9652-95D3-4ACA-813C-A5FA4D23F5E7}" type="datetimeFigureOut">
              <a:rPr lang="en-US" smtClean="0"/>
              <a:t>26-Jun-25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F381E-6958-E759-ABA1-53477A32D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90D98-BBEE-9ADE-0372-2BBF8882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8B07-2201-4EFB-8D62-F4503EA12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56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2B510-7E00-71E8-6FFA-4A3C94FCC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B18019-E14F-5FA4-2F71-4EA4C7BE9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9CA90-2F73-65A6-7AEB-8C9B271D8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F9652-95D3-4ACA-813C-A5FA4D23F5E7}" type="datetimeFigureOut">
              <a:rPr lang="en-US" smtClean="0"/>
              <a:t>26-Jun-25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802E2-D1BC-D039-4A86-FD099697F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FBC1C-0675-F7AB-B573-1DE8A912F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A8B07-2201-4EFB-8D62-F4503EA12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56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C55C1B-C50C-C78F-9DA6-A04A7AA53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28B60C-E92A-74D8-D17C-EA90E6583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2F4C2-F16A-A891-B28C-34BBF38AD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F9652-95D3-4ACA-813C-A5FA4D23F5E7}" type="datetimeFigureOut">
              <a:rPr lang="en-US" smtClean="0"/>
              <a:t>26-Jun-25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BB3F4-A405-1282-A681-768DDC50CA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D686E-4FDA-CDEA-110F-AD484CA8A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A8B07-2201-4EFB-8D62-F4503EA12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80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A97AD-C529-07CC-2F63-111DBCBFA8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Ovulation and Oogenesis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9E8FDC-A207-7976-72B5-0327516B4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81148"/>
            <a:ext cx="9144000" cy="1780666"/>
          </a:xfrm>
        </p:spPr>
        <p:txBody>
          <a:bodyPr>
            <a:normAutofit fontScale="62500" lnSpcReduction="20000"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26-06-2025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Yerra Vishnu Akhil Raj Kumar 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Resident, AIIMS 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Bibinagar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MBBS- AIIMS Patna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Bio-Design Fellow- IIT Hyderabad</a:t>
            </a:r>
          </a:p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 Physiology- AIIMS Raipur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57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1BE9A-3640-2B7C-B983-4AC844A42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854952A-597D-8953-5B25-C1799D0327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61536"/>
              </p:ext>
            </p:extLst>
          </p:nvPr>
        </p:nvGraphicFramePr>
        <p:xfrm>
          <a:off x="377072" y="757374"/>
          <a:ext cx="11368726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9745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F973B-0014-57B4-F9CE-CBC412F0D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84CB679-A55C-7249-523D-797212112D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0179458"/>
              </p:ext>
            </p:extLst>
          </p:nvPr>
        </p:nvGraphicFramePr>
        <p:xfrm>
          <a:off x="958391" y="1027906"/>
          <a:ext cx="1027521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6417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118CE0-2208-A165-88BB-D38927BD9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 Puberty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DC74A9-9747-9A9F-9BF2-95C2E1FD3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meiotic division completes- Forms one secondary oocyte and first polar body</a:t>
            </a:r>
          </a:p>
          <a:p>
            <a:r>
              <a:rPr lang="en-US" dirty="0"/>
              <a:t>Female reproductive monthly cycles (both ovarian and endometrial) starts</a:t>
            </a:r>
          </a:p>
        </p:txBody>
      </p:sp>
    </p:spTree>
    <p:extLst>
      <p:ext uri="{BB962C8B-B14F-4D97-AF65-F5344CB8AC3E}">
        <p14:creationId xmlns:p14="http://schemas.microsoft.com/office/powerpoint/2010/main" val="1363391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1B4BE9-A69A-6260-7B0B-37F572E16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DC8BD-D523-4401-D980-07DE43BBC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C9D68E-62A5-8A0D-CCD3-D878CE9E19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50"/>
          <a:stretch>
            <a:fillRect/>
          </a:stretch>
        </p:blipFill>
        <p:spPr>
          <a:xfrm>
            <a:off x="2216869" y="188740"/>
            <a:ext cx="7758261" cy="64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72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96E81-3B13-45DD-E0AC-CA008E5F6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Female reproductive monthly cycle= Menstrual Cycle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44690-AA18-7C74-D3E6-C1B245877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Ovarian Cycle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1F8BC0-D4F3-843D-53D4-B1D48BEF06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Formation of ovum from primordial follicles.</a:t>
            </a:r>
          </a:p>
          <a:p>
            <a:r>
              <a:rPr lang="en-US" dirty="0"/>
              <a:t>Secretion of female sex hormones. (Estrogen and Progesterone)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B4907F-D49D-7740-6D07-657E2CB9B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Uterine Cycle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08BDCF-969B-E006-0D76-14B066C1C51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Action of estrogen and progesterone released act on uterine endometrium </a:t>
            </a:r>
          </a:p>
          <a:p>
            <a:r>
              <a:rPr lang="en-US" dirty="0"/>
              <a:t>If pregnancy, the endometrial layer is shed</a:t>
            </a:r>
          </a:p>
        </p:txBody>
      </p:sp>
    </p:spTree>
    <p:extLst>
      <p:ext uri="{BB962C8B-B14F-4D97-AF65-F5344CB8AC3E}">
        <p14:creationId xmlns:p14="http://schemas.microsoft.com/office/powerpoint/2010/main" val="2860197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FCAE0-F38D-31B4-43AD-B03E83FFD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5AAC89-C1C0-9517-73BC-9C5C73DE8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190" y="2766218"/>
            <a:ext cx="10797619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Ovarian cycle</a:t>
            </a:r>
          </a:p>
        </p:txBody>
      </p:sp>
    </p:spTree>
    <p:extLst>
      <p:ext uri="{BB962C8B-B14F-4D97-AF65-F5344CB8AC3E}">
        <p14:creationId xmlns:p14="http://schemas.microsoft.com/office/powerpoint/2010/main" val="2339509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572DF-C3D9-1E0B-D827-FEF79460D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Phases of ovarian cycle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5B496F3-4DE3-28D1-F171-8A423B1039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083533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4949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AAF7-77F9-CEFB-AFA9-5F30BD0C0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Follicular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209EC-E3E8-918A-A49B-D66702EE7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0390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Oocyte differentiates into mature egg and this process is called Oogenesis.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472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A0BB0-B8EC-45A6-FE64-4D731BE80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73444F1-0947-1F4A-0C28-404BE173C8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7350654"/>
              </p:ext>
            </p:extLst>
          </p:nvPr>
        </p:nvGraphicFramePr>
        <p:xfrm>
          <a:off x="838200" y="188537"/>
          <a:ext cx="10515600" cy="6669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0099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4F1CC2-8B63-FD08-CA2A-28ED553A8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922" y="507251"/>
            <a:ext cx="8447651" cy="45444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FBF7DF-05D6-01BE-F2AD-E7C4E1B19B7E}"/>
              </a:ext>
            </a:extLst>
          </p:cNvPr>
          <p:cNvSpPr txBox="1"/>
          <p:nvPr/>
        </p:nvSpPr>
        <p:spPr>
          <a:xfrm>
            <a:off x="1555422" y="5590095"/>
            <a:ext cx="9539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Granulosa cells convert androgen and progesterone synthetized by theca cells to </a:t>
            </a:r>
            <a:r>
              <a:rPr lang="en-US" dirty="0" err="1"/>
              <a:t>oestrogen</a:t>
            </a:r>
            <a:r>
              <a:rPr lang="en-US" dirty="0"/>
              <a:t> by enzyme aromatase  </a:t>
            </a:r>
          </a:p>
        </p:txBody>
      </p:sp>
    </p:spTree>
    <p:extLst>
      <p:ext uri="{BB962C8B-B14F-4D97-AF65-F5344CB8AC3E}">
        <p14:creationId xmlns:p14="http://schemas.microsoft.com/office/powerpoint/2010/main" val="3887987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E5613C-DE7D-F63C-8AB7-7F04F137A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573" y="223390"/>
            <a:ext cx="7906853" cy="641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119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6DDEE-81FE-BC62-4BFC-B69EAF44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651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Ovulation</a:t>
            </a:r>
          </a:p>
        </p:txBody>
      </p:sp>
    </p:spTree>
    <p:extLst>
      <p:ext uri="{BB962C8B-B14F-4D97-AF65-F5344CB8AC3E}">
        <p14:creationId xmlns:p14="http://schemas.microsoft.com/office/powerpoint/2010/main" val="250857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4CAD4-CC64-1EAF-C725-BD5937F23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B2423D-05D0-7937-EE41-08BA4C641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955" y="182562"/>
            <a:ext cx="4696090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300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215E5-3CAA-50AE-9798-159CAB2D5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2A57BA-827A-280A-1AAA-971107AB2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707" y="109074"/>
            <a:ext cx="4372585" cy="663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998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8DA0DF-C031-9CCC-0A65-0163D77C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LH Surge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D9C48-4A45-2BDF-804A-454FDA9EF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Oestrogen</a:t>
            </a:r>
            <a:r>
              <a:rPr lang="en-US" dirty="0"/>
              <a:t> secreted at 200pg/ml or greater for more than 48 hours causes LH surge.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523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41CD1-F3E2-8409-D00F-5BF87BBDD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AEEB2-877C-3841-194C-7D098E69B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CCEC8D3-6BDA-2A7D-285D-660B98200566}"/>
              </a:ext>
            </a:extLst>
          </p:cNvPr>
          <p:cNvSpPr/>
          <p:nvPr/>
        </p:nvSpPr>
        <p:spPr>
          <a:xfrm>
            <a:off x="4402318" y="216816"/>
            <a:ext cx="3525624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Ovulation</a:t>
            </a:r>
          </a:p>
          <a:p>
            <a:pPr algn="ctr"/>
            <a:r>
              <a:rPr lang="en-US" dirty="0"/>
              <a:t>Luteinizing hormone surge</a:t>
            </a:r>
          </a:p>
          <a:p>
            <a:pPr algn="ctr"/>
            <a:r>
              <a:rPr lang="en-US" dirty="0"/>
              <a:t>(Peaks 16 hours before ovulation)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B75432-21D2-1552-69E0-67817FEFF67C}"/>
              </a:ext>
            </a:extLst>
          </p:cNvPr>
          <p:cNvSpPr/>
          <p:nvPr/>
        </p:nvSpPr>
        <p:spPr>
          <a:xfrm>
            <a:off x="5148606" y="1864102"/>
            <a:ext cx="1894787" cy="5623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Progesterone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50E7843-9BF0-44F1-8FF0-001DAD37A810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165130" y="1542379"/>
            <a:ext cx="0" cy="3217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C0E1FE9-2BDE-637C-1B27-88E5A65051FD}"/>
              </a:ext>
            </a:extLst>
          </p:cNvPr>
          <p:cNvSpPr/>
          <p:nvPr/>
        </p:nvSpPr>
        <p:spPr>
          <a:xfrm>
            <a:off x="1206630" y="2718948"/>
            <a:ext cx="2491818" cy="9906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Proteolytic enzymes</a:t>
            </a:r>
          </a:p>
          <a:p>
            <a:pPr algn="ctr"/>
            <a:r>
              <a:rPr lang="en-US" dirty="0"/>
              <a:t>(collagenase)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37A4D3-6972-3F76-6114-599FA8C4CEC7}"/>
              </a:ext>
            </a:extLst>
          </p:cNvPr>
          <p:cNvSpPr/>
          <p:nvPr/>
        </p:nvSpPr>
        <p:spPr>
          <a:xfrm>
            <a:off x="8493553" y="2610391"/>
            <a:ext cx="2758912" cy="10992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Follicular hyperemia and prostaglandin secretion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8F20DA1-63B3-5CA6-14B9-7DFD1E27497B}"/>
              </a:ext>
            </a:extLst>
          </p:cNvPr>
          <p:cNvCxnSpPr>
            <a:cxnSpLocks/>
          </p:cNvCxnSpPr>
          <p:nvPr/>
        </p:nvCxnSpPr>
        <p:spPr>
          <a:xfrm flipH="1">
            <a:off x="3516198" y="2426420"/>
            <a:ext cx="1632408" cy="2925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79A537-6E5B-8029-22AA-4CB2742FBDCD}"/>
              </a:ext>
            </a:extLst>
          </p:cNvPr>
          <p:cNvCxnSpPr>
            <a:cxnSpLocks/>
          </p:cNvCxnSpPr>
          <p:nvPr/>
        </p:nvCxnSpPr>
        <p:spPr>
          <a:xfrm>
            <a:off x="7063818" y="2363249"/>
            <a:ext cx="1618269" cy="24714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EF1FC22-5154-1C75-53DA-0D037453B47E}"/>
              </a:ext>
            </a:extLst>
          </p:cNvPr>
          <p:cNvSpPr/>
          <p:nvPr/>
        </p:nvSpPr>
        <p:spPr>
          <a:xfrm>
            <a:off x="1206630" y="3952631"/>
            <a:ext cx="2491818" cy="6502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Weakening of follicular wall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764DA42-8D54-EA46-5D60-F3A67335B99E}"/>
              </a:ext>
            </a:extLst>
          </p:cNvPr>
          <p:cNvSpPr/>
          <p:nvPr/>
        </p:nvSpPr>
        <p:spPr>
          <a:xfrm>
            <a:off x="1206630" y="5186315"/>
            <a:ext cx="2491818" cy="460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Disintegration at stigma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5CF47F3-72E9-E702-971A-602CADEA0802}"/>
              </a:ext>
            </a:extLst>
          </p:cNvPr>
          <p:cNvSpPr/>
          <p:nvPr/>
        </p:nvSpPr>
        <p:spPr>
          <a:xfrm>
            <a:off x="8627100" y="4001294"/>
            <a:ext cx="2491818" cy="6502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Plasma transduction into follicle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B975CD4-0A04-D602-175F-BF2FAFEA0D18}"/>
              </a:ext>
            </a:extLst>
          </p:cNvPr>
          <p:cNvSpPr/>
          <p:nvPr/>
        </p:nvSpPr>
        <p:spPr>
          <a:xfrm>
            <a:off x="8627100" y="5126879"/>
            <a:ext cx="2491818" cy="5197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Follicular swelling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0FADECD-9073-066A-BB66-E3EBA6AE6E8E}"/>
              </a:ext>
            </a:extLst>
          </p:cNvPr>
          <p:cNvSpPr/>
          <p:nvPr/>
        </p:nvSpPr>
        <p:spPr>
          <a:xfrm>
            <a:off x="4988349" y="5650536"/>
            <a:ext cx="2491818" cy="9906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Follicular rupture and release of OVUM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C09D718-CD77-4EB0-0832-EEB0C8CF9F4B}"/>
              </a:ext>
            </a:extLst>
          </p:cNvPr>
          <p:cNvCxnSpPr>
            <a:cxnSpLocks/>
          </p:cNvCxnSpPr>
          <p:nvPr/>
        </p:nvCxnSpPr>
        <p:spPr>
          <a:xfrm>
            <a:off x="2452539" y="3679571"/>
            <a:ext cx="0" cy="3217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93A729B-CC46-3ECE-F425-635B0B873C0E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2452539" y="4651582"/>
            <a:ext cx="0" cy="5347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E910E27-4A29-E2D7-E53D-5DF639C36379}"/>
              </a:ext>
            </a:extLst>
          </p:cNvPr>
          <p:cNvCxnSpPr>
            <a:cxnSpLocks/>
          </p:cNvCxnSpPr>
          <p:nvPr/>
        </p:nvCxnSpPr>
        <p:spPr>
          <a:xfrm>
            <a:off x="9873009" y="3679571"/>
            <a:ext cx="0" cy="3217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983016A-61B2-1256-ECB0-E5403FB62BBA}"/>
              </a:ext>
            </a:extLst>
          </p:cNvPr>
          <p:cNvCxnSpPr>
            <a:cxnSpLocks/>
          </p:cNvCxnSpPr>
          <p:nvPr/>
        </p:nvCxnSpPr>
        <p:spPr>
          <a:xfrm>
            <a:off x="9912287" y="4651582"/>
            <a:ext cx="0" cy="5347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6AC25FD-452A-A98D-83EE-971910EF89E4}"/>
              </a:ext>
            </a:extLst>
          </p:cNvPr>
          <p:cNvCxnSpPr>
            <a:cxnSpLocks/>
          </p:cNvCxnSpPr>
          <p:nvPr/>
        </p:nvCxnSpPr>
        <p:spPr>
          <a:xfrm>
            <a:off x="3698448" y="5485794"/>
            <a:ext cx="1289901" cy="2834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9844CB7-0F16-6FEA-F001-DDD7057D9B0B}"/>
              </a:ext>
            </a:extLst>
          </p:cNvPr>
          <p:cNvCxnSpPr>
            <a:cxnSpLocks/>
          </p:cNvCxnSpPr>
          <p:nvPr/>
        </p:nvCxnSpPr>
        <p:spPr>
          <a:xfrm flipH="1">
            <a:off x="7423608" y="5627499"/>
            <a:ext cx="1258479" cy="3014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1156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00C6CE-BD4E-43C2-C62F-AB3E72411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98463E-D82C-05F2-8B9A-567AFC6AF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43B64A-0DB5-2DEF-A740-AC5E17C6F1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2"/>
          <a:stretch>
            <a:fillRect/>
          </a:stretch>
        </p:blipFill>
        <p:spPr>
          <a:xfrm>
            <a:off x="2582945" y="681037"/>
            <a:ext cx="7158654" cy="56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061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B1B48-7441-A0D8-4798-7FF5B2A1C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DD64B7-966D-FBC4-BD6D-173FC7950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959" y="791852"/>
            <a:ext cx="10036081" cy="459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23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B3DFF8-A87B-EA7B-FAF4-9DF23D1C6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3770"/>
            <a:ext cx="10515600" cy="1325563"/>
          </a:xfrm>
        </p:spPr>
        <p:txBody>
          <a:bodyPr/>
          <a:lstStyle/>
          <a:p>
            <a:r>
              <a:rPr lang="en-US" dirty="0"/>
              <a:t>Indicators of Ovulation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FDF7EC-7E02-5C15-DA9F-C883CC3AC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142"/>
            <a:ext cx="10515600" cy="464982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F14E811-3D99-5DAF-3BD5-91BB5C0ADA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3976020"/>
              </p:ext>
            </p:extLst>
          </p:nvPr>
        </p:nvGraphicFramePr>
        <p:xfrm>
          <a:off x="631071" y="1325563"/>
          <a:ext cx="10929855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4787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ypeeDigital | eBook Reader">
            <a:extLst>
              <a:ext uri="{FF2B5EF4-FFF2-40B4-BE49-F238E27FC236}">
                <a16:creationId xmlns:a16="http://schemas.microsoft.com/office/drawing/2014/main" id="{28776A57-3B39-DBB7-7F99-47FBF3C53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25" y="147638"/>
            <a:ext cx="4095750" cy="656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551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8075F-3D3B-C447-4490-8427D0563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BD12F5-4B0F-EEC5-BE62-282A2DC60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3770"/>
            <a:ext cx="10515600" cy="1325563"/>
          </a:xfrm>
        </p:spPr>
        <p:txBody>
          <a:bodyPr/>
          <a:lstStyle/>
          <a:p>
            <a:r>
              <a:rPr lang="en-US" dirty="0"/>
              <a:t>Indicators of Ovulation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6A466-A0EE-A6FF-B3C8-C54857546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142"/>
            <a:ext cx="10515600" cy="464982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04D8BDD-68B5-30DB-5EE8-518219CA6A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8069816"/>
              </p:ext>
            </p:extLst>
          </p:nvPr>
        </p:nvGraphicFramePr>
        <p:xfrm>
          <a:off x="631071" y="1325563"/>
          <a:ext cx="10929855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42995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61FFE-6548-E18A-2A92-53E8D4624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2050" name="Picture 2" descr="2D Ultrasound in Follicle Monitoring for ART | Radiology Key">
            <a:extLst>
              <a:ext uri="{FF2B5EF4-FFF2-40B4-BE49-F238E27FC236}">
                <a16:creationId xmlns:a16="http://schemas.microsoft.com/office/drawing/2014/main" id="{0721C640-3161-9F09-A24E-2A8B420327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631" y="1169044"/>
            <a:ext cx="6730738" cy="4519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6267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2F809-D7B9-EF36-8DCF-19A6F3D9F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3039-F62B-E246-0C86-1B0B0D591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4148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1432</TotalTime>
  <Words>513</Words>
  <Application>Microsoft Office PowerPoint</Application>
  <PresentationFormat>Widescreen</PresentationFormat>
  <Paragraphs>113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Office Theme</vt:lpstr>
      <vt:lpstr>Ovulation and Oogenesis</vt:lpstr>
      <vt:lpstr> </vt:lpstr>
      <vt:lpstr>PowerPoint Presentation</vt:lpstr>
      <vt:lpstr>At Puberty</vt:lpstr>
      <vt:lpstr> </vt:lpstr>
      <vt:lpstr>Female reproductive monthly cycle= Menstrual Cycle</vt:lpstr>
      <vt:lpstr>Ovarian cycle</vt:lpstr>
      <vt:lpstr>Phases of ovarian cycle</vt:lpstr>
      <vt:lpstr>Follicular Phase</vt:lpstr>
      <vt:lpstr>  </vt:lpstr>
      <vt:lpstr>PowerPoint Presentation</vt:lpstr>
      <vt:lpstr>PowerPoint Presentation</vt:lpstr>
      <vt:lpstr>Ovulation</vt:lpstr>
      <vt:lpstr> </vt:lpstr>
      <vt:lpstr> </vt:lpstr>
      <vt:lpstr>LH Surge</vt:lpstr>
      <vt:lpstr> </vt:lpstr>
      <vt:lpstr> </vt:lpstr>
      <vt:lpstr> </vt:lpstr>
      <vt:lpstr>Indicators of Ovulation</vt:lpstr>
      <vt:lpstr>PowerPoint Presentation</vt:lpstr>
      <vt:lpstr>Indicators of Ovulation</vt:lpstr>
      <vt:lpstr>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Akhil Raj Kumar Yerra</dc:creator>
  <cp:lastModifiedBy>Vishnu Akhil Raj Kumar Yerra</cp:lastModifiedBy>
  <cp:revision>67</cp:revision>
  <dcterms:created xsi:type="dcterms:W3CDTF">2025-06-04T04:56:45Z</dcterms:created>
  <dcterms:modified xsi:type="dcterms:W3CDTF">2025-06-26T09:29:46Z</dcterms:modified>
</cp:coreProperties>
</file>