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7" r:id="rId4"/>
    <p:sldId id="259" r:id="rId5"/>
    <p:sldId id="284" r:id="rId6"/>
    <p:sldId id="258" r:id="rId7"/>
    <p:sldId id="294" r:id="rId8"/>
    <p:sldId id="295" r:id="rId9"/>
    <p:sldId id="296" r:id="rId10"/>
    <p:sldId id="278" r:id="rId11"/>
    <p:sldId id="293" r:id="rId12"/>
    <p:sldId id="289" r:id="rId13"/>
    <p:sldId id="290" r:id="rId14"/>
    <p:sldId id="291" r:id="rId15"/>
    <p:sldId id="292" r:id="rId16"/>
    <p:sldId id="282" r:id="rId17"/>
    <p:sldId id="281" r:id="rId18"/>
    <p:sldId id="298" r:id="rId19"/>
    <p:sldId id="299" r:id="rId20"/>
    <p:sldId id="300" r:id="rId21"/>
    <p:sldId id="301" r:id="rId22"/>
    <p:sldId id="302" r:id="rId23"/>
    <p:sldId id="303" r:id="rId24"/>
    <p:sldId id="297" r:id="rId25"/>
    <p:sldId id="26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12.184"/>
    </inkml:context>
    <inkml:brush xml:id="br0">
      <inkml:brushProperty name="width" value="0.035" units="cm"/>
      <inkml:brushProperty name="height" value="0.035" units="cm"/>
      <inkml:brushProperty name="color" value="#008C3A"/>
    </inkml:brush>
  </inkml:definitions>
  <inkml:trace contextRef="#ctx0" brushRef="#br0">96 76 20332,'0'0'12400,"-4"-12"-12389,-11-36-3,15 47-8,0 1 0,0-1 1,0 0-1,0 0 0,-1 1 0,1-1 1,0 0-1,0 1 0,-1-1 0,1 0 0,0 1 1,-1-1-1,1 0 0,0 1 0,-1-1 1,1 1-1,-1-1 0,1 1 0,-1-1 0,1 1 1,-1-1-1,0 1 0,1-1 0,-1 1 1,0 0-1,0-1 0,-6 10 2,-6 46-2,-1 2 0,2 0 0,3 1 0,-2 69 0,11 130-1,0-253-5,2 19 7,-2-23-5,0 1 1,0 0 0,0-1 0,0 1-1,0-1 1,0 1 0,0-1 0,1 1-1,-1-1 1,0 1 0,0-1 0,1 1-1,-1-1 1,0 1 0,1-1 0,-1 1-1,1-1 1,-1 0 0,1 1-1,-1-1 1,0 0 0,1 1 0,-1-1-1,1 0 1,-1 0 0,1 1 0,0-1-1,-1 0 1,1 0 0,-1 0 0,2 1-1,4-3-216,-2-8-345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12.854"/>
    </inkml:context>
    <inkml:brush xml:id="br0">
      <inkml:brushProperty name="width" value="0.035" units="cm"/>
      <inkml:brushProperty name="height" value="0.035" units="cm"/>
      <inkml:brushProperty name="color" value="#008C3A"/>
    </inkml:brush>
  </inkml:definitions>
  <inkml:trace contextRef="#ctx0" brushRef="#br0">0 79 32095,'0'0'624,"0"-3"-617,1 1-7,-1 1 0,1-1 0,0 0 0,0 1 0,-1 0 0,1-1 0,0 1 0,0 0 0,1-1 0,-1 1 0,0 0 1,0 0-1,1 0 0,-1 0 0,0 0 0,1 0 0,-1 0 0,1 1 0,-1-1 0,1 0 0,0 1 0,2-1 0,51-16 0,-36 12 0,21-4 0,0 2 0,1 1 0,0 2 0,0 2 0,41 4 0,-77-2 0,0 0 0,0 1-1,0-1 1,-1 1 0,1 0 0,0 0 0,0 1 0,-1 0-1,1 0 1,-1 0 0,0 0 0,1 0 0,-1 1 0,0 0-1,-1 0 1,1 0 0,0 0 0,-1 1 0,0 0 0,1-1-1,-2 1 1,4 5 0,-4-5 0,0 0 0,-1 0 0,0 0-1,1 1 1,-1-1 0,-1 1 0,1-1 0,-1 1 0,1-1-1,-1 1 1,0-1 0,-1 1 0,1-1 0,-1 0 0,0 1-1,0-1 1,-1 0 0,1 1 0,-1-1 0,0 0 0,0 0-1,0 0 1,-1 0 0,-3 5 0,-8 8 0,0-1 0,-1-1 0,-1 0 0,0-1 0,-33 21 0,7-8 0,-63 28 0,70-38 0,-98 42 0,119-51 1,87-29 6,-35 9-7,0 2 0,1 2 0,0 2 0,0 1 0,1 1 0,-1 3 0,57 5 0,-89-3 0,1 0-1,-1 1 1,0-1 0,0 2-1,0-1 1,0 1-1,0 0 1,0 0 0,-1 1-1,10 7 1,-12-8 0,0 0 0,0 1-1,-1-1 1,1 1 0,-1 0 0,0-1-1,0 1 1,-1 1 0,1-1 0,-1 0-1,0 1 1,0-1 0,0 1 0,-1 0-1,1-1 1,0 10 0,0-2 0,-2 0 0,1 0 0,-2 0 0,-2 18 0,2-24 0,0-1 0,-1 1 0,0-1 0,0 0 0,0 0 0,-1 0 0,1 0 0,-1 0 0,0 0 0,-1-1 0,-6 8 0,-9 6 1,0-1 0,-1-1 1,-1 0-1,0-2 0,-1 0 0,-36 16 0,40-23 0,0 0 0,-1 0-1,1-2 1,-1 0 0,0-2-1,0 0 1,0 0-1,-1-2 1,-25-2 0,44 1-2,0 0 1,0 0-1,0-1 0,0 1 1,0 0-1,0-1 1,0 1-1,0-1 1,0 1-1,0-1 1,1 1-1,-1-1 0,0 0 1,0 1-1,1-1 1,-1 0-1,0 0 1,1 0-1,-1 0 1,1 1-1,-1-1 0,1 0 1,-1 0-1,1 0 1,0 0-1,-1 0 1,1-1-1,-4-31-64,4 26 28,-1-19-244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13.362"/>
    </inkml:context>
    <inkml:brush xml:id="br0">
      <inkml:brushProperty name="width" value="0.035" units="cm"/>
      <inkml:brushProperty name="height" value="0.035" units="cm"/>
      <inkml:brushProperty name="color" value="#008C3A"/>
    </inkml:brush>
  </inkml:definitions>
  <inkml:trace contextRef="#ctx0" brushRef="#br0">1 0 30519,'0'0'2171,"0"10"-2150,0 121-16,3 277 22,-1-379-27,9 47 0,-1-19 7,-10-56-7,0 0-1,0-1 1,-1 0 0,1 1-1,0-1 1,0 1 0,0-1 0,0 0-1,0 1 1,0-1 0,1 0 0,-1 1-1,0-1 1,0 1 0,0-1 0,0 0-1,0 1 1,1-1 0,-1 0 0,0 1-1,0-1 1,0 0 0,1 0-1,-1 1 1,0-1 0,0 0 0,1 0-1,-1 1 1,0-1 0,1 0 0,-1 0-1,0 0 1,1 1 0,-1-1 0,1 0-1,0 1-24,-1-15-170,0-5-238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13.728"/>
    </inkml:context>
    <inkml:brush xml:id="br0">
      <inkml:brushProperty name="width" value="0.035" units="cm"/>
      <inkml:brushProperty name="height" value="0.035" units="cm"/>
      <inkml:brushProperty name="color" value="#008C3A"/>
    </inkml:brush>
  </inkml:definitions>
  <inkml:trace contextRef="#ctx0" brushRef="#br0">0 1 32175,'0'0'496,"0"20"-487,1 136 19,19 327 7,-8-384-39,-12-98-16,-5-2-112,-9-1-184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13.968"/>
    </inkml:context>
    <inkml:brush xml:id="br0">
      <inkml:brushProperty name="width" value="0.035" units="cm"/>
      <inkml:brushProperty name="height" value="0.035" units="cm"/>
      <inkml:brushProperty name="color" value="#008C3A"/>
    </inkml:brush>
  </inkml:definitions>
  <inkml:trace contextRef="#ctx0" brushRef="#br0">0 84 32015,'0'0'656,"0"-18"-656,20 15 8,3-3-8,7-3 0,7-3-8,22 0-40,-13 0-152,4 0-1544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19.363"/>
    </inkml:context>
    <inkml:brush xml:id="br0">
      <inkml:brushProperty name="width" value="0.05" units="cm"/>
      <inkml:brushProperty name="height" value="0.05" units="cm"/>
      <inkml:brushProperty name="color" value="#008C3A"/>
    </inkml:brush>
  </inkml:definitions>
  <inkml:trace contextRef="#ctx0" brushRef="#br0">23 0 31159,'0'0'1320,"-23"0"-1376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0.606"/>
    </inkml:context>
    <inkml:brush xml:id="br0">
      <inkml:brushProperty name="width" value="0.05" units="cm"/>
      <inkml:brushProperty name="height" value="0.05" units="cm"/>
      <inkml:brushProperty name="color" value="#008C3A"/>
    </inkml:brush>
  </inkml:definitions>
  <inkml:trace contextRef="#ctx0" brushRef="#br0">53 96 30671,'0'0'1661,"0"-1"-1650,0 1-1,-1 0 0,1 0 1,-1 0-1,1 0 1,0 0-1,-1-1 0,1 1 1,-1 0-1,1 0 1,0 0-1,-1-1 0,1 1 1,0 0-1,0-1 1,-1 1-1,1 0 0,0-1 1,0 1-1,-1 0 1,1-1-1,0 1 0,0 0 1,0-1-1,-1 1 0,1-1 1,0 1-1,0 0 1,0-1-1,0 1 0,0-1 1,0 1-1,0-1 1,2-2-11,1-1 1,0 1 0,0 0 0,0 0 0,0 0 0,0 0-1,0 0 1,1 1 0,-1-1 0,1 1 0,5-2-1,51-22 7,-49 21-6,3 1-2,0 0 0,-1 1 0,2 0 0,-1 1 0,0 1 0,24 0 0,-37 1 1,1 1 0,-1-1 0,1 1 0,-1-1 0,0 1 0,1-1 0,-1 1 0,0 0 0,1-1 0,-1 1 0,0 0 0,0 0 0,0 0 0,0 0 0,0 0 0,0 0 0,0 0 0,0 0-1,0 1 1,0-1 0,-1 0 0,1 1 0,0-1 0,-1 0 0,1 1 0,-1-1 0,0 1 0,1-1 0,-1 0 0,0 1 0,0-1 0,0 2 0,1 9 0,0 0 0,-2 23 0,1-30 0,-1 3 0,-1 0 0,0 0 0,0-1 0,-1 1 0,1-1 0,-2 1 0,1-1 0,-1 0 0,0 0 0,0-1 0,-1 1 0,-9 9 0,-5 4 2,-1 0 1,-29 22 0,20-23-3,28-17 1,1-1 6,4-2-6,1 0 1,-1 0-1,1 0 0,-1-1 1,1 1-1,-1-1 0,0 0 1,7-5-1,19-7 3,-26 13-4,0-1-1,0 1 1,0 0 0,0 0 0,0 1-1,1-1 1,-1 1 0,0 0 0,1 0-1,-1 0 1,0 1 0,0-1-1,1 1 1,-1 0 0,0 0 0,0 1-1,0-1 1,0 1 0,0 0-1,-1 0 1,1 0 0,0 1 0,-1-1-1,0 1 1,1 0 0,-1 0 0,0 0-1,2 4 1,0-1 0,0 1 0,-1 0 0,0 1 0,-1-1 0,1 0 0,-1 1 1,-1 0-1,0 0 0,0 0 0,0 0 0,-1 0 0,0 0 0,-1 0 0,0 0 0,0 0 0,-2 14 0,1-19 1,1 0-1,-1-1 0,0 1 0,0-1 0,0 1 1,0-1-1,0 1 0,-1-1 0,1 0 0,-1 1 1,1-1-1,-1 0 0,0 0 0,0 0 1,-4 3-1,1-2 0,0 1 1,0-1 0,-1 0 0,0-1-1,1 0 1,-12 4 0,0-2 0,-1-1 1,0-1-1,-36 1 1,41-3-1,0 0 1,-1-1-1,1 0 0,-19-6 1,24 5-26,0-1 1,0-1 0,1 1 0,-1-1-1,1-1 1,0 1 0,0-1 0,-6-6-1,-18-16-653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2.374"/>
    </inkml:context>
    <inkml:brush xml:id="br0">
      <inkml:brushProperty name="width" value="0.05" units="cm"/>
      <inkml:brushProperty name="height" value="0.05" units="cm"/>
      <inkml:brushProperty name="color" value="#008C3A"/>
    </inkml:brush>
  </inkml:definitions>
  <inkml:trace contextRef="#ctx0" brushRef="#br0">639 1 27942,'0'0'4668,"-32"12"-4632,4-1-28,2-3-1,1 2 0,0 1 0,0 1-1,1 0 1,1 2 0,-37 29 0,32-17-3,1 0 0,2 2 0,0 1 0,2 1 1,2 1-1,0 0 0,-21 47 0,12-12 1,2 1 0,-32 127 0,46-136-5,4 0 0,2 0 0,3 1 1,2 76-1,3-114 0,1 0 0,1 0 0,0 0 0,2 0 0,0 0 0,10 25 0,-10-35 0,1 0 0,0 0 0,1-1 0,0 0 0,1 0 0,0 0 0,0-1 0,1 0 0,0 0 0,1-1 0,0 0 0,17 11 0,-10-10-1,0 0 1,1-1-1,0-1 1,0-1-1,1-1 1,-1 0-1,29 4 1,-15-5-18,0-2 1,0-1-1,47-4 0,-62 1-199,0 0-1,0-1 0,19-7 0,28-17-3621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3.076"/>
    </inkml:context>
    <inkml:brush xml:id="br0">
      <inkml:brushProperty name="width" value="0.05" units="cm"/>
      <inkml:brushProperty name="height" value="0.05" units="cm"/>
      <inkml:brushProperty name="color" value="#008C3A"/>
    </inkml:brush>
  </inkml:definitions>
  <inkml:trace contextRef="#ctx0" brushRef="#br0">338 211 31623,'0'0'1007,"4"-18"-998,-2 9-7,5-24 19,-1 0-1,1-51 1,-7 83-20,0 0-1,0-1 1,0 1-1,0 0 1,-1-1-1,1 1 1,0 0-1,-1 0 1,1-1-1,-1 1 1,1 0-1,-1 0 1,0 0-1,0 0 1,1 0-1,-1 0 1,0 0-1,0 0 1,0 0-1,0 0 1,0 0-1,0 0 1,0 1-1,0-1 1,-1 0-1,1 1 1,0-1-1,0 1 1,-1 0-1,1-1 1,0 1-1,-2-1 1,-6 0 1,1 0 1,-1 1 0,0 0 0,-9 1-1,0 0 0,7-1-2,0 2-1,0-1 1,0 2 0,0-1-1,1 2 1,-1-1 0,1 1-1,0 1 1,0 0 0,0 0-1,-12 10 1,8-6-1,1 2 1,0 0-1,1 0 1,0 1-1,1 1 1,0 0-1,-9 15 1,16-22 0,1 1 0,0 0 0,1-1 0,0 1 0,0 0 0,0 0 0,1 1 0,0-1 0,0 0 0,1 0 0,0 1 0,0-1 0,1 0 0,3 14 0,-3-17 0,0-1 0,1 0 0,0-1 0,0 1 0,0 0 0,0 0 0,0-1 0,0 1 0,1-1 0,0 0 0,-1 0 0,1 0 0,0 0 0,5 3 0,51 22 0,-42-20 0,19 8 0,98 47-3,-116-52 3,-1 1-1,0 0 0,0 1 1,-2 0-1,17 18 0,-29-27 0,0 0 1,0 0-1,-1 0 0,1 1 0,-1 0 0,0-1 0,0 1 0,-1 0 0,1 0 1,-1 0-1,0 0 0,2 6 0,-3-8 1,0 0 0,0 0-1,0 1 1,0-1 0,0 0 0,-1 0-1,1 0 1,0 0 0,-1 0 0,0 0 0,1 0-1,-1-1 1,0 1 0,0 0 0,0 0-1,0 0 1,-1-1 0,1 1 0,0-1 0,-1 1-1,1-1 1,-1 1 0,1-1 0,-1 0-1,0 0 1,-2 2 0,-14 6 0,0-1 0,0-1 0,-1 0 0,0-2 0,0 0-1,-30 4 1,18-6 2,0-1 0,0-1 0,-46-5 0,76 4-9,-1 0 0,0 0 1,0 0-1,1-1 1,-1 1-1,0-1 1,1 1-1,-1-1 0,1 1 1,-1-1-1,0 0 1,1 0-1,0 0 0,-1 0 1,1 0-1,-1 0 1,1 0-1,0-1 0,0 1 1,0 0-1,0-1 1,0 1-1,0-1 1,0 1-1,0-1 0,1 1 1,-1-1-1,1 0 1,-1 1-1,1-1 0,-1 0 1,1 1-1,0-1 1,0 0-1,0 0 1,0 1-1,0-1 0,0 0 1,0 1-1,1-1 1,-1 0-1,1 0 0,-1 1 1,1-1-1,0 1 1,-1-1-1,1 1 0,0-1 1,1-1-1,21-18-782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3.520"/>
    </inkml:context>
    <inkml:brush xml:id="br0">
      <inkml:brushProperty name="width" value="0.05" units="cm"/>
      <inkml:brushProperty name="height" value="0.05" units="cm"/>
      <inkml:brushProperty name="color" value="#008C3A"/>
    </inkml:brush>
  </inkml:definitions>
  <inkml:trace contextRef="#ctx0" brushRef="#br0">109 153 31823,'0'0'569,"16"0"-547,53 1-5,-64-1-17,-1 0 1,0 0-1,1-1 1,-1 0-1,0 0 1,1 0-1,-1 0 1,0-1-1,0 0 1,0 0-1,0 0 1,0 0-1,-1 0 0,1-1 1,-1 0-1,1 1 1,-1-1-1,0-1 1,0 1-1,0 0 1,-1-1-1,1 1 1,-1-1-1,0 0 1,0 0-1,0 0 1,0 0-1,-1 0 0,0 0 1,1-1-1,-2 1 1,1 0-1,0-1 1,-1 1-1,0 0 1,0-1-1,0 1 1,-1 0-1,0-7 1,-1 9 1,1 0 0,0 0 0,0 0 0,-1 1 0,1-1 0,-1 1 1,0-1-1,1 1 0,-1-1 0,0 1 0,0 0 0,0 0 0,0 0 1,0 0-1,0 0 0,0 0 0,0 0 0,0 1 0,0-1 0,0 1 1,-1 0-1,-2-1 0,-57-2 35,56 3-31,-1 1-6,-1 0 1,1 0 0,-1 1 0,1-1 0,0 2-1,-1-1 1,1 1 0,1 0 0,-1 1 0,0 0-1,1 0 1,0 0 0,0 1 0,0-1-1,0 2 1,1-1 0,0 0 0,0 1 0,0 0-1,1 0 1,0 1 0,-4 7 0,3-4-1,0-1 1,0 1-1,1 0 1,0 0-1,1 1 0,1-1 1,-1 1-1,1 0 1,1-1-1,0 1 1,1 0-1,0 0 1,1-1-1,0 1 1,3 15-1,-3-22 1,1 0-1,-1 0 1,1 0-1,0-1 1,0 1-1,0 0 1,0-1-1,1 1 1,0-1 0,-1 0-1,1 0 1,0 0-1,1 0 1,-1-1-1,5 4 1,-1-2 0,0 0 0,1-1-1,-1 0 1,1-1 0,-1 1 0,1-1 0,14 1 0,-6-1-10,1-1 0,0-1 1,-1-1-1,1 0 0,-1-2 1,1 1-1,16-6 1,-19 3-90,0-1 1,24-13 0,20-16-798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3.950"/>
    </inkml:context>
    <inkml:brush xml:id="br0">
      <inkml:brushProperty name="width" value="0.05" units="cm"/>
      <inkml:brushProperty name="height" value="0.05" units="cm"/>
      <inkml:brushProperty name="color" value="#008C3A"/>
    </inkml:brush>
  </inkml:definitions>
  <inkml:trace contextRef="#ctx0" brushRef="#br0">1 0 31583,'0'0'1043,"0"8"-1011,0 15-31,1 0 0,1 0 0,9 38 1,-5-31 0,-1 0 0,0 36 1,-5-30-2,0-24-1,0-19 0,0-9-1,1 0 1,0-1-1,1 1 0,1 1 1,1-1-1,0 0 1,1 1-1,0 0 0,1 0 1,1 0-1,1 1 1,0 0-1,0 0 0,12-13 1,-20 27-1,1-1 1,-1 0-1,1 1 1,-1-1-1,1 1 0,-1-1 1,1 1-1,-1-1 1,1 1-1,-1-1 1,1 1-1,-1 0 1,1-1-1,0 1 1,-1 0-1,1 0 1,-1-1-1,1 1 1,0 0-1,0 0 0,-1 0 1,1 0-1,0 0 1,-1-1-1,1 1 1,0 1-1,-1-1 1,2 0-1,0 1 1,-1-1-1,0 1 1,0 0-1,0 0 1,0 0-1,0 0 1,0 0 0,0 0-1,0 0 1,0 0-1,0 0 1,-1 1-1,2 1 1,14 43-2,-15-44 2,6 25-449,-1 1 1,-2 1-1,2 46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4.413"/>
    </inkml:context>
    <inkml:brush xml:id="br0">
      <inkml:brushProperty name="width" value="0.05" units="cm"/>
      <inkml:brushProperty name="height" value="0.05" units="cm"/>
      <inkml:brushProperty name="color" value="#008C3A"/>
    </inkml:brush>
  </inkml:definitions>
  <inkml:trace contextRef="#ctx0" brushRef="#br0">163 0 22949,'0'0'9713,"-8"2"-9705,-2 1-8,0 0 1,-1 1-1,1 0 1,0 1-1,-16 10 1,21-11 0,-1 0 0,1 0 0,-1 0 0,1 1 0,0-1 0,0 1 0,1 0 0,0 1 0,0-1 1,0 1-1,-6 11 0,9-12-1,0 0 0,1 0 0,-1 1 0,1-1 1,0 0-1,1 8 0,0 6-8,-1-18 7,1 0 0,-1 0 1,1 1-1,-1-1 0,1 0 0,0 0 1,0 1-1,-1-1 0,1 0 0,0 0 1,0 0-1,0 0 0,0 0 0,0-1 1,0 1-1,1 0 0,-1 0 0,0-1 1,0 1-1,1-1 0,-1 1 0,0-1 1,2 1-1,37 11-17,-34-11 15,1 1 1,5 1-2,-1 0 0,1 0 0,20 10 0,-30-11 3,0-1 0,0 0 0,1 0 0,-1 1 1,0-1-1,0 1 0,0 0 0,-1 0 0,1-1 0,0 1 0,-1 0 1,1 0-1,-1 1 0,0-1 0,0 0 0,1 0 0,-2 1 0,1-1 0,0 1 1,0-1-1,-1 1 0,1-1 0,-1 1 0,0 2 0,1-2 0,-1 0 1,0 1-1,0-1 0,-1 0 0,1 0 0,-1 1 0,1-1 0,-1 0 1,0 0-1,0 0 0,-4 6 0,3-6-1,-1-1-1,1 1 1,-1-1 0,0 0-1,0 0 1,0 0 0,0 0-1,0 0 1,0-1 0,-6 3-1,-5 1-50,1-1 0,-1 0 0,0-1 0,0 0-1,0-1 1,0 0 0,-24-2 0,29-2-574,8-10-1119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4.813"/>
    </inkml:context>
    <inkml:brush xml:id="br0">
      <inkml:brushProperty name="width" value="0.05" units="cm"/>
      <inkml:brushProperty name="height" value="0.05" units="cm"/>
      <inkml:brushProperty name="color" value="#008C3A"/>
    </inkml:brush>
  </inkml:definitions>
  <inkml:trace contextRef="#ctx0" brushRef="#br0">122 1 31367,'0'0'1280,"-10"0"-1273,6 0-7,0 0 0,0 1 1,1-1-1,-1 0 1,0 1-1,0 0 0,0 0 1,0 0-1,1 1 1,-1-1-1,0 1 1,1 0-1,-1 0 0,1 0 1,0 0-1,0 1 1,0-1-1,0 1 0,0 0 1,0 0-1,1 0 1,-4 5-1,2 0 0,-1 1-1,1 0 1,1 0-1,0 0 1,0 1-1,1-1 1,0 1-1,0-1 1,1 1 0,1 0-1,-1 0 1,2-1-1,-1 1 1,4 15-1,-3-23 0,0 1 0,0-1 0,1 0 0,-1 1 0,1-1 0,0 0 0,-1 0 0,1 0 0,0 0 0,0 0 0,0-1 0,0 1 0,1 0 0,-1-1-1,0 0 1,1 0 0,-1 1 0,1-1 0,-1-1 0,1 1 0,-1 0 0,1-1 0,0 1 0,-1-1 0,1 0 0,0 0 0,-1 0 0,4 0 0,-2 0 1,0 0-1,0 0 1,0 0 0,0-1 0,0 0 0,0 1 0,0-1 0,0-1-1,0 1 1,0-1 0,-1 1 0,1-1 0,-1 0 0,1 0 0,-1-1-1,0 1 1,0-1 0,4-3 0,-4 1 1,0 0 0,-1 0 0,1 0 1,-1 0-1,0-1 0,-1 1 0,1-1 0,-1 1 0,0-1 1,-1 1-1,1-1 0,-1-9 0,-1 12-2,1-1 1,0 1-1,-1 0 0,1-1 0,-1 1 1,0-1-1,0 1 0,0 0 1,-1 0-1,1 0 0,-1 0 0,0 0 1,0 0-1,0 0 0,0 0 1,0 1-1,-1-1 0,1 1 0,-1-1 1,-4-2-1,1 2-113,-1-1 0,1 2-1,-1-1 1,0 1 0,0 0 0,0 0 0,0 1-1,0 0 1,0 0 0,-10 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5.243"/>
    </inkml:context>
    <inkml:brush xml:id="br0">
      <inkml:brushProperty name="width" value="0.05" units="cm"/>
      <inkml:brushProperty name="height" value="0.05" units="cm"/>
      <inkml:brushProperty name="color" value="#008C3A"/>
    </inkml:brush>
  </inkml:definitions>
  <inkml:trace contextRef="#ctx0" brushRef="#br0">0 164 32047,'0'0'647,"3"1"-641,40 9-5,0 3 0,-1 1-1,70 34 1,-110-47-1,14 6 0,45 23 0,-56-28 0,0 1 0,-1 0 0,1 1 0,-1-1-1,0 1 1,0 0 0,0 0 0,0 0 0,5 8 0,-9-11-1,1 0 1,0 1-1,-1-1 1,1 0 0,-1 0-1,1 1 1,-1-1 0,1 0-1,-1 1 1,0-1-1,0 1 1,0-1 0,1 0-1,-2 1 1,1-1-1,0 1 1,0-1 0,0 0-1,0 1 1,-1-1 0,1 0-1,-1 1 1,1-1-1,-2 2 1,1-2-1,-1 1-1,0 0 1,1 0-1,-1 0 1,0-1-1,0 1 1,0-1 0,-1 0-1,1 1 1,0-1-1,0 0 1,-4 1-1,-6 1-3,0 0 0,0 0 0,0-1-1,-17 0 1,16-1 5,8 0 1,-1-1-1,1 0 1,-1 0-1,1 0 0,-9-2 1,13 2-1,0-1 0,0 1 0,0-1 0,0 1 1,0-1-1,-1 1 0,1-1 0,0 0 0,0 1 0,0-1 0,1 0 0,-1 0 1,0 0-1,0 0 0,0 0 0,1 0 0,-1 0 0,0 0 0,1 0 0,-1 0 1,1 0-1,-1 0 0,1-1 0,0 1 0,-1 0 0,1 0 0,0 0 1,0-2-1,-2-9 0,1-1 0,0 1 0,1 0 0,0-1 0,1 1 0,0 0 0,1 0 0,0 0 0,1 0 0,1 0 0,0 0 0,0 1 1,1-1-1,1 1 0,0 1 0,0-1 0,1 1 0,0 0 0,11-11 0,0 3-57,1 1 0,1 1 0,38-25-1,-42 31-94,21-17-891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5.723"/>
    </inkml:context>
    <inkml:brush xml:id="br0">
      <inkml:brushProperty name="width" value="0.05" units="cm"/>
      <inkml:brushProperty name="height" value="0.05" units="cm"/>
      <inkml:brushProperty name="color" value="#008C3A"/>
    </inkml:brush>
  </inkml:definitions>
  <inkml:trace contextRef="#ctx0" brushRef="#br0">43 807 30278,'0'0'2134,"0"14"-2088,0 44-1,0-44 124,0-17-141,0-104-7,-17-118 0,3 108-21,3-226 1,11 338-1,0 1 0,0 0 0,1 0 0,0 0 0,0 0 0,0-1 0,0 1 0,0 0 0,1 1 0,0-1 0,0 0 0,0 0 0,0 1 0,0-1 0,1 1 0,0 0 0,5-6 0,-4 6-2,1 0-1,-1 1 0,0-1 1,1 1-1,0 0 1,-1 1-1,1-1 0,0 1 1,0 0-1,0 0 1,0 0-1,0 1 0,0-1 1,9 2-1,-11-1-2,0 1-1,-1-1 1,1 1-1,-1-1 1,1 1-1,-1 0 0,0 0 1,1 0-1,-1 1 1,0-1-1,0 1 1,0-1-1,0 1 1,0-1-1,0 1 1,0 0-1,0 0 0,-1 0 1,1 0-1,-1 0 1,1 1-1,-1-1 1,1 3-1,2 4-98,0 0 0,-1 1 0,0-1 0,3 21 0,-3 20-1188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5.929"/>
    </inkml:context>
    <inkml:brush xml:id="br0">
      <inkml:brushProperty name="width" value="0.05" units="cm"/>
      <inkml:brushProperty name="height" value="0.05" units="cm"/>
      <inkml:brushProperty name="color" value="#008C3A"/>
    </inkml:brush>
  </inkml:definitions>
  <inkml:trace contextRef="#ctx0" brushRef="#br0">1 48 31959,'0'0'576,"231"-12"-568,-161 0-8,19 3-64,-16 0-192,-17 3-1056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6.566"/>
    </inkml:context>
    <inkml:brush xml:id="br0">
      <inkml:brushProperty name="width" value="0.05" units="cm"/>
      <inkml:brushProperty name="height" value="0.05" units="cm"/>
      <inkml:brushProperty name="color" value="#008C3A"/>
    </inkml:brush>
  </inkml:definitions>
  <inkml:trace contextRef="#ctx0" brushRef="#br0">118 335 31415,'0'0'1111,"-20"27"-1094,-57 89-1,58-78-6,18-21 0,2-7-6,-1-10-4,0 1 1,0 0-1,0 0 1,0 0-1,1 0 1,-1 0-1,0 0 0,1 0 1,-1 0-1,1 0 1,-1-1-1,1 1 1,-1 0-1,1 0 0,-1 0 1,1-1-1,0 1 1,-1 0-1,1-1 1,0 1-1,0-1 0,0 1 1,-1-1-1,1 1 1,0-1-1,1 1 1,2 0 0,0 1 1,0-1-1,0-1 1,1 1-1,-1 0 1,7-1-1,-1 0 2,-1 0 0,1-1-1,-1-1 1,0 1 0,14-5 0,-15 3-4,-1-1 1,0 0 0,1 0 0,-1-1 0,-1 0-1,8-7 1,-11 10-1,0 0 0,-1-1 0,1 1-1,-1-1 1,0 0 0,0 0 0,0 0 0,0 0 0,-1 0-1,1-1 1,-1 1 0,0 0 0,0-1 0,0 1 0,0 0-1,0-6 1,0 6 0,-1 0 0,0 0 0,0 0-1,0 0 1,0 0 0,-1 0 0,1 0-1,-1 0 1,0 0 0,1 0 0,-1 0 0,-1 0-1,1 1 1,0-1 0,-1 0 0,1 1-1,-1-1 1,0 1 0,0-1 0,0 1-1,0 0 1,0 0 0,0 0 0,-1 0 0,-3-2-1,-12-7-8,12 8 17,-1-1 0,1 0-1,-1-1 1,1 0-1,1 0 1,-8-7-1,12 10-4,0 1-1,0 0 0,0-1 0,1 1 0,-1-1 0,0 1 0,1-1 0,-1 1 0,1-1 0,0 1 0,-1-1 0,1 1 1,0-1-1,0 0 0,0 1 0,0-1 0,1 1 0,-1-1 0,0 1 0,1-1 0,-1 0 0,1 1 0,-1-1 0,1 1 1,-1 0-1,1-1 0,0 1 0,0 0 0,0-1 0,0 1 0,0 0 0,0 0 0,0 0 0,0 0 0,1 0 0,-1 0 1,2-1-1,78-63-8,-60 51 0,-1-1 0,0-2 1,-1 1-1,-1-2 1,-1-1-1,22-28 0,-37 44 6,-1 0-1,1-1 1,0 1-1,-1 0 0,0-1 1,1 1-1,-1 0 1,-1-1-1,1 0 0,0 1 1,-1-1-1,0 1 1,0-1-1,0 1 1,-1-6-1,1 8 2,-1-1-1,1 1 1,-1 0 0,1 0-1,-1 0 1,0 0 0,1 1-1,-1-1 1,0 0 0,0 0-1,1 0 1,-1 0 0,0 1-1,0-1 1,0 0-1,0 1 1,0-1 0,0 1-1,0-1 1,-1 1 0,1 0-1,0-1 1,0 1 0,0 0-1,0 0 1,0 0 0,-2 0-1,-37-2-2,33 2 1,-6 0 2,2 0 0,0-1 0,0 2 0,0-1 0,0 2 0,0-1 0,0 1 0,1 1 0,-20 7 0,26-8 0,-3 1 3,1 0-1,0 0 1,0 1-1,-10 8 1,15-11-3,-1 1 1,1 0 0,-1 0-1,1 0 1,0 0 0,0 0-1,0 0 1,0 0-1,0 0 1,0 0 0,0 0-1,1 1 1,-1-1 0,1 0-1,-1 1 1,1-1 0,0 4-1,0-3 2,0 0-1,0 0 1,0-1-1,1 1 1,-1 0-1,1 0 1,-1 0-1,1-1 1,0 1-1,0 0 1,0-1-1,0 1 1,1-1-1,-1 1 1,1-1-1,1 3 1,1-2-1,1 1 1,-1-1 0,1 0-1,0 0 1,-1-1 0,1 1-1,9 2 1,45 16 10,-35-14-11,0 1 0,-1 2 0,27 14 0,-44-21-1,-1 0 0,0 1 0,0 0 0,0-1 0,-1 1 0,1 1 0,-1-1 0,0 1 0,0 0 0,-1 0 0,1 0 0,-1 0 0,0 1 0,0-1 0,-1 1 0,0 0 0,0-1 0,1 8 0,0 5 1,-2 0 0,-1 33 0,-1-33 2,1 0 0,1-1 0,3 23 0,-3-38-3,-1-1 1,1 1 0,-1 0 0,1-1-1,0 1 1,0-1 0,0 1 0,0-1-1,0 1 1,0-1 0,0 0-1,1 1 1,-1-1 0,0 0 0,1 0-1,-1 0 1,1 0 0,-1 0 0,1 0-1,0-1 1,-1 1 0,1 0 0,0-1-1,-1 1 1,1-1 0,3 1 0,-1-1-28,1 1 0,0-1 1,-1 0-1,1 0 1,0 0-1,0-1 1,-1 0-1,1 0 1,4-1-1,19-16-918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7.152"/>
    </inkml:context>
    <inkml:brush xml:id="br0">
      <inkml:brushProperty name="width" value="0.05" units="cm"/>
      <inkml:brushProperty name="height" value="0.05" units="cm"/>
      <inkml:brushProperty name="color" value="#008C3A"/>
    </inkml:brush>
  </inkml:definitions>
  <inkml:trace contextRef="#ctx0" brushRef="#br0">0 1 32431,'0'0'264,"0"152"-256,4-96-8,-1 1 8,3-10-8,-2-2 0,2-12-8,1-4-24,0-8-48,-7-12-352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7.532"/>
    </inkml:context>
    <inkml:brush xml:id="br0">
      <inkml:brushProperty name="width" value="0.05" units="cm"/>
      <inkml:brushProperty name="height" value="0.05" units="cm"/>
      <inkml:brushProperty name="color" value="#008C3A"/>
    </inkml:brush>
  </inkml:definitions>
  <inkml:trace contextRef="#ctx0" brushRef="#br0">1 60 30911,'0'0'1797,"35"-7"-1786,-6 1-9,221-34 12,56 34-6,-290 6-9,0 1 1,0 1-1,0 1 0,-1 0 1,1 1-1,-1 0 0,0 2 1,0-1-1,0 2 0,-1 0 1,19 13-1,-27-16 1,0 1-1,0 0 1,0 0 0,-1 0-1,1 1 1,-2-1 0,1 1 0,0 1-1,-1-1 1,0 1 0,-1-1-1,1 1 1,-2 0 0,1 1-1,0-1 1,-1 0 0,-1 1-1,1-1 1,-1 1 0,-1-1 0,1 1-1,-1 0 1,0-1 0,-1 1-1,-2 12 1,0-12 0,1-1 1,-1 1-1,0-1 0,-1 1 0,0-1 1,0 0-1,-1-1 0,0 1 0,0-1 1,0 0-1,-1 0 0,0 0 1,0-1-1,-8 6 0,-14 9 2,-60 31-1,79-46-1,-27 13-8,0-1 1,-1-2 0,-1-1-1,-1-2 1,0-2 0,0-2-1,-1-1 1,0-2 0,-65 0-1,103-5 4,-1 1 1,1-1-1,-1 0 0,1-1 0,-1 1 0,1 0 0,0-1 0,-1 1 1,1-1-1,-1 0 0,1 0 0,0 0 0,0 0 0,0 0 0,0 0 1,0 0-1,0-1 0,0 1 0,0-1 0,-2-2 0,3 2-8,0-1-1,0 1 0,0 0 0,0-1 1,0 0-1,1 1 0,-1-1 0,1 1 0,0-1 1,0 0-1,0 1 0,0-1 0,0 0 1,1 1-1,-1-1 0,1 1 0,1-5 1,-1 2-106,1 0 1,0 1 0,0-1 0,0 0 0,0 1-1,1-1 1,5-6 0,32-29-3081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7.818"/>
    </inkml:context>
    <inkml:brush xml:id="br0">
      <inkml:brushProperty name="width" value="0.05" units="cm"/>
      <inkml:brushProperty name="height" value="0.05" units="cm"/>
      <inkml:brushProperty name="color" value="#008C3A"/>
    </inkml:brush>
  </inkml:definitions>
  <inkml:trace contextRef="#ctx0" brushRef="#br0">11 1 31615,'0'0'1093,"-1"6"-1083,-8 350-16,9-334 2,0-20-10,0-1-6,0 1 1,-1 0 0,1 0-1,0 0 1,0-1 0,1 1 0,-1 0-1,0 0 1,0-1 0,1 1-1,-1 0 1,1-1 0,0 1-1,-1 0 1,1-1 0,0 1-1,0-1 1,0 1 0,0-1-1,0 1 1,1-1 0,-1 0 0,0 0-1,3 2 1,2-2-1129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8.058"/>
    </inkml:context>
    <inkml:brush xml:id="br0">
      <inkml:brushProperty name="width" value="0.05" units="cm"/>
      <inkml:brushProperty name="height" value="0.05" units="cm"/>
      <inkml:brushProperty name="color" value="#008C3A"/>
    </inkml:brush>
  </inkml:definitions>
  <inkml:trace contextRef="#ctx0" brushRef="#br0">1 1 32055,'0'0'624,"21"16"-616,-2-1-6,123 85 12,185 80-106,-299-170-1387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8.281"/>
    </inkml:context>
    <inkml:brush xml:id="br0">
      <inkml:brushProperty name="width" value="0.05" units="cm"/>
      <inkml:brushProperty name="height" value="0.05" units="cm"/>
      <inkml:brushProperty name="color" value="#008C3A"/>
    </inkml:brush>
  </inkml:definitions>
  <inkml:trace contextRef="#ctx0" brushRef="#br0">23 25 31463,'0'0'1231,"-4"-7"-1223,-8-10-7,11 17-1,1 0 0,0 0 0,0 0 0,-1 0 0,1 0 0,0 0 0,0 0 0,-1 0 0,1 1 0,0-1 0,0 0 0,-1 0 0,1 0 0,0 0 0,0 0 0,0 1 0,-1-1 0,1 0 0,0 0 0,0 0 0,0 1 0,0-1 0,0 0 0,-1 0 0,1 1 0,0-1 0,0 0 0,0 0 0,0 1 0,0-1 0,0 0 0,0 0 0,0 1 0,0-1 0,0 0 0,0 0 0,0 1 0,0-1 0,0 0 0,0 1 0,3 58 7,19 114-7,-21-163-21,5 40 38,-6-47-44,1 0-1,-1 0 1,1 0 0,0-1-1,0 1 1,1 0 0,-1 0-1,0-1 1,1 1-1,0-1 1,-1 1 0,1-1-1,3 3 1,8 0-873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8.691"/>
    </inkml:context>
    <inkml:brush xml:id="br0">
      <inkml:brushProperty name="width" value="0.05" units="cm"/>
      <inkml:brushProperty name="height" value="0.05" units="cm"/>
      <inkml:brushProperty name="color" value="#008C3A"/>
    </inkml:brush>
  </inkml:definitions>
  <inkml:trace contextRef="#ctx0" brushRef="#br0">0 514 31191,'0'0'1383,"0"7"-1341,0 15 9,0-20-8,0-19-27,1-9-16,1 0 0,2 0 1,0 0-1,2 1 1,11-35-1,58-119-17,-8 40 9,-66 137 8,0 1-1,0-1 1,0 0 0,0 1-1,0-1 1,0 1 0,0-1-1,1 1 1,-1-1 0,0 1 0,3-2-1,-3 3 1,-1 0 0,0 0-1,1 0 1,-1-1 0,1 1-1,-1 0 1,1 0 0,-1 0 0,0 0-1,1 0 1,-1 0 0,1 0-1,-1 0 1,1 0 0,-1 1 0,0-1-1,1 0 1,-1 0 0,1 0-1,-1 0 1,0 0 0,1 1-1,-1-1 1,1 0 0,-1 0 0,0 1-1,1-1 1,-1 0 0,1 1-1,2 4-1,0 0-1,-1 0 1,1 0-1,-1 0 1,0 0-1,2 6 1,1 4 0,40 124 6,-27-79-4,40 90 0,-56-147-36,0 1-1,0 0 1,0 0 0,-1 0-1,0 1 1,0-1 0,0 0 0,1 8-1,-2-8-640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8.883"/>
    </inkml:context>
    <inkml:brush xml:id="br0">
      <inkml:brushProperty name="width" value="0.05" units="cm"/>
      <inkml:brushProperty name="height" value="0.05" units="cm"/>
      <inkml:brushProperty name="color" value="#008C3A"/>
    </inkml:brush>
  </inkml:definitions>
  <inkml:trace contextRef="#ctx0" brushRef="#br0">1 81 31215,'0'0'1424,"175"-36"-1424,-112 12-48,-4 4-128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9.375"/>
    </inkml:context>
    <inkml:brush xml:id="br0">
      <inkml:brushProperty name="width" value="0.05" units="cm"/>
      <inkml:brushProperty name="height" value="0.05" units="cm"/>
      <inkml:brushProperty name="color" value="#008C3A"/>
    </inkml:brush>
  </inkml:definitions>
  <inkml:trace contextRef="#ctx0" brushRef="#br0">3 1 8610,'0'0'24089,"-1"5"-24073,0 28-15,1-1 0,2 1 0,1 0 0,2 0 0,9 35 0,9 65-34,-22-82-383,-1-38-713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29.740"/>
    </inkml:context>
    <inkml:brush xml:id="br0">
      <inkml:brushProperty name="width" value="0.05" units="cm"/>
      <inkml:brushProperty name="height" value="0.05" units="cm"/>
      <inkml:brushProperty name="color" value="#008C3A"/>
    </inkml:brush>
  </inkml:definitions>
  <inkml:trace contextRef="#ctx0" brushRef="#br0">1 3 32311,'0'0'384,"31"0"-376,3-1-6,-8 0-1,-1 1 0,1 1 0,0 1 0,-1 1 0,45 12 0,-13 1 1,82 33 0,-119-40-2,-1 1 1,0 0-1,0 1 1,-1 1-1,0 1 1,-1 0-1,23 24 1,-35-31-2,-1-1 1,0 1-1,0 0 1,0 0-1,-1 0 1,0 1-1,0-1 1,-1 1-1,0-1 1,0 1-1,2 11 1,-4-13-1,1 0 1,-1 0-1,0 0 1,0 0-1,0 0 1,-1-1-1,0 1 1,0 0-1,0 0 0,-1-1 1,1 1-1,-1-1 1,0 1-1,0-1 1,-1 0-1,1 0 1,-6 8-1,-1-4-1,0 0 0,0-1 1,0 1-1,-1-2 0,0 1 0,-13 5 0,-71 30-10,91-41 12,-32 10-7,1-2 0,-2-1 1,1-2-1,-1-1 0,1-2 1,-57-2-1,91-1 4,0 0 0,0 0 1,0 0-1,0 0 0,0 0 0,0 0 1,0 0-1,0-1 0,1 1 0,-1 0 0,0 0 1,0-1-1,0 1 0,0-1 0,1 1 1,-1-1-1,0 1 0,0-1 0,1 1 0,-1-1 1,0 0-1,1 1 0,-1-1 0,1 0 0,-1 1 1,1-1-1,-1 0 0,1 0 0,-1 0 1,1 1-1,0-1 0,0 0 0,-1 0 0,1 0 1,0-2-1,0 1-72,0-1 0,0 1 1,0-1-1,1 0 0,0 1 0,-1-1 0,1 1 1,0-1-1,0 1 0,0-1 0,0 1 1,1 0-1,1-3 0,26-24-2995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0.265"/>
    </inkml:context>
    <inkml:brush xml:id="br0">
      <inkml:brushProperty name="width" value="0.05" units="cm"/>
      <inkml:brushProperty name="height" value="0.05" units="cm"/>
      <inkml:brushProperty name="color" value="#008C3A"/>
    </inkml:brush>
  </inkml:definitions>
  <inkml:trace contextRef="#ctx0" brushRef="#br0">235 0 31615,'0'0'1109,"-5"0"-1089,-5 0-20,-1 0 0,0 1 0,0 0 0,1 1 0,-1 0 0,1 0 0,-1 1 0,1 1 0,0 0 0,0 0 0,1 1 0,-1 0-1,1 0 1,0 1 0,0 0 0,1 1 0,0 0 0,0 1 0,-9 10 0,13-13-1,1 1 1,0-1-1,0 1 1,1 0-1,-1 0 1,1-1-1,0 1 1,1 1-1,0-1 0,0 0 1,-1 8-1,2-12 1,0 0-1,0 0 0,0 0 0,0 1 1,0-1-1,0 0 0,0 0 1,1 0-1,-1 0 0,1 0 1,-1 1-1,1-1 0,0 0 0,0 0 1,0 0-1,0-1 0,0 1 1,1 0-1,-1 0 0,0-1 0,1 1 1,0 0-1,-1-1 0,1 0 1,0 1-1,-1-1 0,1 0 1,0 0-1,0 0 0,0 0 0,0 0 1,0 0-1,4 0 0,5 1 0,0-1 0,0 0 0,0-1-1,0 0 1,0-1 0,0 0 0,0 0-1,0-1 1,0-1 0,-1 0 0,1 0 0,-1-1-1,0-1 1,0 0 0,0 0 0,-1-1-1,1 0 1,-2 0 0,1-1 0,-1 0-1,0-1 1,0 0 0,-1 0 0,0-1 0,7-9-1,-13 15 4,1-1-1,-1 1 0,0 0 1,0 0-1,0-1 0,0 1 1,-1 0-1,1-1 0,-1 1 1,0-1-1,0 1 0,-1-4 1,1-2 11,0 8-5,0 15-1,0-5-7,1-1 0,0 0 1,1 1-1,0-1 0,0 0 1,0 0-1,1 0 0,0-1 1,1 1-1,0-1 0,0 0 1,0 0-1,1 0 0,0 0 1,8 7-1,-10-11-8,0 0 0,0 0 0,0-1 0,1 1 0,-1-1 0,1 1 0,0-1 0,-1 0 0,1 0 1,0-1-1,0 1 0,0-1 0,1 0 0,-1 0 0,0-1 0,0 1 0,1-1 0,-1 0 0,0 0 0,1 0 0,-1 0 0,0-1 0,0 0 0,0 0 0,1 0 0,-1 0 0,0-1 0,0 1 0,-1-1 0,1 0 0,4-3 0,23-20-573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0.791"/>
    </inkml:context>
    <inkml:brush xml:id="br0">
      <inkml:brushProperty name="width" value="0.05" units="cm"/>
      <inkml:brushProperty name="height" value="0.05" units="cm"/>
      <inkml:brushProperty name="color" value="#008C3A"/>
    </inkml:brush>
  </inkml:definitions>
  <inkml:trace contextRef="#ctx0" brushRef="#br0">2 29 31455,'0'0'1192,"-1"10"-1184,0 4-6,1 0 0,1 0 0,0 0 0,1 0 0,0 0 1,7 19-1,-2-3-9,-7-30-2,3-11-58,1-8 51,-1 2 14,1 0 1,1 0-1,0 0 0,1 0 0,16-30 0,-22 46 2,1 0 0,-1 0 1,1 0-1,-1 0 0,1 1 0,0-1 0,-1 0 0,1 0 0,0 1 0,-1-1 0,1 1 0,0-1 0,0 1 0,0-1 0,0 1 0,0-1 1,-1 1-1,1 0 0,0-1 0,0 1 0,0 0 0,0 0 0,0 0 0,0-1 0,0 1 0,0 0 0,0 0 0,0 1 0,0-1 1,0 0-1,0 0 0,0 0 0,0 1 0,0-1 0,0 0 0,0 1 0,0-1 0,-1 1 0,1-1 0,0 1 0,0 0 0,0-1 0,-1 1 1,1 0-1,0-1 0,-1 1 0,1 0 0,-1 0 0,2 1 0,4 7 4,0 0 0,0 0 0,7 17 0,-8-17 0,0 1 3,-1-4-5,-1-1 1,0 1-1,0 0 1,-1 1-1,1-1 0,-1 0 1,-1 1-1,1-1 1,0 9-1,-2-14 6,0-1-7,1 0-1,-1 0 1,1 0 0,-1 0-1,1 0 1,-1 0 0,1 0 0,-1 0-1,1 0 1,0 0 0,-1 0-1,1 0 1,-1 0 0,1 0-1,-1 0 1,1-1 0,-1 1-1,1 0 1,-1 0 0,1-1 0,-1 1-1,1 0 1,-1-1 0,1 1-1,35-58 7,-28 43-6,0 1 0,2 0 1,0 0-1,0 1 0,13-13 0,-22 26-1,-1-1 0,1 0 0,-1 1 0,1-1-1,0 0 1,-1 1 0,1-1 0,0 1 0,0-1 0,-1 1 0,1 0 0,0-1 0,0 1 0,0 0 0,0-1 0,-1 1 0,1 0 0,0 0 0,0 0 0,0 0 0,0 0 0,0 0 0,0 0 0,-1 0 0,1 0 0,0 0 0,0 0 0,0 1 0,0-1 0,0 0 0,-1 1 0,1-1 0,0 0 0,0 1-1,-1-1 1,1 1 0,0 0 0,0-1 0,-1 1 0,1-1 0,-1 1 0,1 0 0,-1-1 0,1 1 0,-1 0 0,1 0 0,-1 0 0,1-1 0,-1 1 0,0 1 0,4 7-1,-1 0 0,0 0-1,2 18 1,-3-18 1,-1-5-18,0 1 0,0-1 0,0 0 0,0 0 0,1 0 1,0 0-1,0 0 0,0-1 0,0 1 0,0 0 0,1-1 0,0 0 0,4 6 0,7 1-547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1.489"/>
    </inkml:context>
    <inkml:brush xml:id="br0">
      <inkml:brushProperty name="width" value="0.05" units="cm"/>
      <inkml:brushProperty name="height" value="0.05" units="cm"/>
      <inkml:brushProperty name="color" value="#008C3A"/>
    </inkml:brush>
  </inkml:definitions>
  <inkml:trace contextRef="#ctx0" brushRef="#br0">174 111 32047,'0'0'581,"-24"12"-571,-74 41-9,94-51-1,0 1 1,1 0-1,-1 0 0,1 0 0,-1 0 1,1 1-1,0-1 0,0 1 1,0 0-1,1 0 0,-1 0 1,1 0-1,0 0 0,0 1 0,1-1 1,-1 1-1,1-1 0,0 1 1,0 0-1,1-1 0,-1 1 1,1 0-1,0 0 0,0-1 0,1 7 1,0 1-1,-1-12 0,0 1 0,0 0-1,1 0 1,-1-1 0,0 1 0,1 0 0,-1 0-1,1-1 1,-1 1 0,1-1 0,-1 1 0,1 0-1,-1-1 1,1 1 0,0-1 0,-1 1 0,1-1-1,0 1 1,-1-1 0,1 0 0,0 1 0,0-1-1,-1 0 1,1 0 0,0 1 0,0-1-1,0 0 1,-1 0 0,1 0 0,0 0 0,0 0-1,0 0 1,0 0 0,34-2-10,-32 1 10,4 0-3,-1-1 1,1 0-1,-1 0 1,1-1-1,-1 0 1,0 0-1,0 0 1,0-1-1,-1 0 1,1 0-1,-1-1 1,0 1-1,0-1 1,5-7-1,-1 1 3,0 0 0,-1 0 0,0-1 0,-1 0-1,-1-1 1,6-13 0,-12 26 0,6-16 23,-6 21-12,-2 21-20,2-21 9,0 0-1,0 0 1,1 1-1,-1-1 1,2 0-1,-1 0 1,0 0-1,1 0 1,0 0-1,4 7 1,-5-10-1,1 0 1,-1 1 0,1-1 0,0-1 0,0 1 0,0 0 0,0 0-1,0-1 1,0 1 0,0-1 0,1 1 0,-1-1 0,0 0-1,1 0 1,-1 0 0,1 0 0,0-1 0,-1 1 0,1-1-1,-1 1 1,1-1 0,4 0 0,4 0 1,0-1 0,0 1 0,0-2 0,0 0 0,0 0 0,0-1 0,-1 0 0,1-1 0,-1 0 0,0-1 0,0 0 0,0 0 0,-1-1 0,0-1 0,9-7 0,-9 7-1,1 0 0,-1-1 1,-1-1-1,15-17 0,-20 22 1,-1 1 1,0-1-1,0 1 0,0-1 1,-1 0-1,1 1 0,-1-1 1,0 0-1,0 0 0,0 0 1,-1 0-1,0 0 1,1 0-1,-1 0 0,0 0 1,-1 0-1,1 0 0,-2-6 1,1 7-1,-1 0 0,1-1 0,-1 1 0,1 1-1,-1-1 1,0 0 0,0 0 0,0 1 0,-1-1 0,1 1 0,-1-1 0,1 1 0,-1 0 0,0 0 0,0 0 0,1 1 0,-2-1 0,1 1 0,-3-2 0,-2 0 0,0 0 1,0 1-1,0 0 1,-1 1-1,1-1 1,-14 1-1,20 1-1,0 0-1,0 0 1,1 1 0,-1-1 0,0 0-1,1 1 1,-1 0 0,1-1 0,-1 1-1,1 0 1,-1 0 0,1 0 0,-1 0-1,1 0 1,0 0 0,-1 0 0,1 0-1,0 0 1,0 1 0,0-1-1,0 0 1,0 1 0,0-1 0,0 1-1,0-1 1,1 1 0,-1 0 0,1-1-1,-1 1 1,1 2 0,-2 6-2,0 0 1,1 0-1,0 20 0,1-30 2,0 47 4,2 0-1,2 0 0,2-1 0,18 72 0,-5-56 1,4 15 10,26 157-1,-47-220-13,-1-1 1,-1 1-1,-2 23 0,2-36 0,0 0 1,0-1-1,-1 1 0,1 0 0,-1 0 0,1-1 0,-1 1 0,1-1 1,-1 1-1,1 0 0,-1-1 0,1 1 0,-1-1 0,0 1 0,1-1 0,-1 0 1,0 1-1,1-1 0,-1 0 0,0 1 0,0-1 0,1 0 0,-1 0 0,0 1 1,0-1-1,0 0 0,-1 0 0,-28 0 3,22 0-3,4 0-1,1 1 0,0-1 0,0 0 0,0 0 1,-1-1-1,1 1 0,0-1 0,0 1 0,0-1 0,-1 0 0,1 0 0,0-1 1,1 1-1,-1 0 0,0-1 0,0 0 0,0 0 0,1 0 0,-1 0 0,1 0 1,0 0-1,0-1 0,-1 1 0,2-1 0,-1 1 0,0-1 0,0 0 0,1 0 1,-1 0-1,1 0 0,-2-5 0,-2-17-59,0 0-1,2 1 1,-1-47 0,3-6-583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1.821"/>
    </inkml:context>
    <inkml:brush xml:id="br0">
      <inkml:brushProperty name="width" value="0.05" units="cm"/>
      <inkml:brushProperty name="height" value="0.05" units="cm"/>
      <inkml:brushProperty name="color" value="#008C3A"/>
    </inkml:brush>
  </inkml:definitions>
  <inkml:trace contextRef="#ctx0" brushRef="#br0">86 123 29406,'0'0'3280,"12"-11"-3272,35-35-7,-45 45 0,0-1-1,0 1 1,-1-1-1,1 1 1,-1-1 0,1 0-1,-1 0 1,0 0 0,0 0-1,0 1 1,0-2-1,0 1 1,0 0 0,0 0-1,-1 0 1,1 0-1,-1 0 1,1-1 0,-1 1-1,0 0 1,0 0 0,0-1-1,0 1 1,0 0-1,-2-5 1,2 7-1,0-1 1,-1 1-1,1-1 0,-1 0 1,1 1-1,-1-1 0,1 1 1,-1-1-1,1 1 0,-1-1 1,1 1-1,-1 0 0,1-1 1,-1 1-1,0 0 0,1-1 1,-1 1-1,0 0 0,1 0 1,-1 0-1,0 0 0,0-1 1,1 1-1,-2 0 0,-23 0 7,18 0-6,3 0-1,-1 0-1,1 0 1,0 1 0,-1-1 0,1 1-1,0 0 1,0 0 0,-1 1-1,1-1 1,0 1 0,0 0 0,1 0-1,-1 0 1,0 0 0,1 1-1,-1 0 1,1-1 0,0 1 0,0 0-1,0 1 1,0-1 0,0 1-1,1-1 1,0 1 0,0 0 0,0 0-1,-2 5 1,0 0 0,1 1 0,0-1 0,0 1 0,1 0 0,1 0 0,0 0 0,0 0 0,1 0 0,1 18 0,-1-25 0,1 1 0,-1-1 0,1 1 0,0-1 0,0 1 0,0-1 0,0 1 0,0-1 0,1 0 0,0 0 0,-1 1 0,1-1 0,1 0 0,-1-1 0,0 1 0,1 0 0,-1-1 0,1 1 0,0-1 0,-1 0 0,1 0 0,0 0 0,1 0 0,-1-1 0,0 1 0,0-1 0,1 0 0,-1 0 0,6 1 0,0-1-38,-1 0-1,1-1 1,-1 0-1,1-1 1,-1 0-1,0 0 1,1-1-1,-1 0 1,0 0-1,0-1 1,0 0 0,0-1-1,0 1 1,-1-1-1,0-1 1,0 0-1,9-7 1,18-17-2575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2.107"/>
    </inkml:context>
    <inkml:brush xml:id="br0">
      <inkml:brushProperty name="width" value="0.05" units="cm"/>
      <inkml:brushProperty name="height" value="0.05" units="cm"/>
      <inkml:brushProperty name="color" value="#008C3A"/>
    </inkml:brush>
  </inkml:definitions>
  <inkml:trace contextRef="#ctx0" brushRef="#br0">7 1 32311,'0'0'408,"27"22"-400,-2-3-6,-3-3 0,0 1 0,-1 1-1,-1 2 1,-1-1 0,-1 2 0,25 37 0,-18-18-1,-2 0 1,-1 2-1,-3 0 0,-1 2 1,-3 0-1,-1 0 1,-2 2-1,-2-1 1,-3 2-1,-1-1 1,0 57-1,-6-89-1,0 0 0,-1 0 0,-1 0 0,0-1 0,-1 1 0,0-1 0,-1 1-1,0-1 1,-1 0 0,-1 0 0,0-1 0,-1 0 0,0 0 0,-1 0 0,0-1 0,-1 0 0,0-1 0,-1 1 0,0-2 0,-20 15 0,4-8-39,-2-1 0,0-1 0,0-1 0,-42 11 0,-16-5-709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4.159"/>
    </inkml:context>
    <inkml:brush xml:id="br0">
      <inkml:brushProperty name="width" value="0.05" units="cm"/>
      <inkml:brushProperty name="height" value="0.05" units="cm"/>
      <inkml:brushProperty name="color" value="#008C3A"/>
    </inkml:brush>
  </inkml:definitions>
  <inkml:trace contextRef="#ctx0" brushRef="#br0">748 48 32063,'0'0'677,"-10"-8"-666,3 3-10,3 1 0,0 1-1,-1 0 1,0-1-1,0 1 1,0 1-1,0-1 0,0 1 1,0 0-1,-1 0 1,1 0-1,-1 1 1,1 0-1,-1 0 1,-11 0-1,-7 2 0,0 1 0,0 2 0,0 0 0,1 2 0,0 1 0,0 0 0,-28 14 0,-4 5 0,-86 56 0,108-61 0,2 1 0,-49 45 0,71-59 0,1 0 0,1 0 0,0 1 0,0 0 0,0 0 0,1 1-1,1-1 1,0 1 0,0 1 0,1-1 0,0 1 0,1 0 0,0 0 0,-1 11 0,2-11-1,2 0 0,-1 0-1,2 1 1,-1-1 0,5 20 0,-3-25 1,0 0 0,0 0 0,0-1 0,1 1 0,0 0 0,0-1 0,0 0 0,1 0 0,0 0 0,0 0 0,8 7 0,1-1 0,0-1 0,1 0 0,0-1 0,0-1 0,1 0 0,0-1 0,1 0 0,0-1 0,0-1 0,27 5 0,-3-4-1,0-1-1,1-2 0,52-4 0,-71 0 2,-1-1-1,-1-1 1,1-1-1,0-1 0,37-15 1,-46 16-3,-1-2 1,1 1-1,-1-2 1,0 1-1,0-2 0,-1 1 1,0-1-1,0-1 1,-1 0-1,16-20 0,-22 24 2,0 0-1,0 0 0,-1 0 0,1-1 0,-1 1 1,0-1-1,-1 1 0,0-1 0,1 0 1,-2 0-1,1 0 0,-1 1 0,0-1 0,0 0 1,0 0-1,-1 0 0,0 0 0,0 1 1,-1-1-1,1 0 0,-1 1 0,-1-1 0,1 1 1,-1 0-1,0-1 0,0 1 0,0 1 1,-1-1-1,1 0 0,-1 1 0,0 0 0,-1 0 1,1 0-1,-1 0 0,-7-4 0,4 4 3,0 1 0,-1-1-1,1 2 1,-1-1-1,0 1 1,0 0 0,0 1-1,0 0 1,0 0-1,0 1 1,-18 2 0,22-2-1,-1 1-1,0 0 1,1 0 0,-1 0 0,0 1 0,1 0 0,0 0 0,-1 0 0,1 1 0,0 0 0,0-1-1,0 2 1,1-1 0,-1 1 0,1-1 0,0 1 0,0 1 0,0-1 0,-4 7 0,7-11 0,1 0-1,0 1 1,-1-1 0,1 1 0,-1-1 0,1 1 0,0-1 0,-1 1-1,1-1 1,0 1 0,0-1 0,0 1 0,-1-1 0,1 1 0,0 0 0,0-1-1,0 1 1,0-1 0,0 1 0,0-1 0,0 1 0,0 0 0,0-1-1,0 1 1,0-1 0,1 1 0,-1 0 0,0-1 0,0 1 0,0-1 0,1 1-1,-1-1 1,0 1 0,1-1 0,-1 1 0,0-1 0,1 0 0,-1 1-1,1-1 1,-1 1 0,1-1 0,-1 0 0,1 1 0,0-1 0,28 3 5,-21-4-4,65-2 7,106-19 1,-153 18-9,12-1 7,58 1 1,-93 4-8,0 0 1,0 1 0,0 0 0,0-1-1,-1 1 1,1 0 0,0 1 0,0-1 0,-1 0-1,1 1 1,-1-1 0,1 1 0,-1 0-1,1 0 1,-1 0 0,0 0 0,0 0-1,0 1 1,3 4 0,3 6 4,0 0-1,10 24 1,-9-17-2,-4-8-2,0 0 1,-1 1-1,3 17 1,6 17-63,-12-45-63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4.494"/>
    </inkml:context>
    <inkml:brush xml:id="br0">
      <inkml:brushProperty name="width" value="0.05" units="cm"/>
      <inkml:brushProperty name="height" value="0.05" units="cm"/>
      <inkml:brushProperty name="color" value="#008C3A"/>
    </inkml:brush>
  </inkml:definitions>
  <inkml:trace contextRef="#ctx0" brushRef="#br0">10 1 31943,'0'0'789,"-1"3"-773,-2 15-15,0-1-1,2 1 1,0 0-1,0-1 0,3 23 1,0 9-1,-2-11 0,4 171 0,-1-168 0,2-1 0,2 0 0,13 44 0,-16-67-341,-4-29-598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4.766"/>
    </inkml:context>
    <inkml:brush xml:id="br0">
      <inkml:brushProperty name="width" value="0.05" units="cm"/>
      <inkml:brushProperty name="height" value="0.05" units="cm"/>
      <inkml:brushProperty name="color" value="#008C3A"/>
    </inkml:brush>
  </inkml:definitions>
  <inkml:trace contextRef="#ctx0" brushRef="#br0">0 132 32215,'0'0'504,"10"-12"-496,14 9-8,9-3 8,3-3 0,20-3-8,4-6 0,3-3 0,-1 4 0,1-1-24,-16 6-48,-21 9-288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4.973"/>
    </inkml:context>
    <inkml:brush xml:id="br0">
      <inkml:brushProperty name="width" value="0.05" units="cm"/>
      <inkml:brushProperty name="height" value="0.05" units="cm"/>
      <inkml:brushProperty name="color" value="#008C3A"/>
    </inkml:brush>
  </inkml:definitions>
  <inkml:trace contextRef="#ctx0" brushRef="#br0">1 87 31287,'0'0'1424,"132"24"-1416,-96-24 0,4-3 0,6-18-8,4-12-8,-14 3-40,-6 6-408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8.001"/>
    </inkml:context>
    <inkml:brush xml:id="br0">
      <inkml:brushProperty name="width" value="0.05" units="cm"/>
      <inkml:brushProperty name="height" value="0.05" units="cm"/>
      <inkml:brushProperty name="color" value="#008C3A"/>
    </inkml:brush>
  </inkml:definitions>
  <inkml:trace contextRef="#ctx0" brushRef="#br0">6 682 31311,'0'0'1357,"-5"-6"-1310,5 6-47,0 0 1,0 0 0,0 0 0,0 0-1,0-1 1,0 1 0,0 0-1,0 0 1,0 0 0,-1 0-1,1 0 1,0 0 0,0-1-1,0 1 1,0 0 0,0 0 0,0 0-1,0 0 1,0 0 0,0-1-1,0 1 1,0 0 0,0 0-1,0 0 1,0 0 0,0 0-1,0-1 1,0 1 0,0 0 0,0 0-1,0 0 1,1 0 0,-1 0-1,0-1 1,0 1 0,0 0-1,0 0 1,0 0 0,0 0-1,0 0 1,0 0 0,1 0 0,-1 0-1,0-1 1,0 1 0,0 0-1,0 0 1,0 0 0,0 0-1,1 0 1,-1 0 0,0 0-1,0 0 1,0 0 0,0 0-1,0 0 1,1 0 0,-1 0 0,0 0-1,0 0 1,0 0 0,323-23 0,-23-12-1,345-45 0,1065-117 0,-1579 184 0,1202-124 1,-1251 129 1,-1-4 0,-1-4-1,97-32 1,-102 23-2,1 4 0,1 3 0,118-12 0,-184 28-27,-19 2 7,-13 0-328,2-5-713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8.398"/>
    </inkml:context>
    <inkml:brush xml:id="br0">
      <inkml:brushProperty name="width" value="0.05" units="cm"/>
      <inkml:brushProperty name="height" value="0.05" units="cm"/>
      <inkml:brushProperty name="color" value="#008C3A"/>
    </inkml:brush>
  </inkml:definitions>
  <inkml:trace contextRef="#ctx0" brushRef="#br0">50 1 30583,'0'0'2160,"-7"0"-2152,7 0-7,0 0-1,-1 0 0,1 0 0,0 0 0,0 0 0,0 0 0,0 0 0,-1 0 0,1 0 1,0 0-1,0 0 0,0 0 0,0 0 0,-1 0 0,1 0 0,0 0 0,0 0 0,0 0 1,0 0-1,0 1 0,0-1 0,-1 0 0,1 0 0,0 0 0,0 0 0,0 0 0,0 0 1,0 1-1,0-1 0,0 0 0,0 0 0,0 0 0,0 0 0,0 1 0,0-1 0,-1 0 0,1 0 1,0 0-1,0 0 0,0 1 0,0-1 0,0 0 0,1 0 0,-1 0 0,0 0 0,0 1 1,0-1-1,0 0 0,0 0 0,0 0 0,0 0 0,0 0 0,0 1 0,0-1 0,0 0 1,1 0-1,27 41 0,2-2 0,1 0 0,3-3 0,0 0 0,3-3 1,0 0-1,2-3 0,44 26 0,-53-42 0,-25-13 0,0 1 0,-1 0 0,0 0 0,1 0 0,-1 0 0,6 5 0,-10-5 1,0 0 0,0 0-1,-1 0 1,1 1-1,-1-1 0,0 0 1,0 0-1,1 0 1,-1-1-1,0 1 1,-1 0-1,1 0 0,0 0 1,-1-1-1,1 1 1,0-1-1,-3 2 1,-32 25-2,18-15 1,-244 211-4,197-167-11,5-7-46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8.907"/>
    </inkml:context>
    <inkml:brush xml:id="br0">
      <inkml:brushProperty name="width" value="0.05" units="cm"/>
      <inkml:brushProperty name="height" value="0.05" units="cm"/>
      <inkml:brushProperty name="color" value="#008C3A"/>
    </inkml:brush>
  </inkml:definitions>
  <inkml:trace contextRef="#ctx0" brushRef="#br0">1 104 32359,'0'0'384,"248"-5"-376,-166-7 0,8-6-8,-8 0 0,-15 0 0,-11 3 0,-16 3 0,-17 6-16,-27 6-120,-25 0-504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9.194"/>
    </inkml:context>
    <inkml:brush xml:id="br0">
      <inkml:brushProperty name="width" value="0.05" units="cm"/>
      <inkml:brushProperty name="height" value="0.05" units="cm"/>
      <inkml:brushProperty name="color" value="#008C3A"/>
    </inkml:brush>
  </inkml:definitions>
  <inkml:trace contextRef="#ctx0" brushRef="#br0">7 0 32207,'0'0'533,"-2"15"-523,-1 37-8,1 0 1,10 92 0,40 154-13,-44-249-1301,-4-43-3496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39.736"/>
    </inkml:context>
    <inkml:brush xml:id="br0">
      <inkml:brushProperty name="width" value="0.05" units="cm"/>
      <inkml:brushProperty name="height" value="0.05" units="cm"/>
      <inkml:brushProperty name="color" value="#008C3A"/>
    </inkml:brush>
  </inkml:definitions>
  <inkml:trace contextRef="#ctx0" brushRef="#br0">1027 78 31967,'0'0'668,"-33"-12"-627,-109-38-17,131 46-22,-1 1-1,1 1 1,-1-1 0,1 2-1,-1-1 1,0 2-1,1 0 1,-1 0-1,0 1 1,-13 2 0,12-1-1,-9 3 2,-1 0-1,0 1 1,1 2-1,1 0 1,-1 1-1,-27 17 1,9-1-1,0 1 0,-40 36 0,33-22 0,1 3 0,-54 66 0,78-83-1,2 2-1,2 0 1,0 1-1,2 0 0,1 2 1,-11 32-1,19-41 1,1-1 1,1 1-1,2 0 0,0 1 0,0 26 0,3-34-1,0 0 0,1 0 0,1-1 0,1 1 0,0-1 0,0 0 0,1 1 0,13 25 0,-4-18 0,0-1 0,2 0 0,1-1 0,0 0 0,2-2 0,0 0 0,1-1 0,32 23 0,-13-14 0,1-2 0,1-2 0,83 33 0,-80-40 0,1-2 0,1-1 0,71 8 0,139-8 0,-223-12 0,0-2 0,0-1 0,-1-1 0,1-2 0,-1-2 0,0 0 0,-1-2 0,52-25 0,-52 20 1,0-2-1,-1 0 1,-2-2-1,0-1 1,36-35 0,-50 42-1,0-1 0,-1 0 1,-1-1-1,0 0 0,-1-1 1,-1 0-1,0-1 1,-2 1-1,1-2 0,-2 1 1,6-25-1,-7 14 0,-1-1 0,-2 0 0,0-1 0,-2 1 0,-2 0 0,0 0 0,-2 0 0,-1 0 0,-1 1 0,-1 0 0,-2 0 0,-1 0 0,-1 1 0,-1 1 0,-2 0 0,0 1 0,-2 0 0,-1 1 0,0 1 0,-34-34 0,39 44 0,-1 1 0,1 1 0,-2 0 0,0 1-1,0 0 1,0 1 0,-1 1 0,-1 0 0,1 1 0,-1 0 0,-24-5 0,-21 0-31,-1 4 1,-113-2 0,35 9-294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41.280"/>
    </inkml:context>
    <inkml:brush xml:id="br0">
      <inkml:brushProperty name="width" value="0.05" units="cm"/>
      <inkml:brushProperty name="height" value="0.05" units="cm"/>
      <inkml:brushProperty name="color" value="#008C3A"/>
    </inkml:brush>
  </inkml:definitions>
  <inkml:trace contextRef="#ctx0" brushRef="#br0">10 153 29958,'0'0'2557,"0"-11"-2484,0-33-17,0 44-52,0-1-1,0 0 1,0 1-1,0-1 1,0 1-1,0-1 1,0 1-1,0-1 1,-1 1-1,1-1 1,0 1-1,0-1 1,-1 1-1,1-1 1,0 1-1,-1-1 1,1 1-1,0-1 1,-1 1-1,1 0 1,-1-1-1,1 1 1,-1 0-1,1-1 1,-1 1-1,0 0 1,0 0-1,10 4-1,14 2-2,0-1 0,0-1 0,1 0 0,33-1 0,-35-1 0,196 5 6,104-5-5,1269-53 8,-1031 25-10,-476 23 1,451-12 1,-534 14 5,-1-3-6,-11-9-194,-1 4-331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41.648"/>
    </inkml:context>
    <inkml:brush xml:id="br0">
      <inkml:brushProperty name="width" value="0.05" units="cm"/>
      <inkml:brushProperty name="height" value="0.05" units="cm"/>
      <inkml:brushProperty name="color" value="#008C3A"/>
    </inkml:brush>
  </inkml:definitions>
  <inkml:trace contextRef="#ctx0" brushRef="#br0">242 0 32255,'0'0'453,"9"11"-441,-2-3-9,3 4 1,1 0 0,1 0 0,0-1 0,21 16 0,22 8 2,-23-15-4,0 1 1,-2 1-1,37 36 1,-59-50-3,-1-1 0,0 2 0,0-1 0,-1 1 0,0 0 0,-1 1 0,0-1 0,0 1 0,-1 0 0,0 0 0,-1 1 0,0-1 0,-1 1 0,0-1 0,0 1 0,-1 14 0,-1-23 0,1 0 0,-1 0 0,0 1 0,0-1 0,0 0 0,0 0 0,-1 0 0,1 0 0,0 0 0,-1 1 0,0-1 0,1 0 0,-1 0 0,0 0 0,0 0 0,0-1 0,0 1 0,-1 0 0,1 0 0,0-1 0,-1 1 0,1-1 0,-1 1 0,1-1 0,-1 1 0,0-1 0,0 0 0,0 0 0,-3 2 0,-240 128 0,131-74 0,-92 56-411,173-98-1346</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42.236"/>
    </inkml:context>
    <inkml:brush xml:id="br0">
      <inkml:brushProperty name="width" value="0.05" units="cm"/>
      <inkml:brushProperty name="height" value="0.05" units="cm"/>
      <inkml:brushProperty name="color" value="#008C3A"/>
    </inkml:brush>
  </inkml:definitions>
  <inkml:trace contextRef="#ctx0" brushRef="#br0">4 63 17364,'0'0'15363,"-3"-1"-15352,14-1-7,101 1 1,-1-5 1,129-23 0,-199 23-7,-29 5-6,0 0-1,1-2 1,16-4-1,-29 7 2,0 0-1,0 0 0,1 0 1,-1 0-1,0 0 0,0 0 1,0 0-1,0 0 0,0 0 1,1 0-1,-1 0 0,0 0 1,0 0-1,0 0 0,0 0 1,0 0-1,1 0 0,-1 0 1,0 0-1,0 0 0,0 0 1,0 0-1,0 0 0,1 0 1,-1 0-1,0 0 0,0-1 1,0 1-1,0 0 0,0 0 1,0 0-1,0 0 0,0 0 1,1 0-1,-1 0 0,0-1 1,0 1-1,0 0 0,0 0 1,0 0-1,0 0 0,0 0 1,0-1-1,0 1 0,0 0 1,0 0-1,0 0 0,0 0 1,0 0-1,0-1 0,0 1 1,0 0-1,0 0 0,0 0 1,0 0-1,0 0 0,0-1 1,0 1-1,-1 0 0,1 0 1,0 0-1,0 0 0,0 0 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42.507"/>
    </inkml:context>
    <inkml:brush xml:id="br0">
      <inkml:brushProperty name="width" value="0.05" units="cm"/>
      <inkml:brushProperty name="height" value="0.05" units="cm"/>
      <inkml:brushProperty name="color" value="#008C3A"/>
    </inkml:brush>
  </inkml:definitions>
  <inkml:trace contextRef="#ctx0" brushRef="#br0">13 0 31599,'0'0'1115,"0"0"-1115,0 0 1,-1 0 0,1 0-1,0 0 1,-1 0 0,1 0 0,-1 1-1,1-1 1,0 0 0,-1 0-1,1 0 1,0 0 0,0 0-1,-1 1 1,1-1 0,0 0 0,-1 0-1,1 1 1,0-1 0,0 0-1,-1 0 1,1 1 0,0-1-1,0 0 1,0 1 0,0-1 0,-1 0-1,1 1 1,0-1 0,0 0-1,0 1 1,0-1 0,0 0-1,0 1 1,0-1 0,0 0 0,0 1-1,0-1 1,0 0 0,0 1-1,0 0 1,-2 12-1,0 0 0,2 1 0,-1 0 0,3 19 0,-1 8 0,1-6 0,1 0-1,2 0 1,1 0-1,2-1 1,1 1 0,21 48-1,-29-79-18,1 1 0,0-1 0,0 1 0,0-1 0,0 0 0,1 0 0,0 0 0,0 0 0,0-1 0,0 1 0,1-1 0,-1 1 0,7 3 0,0-3-640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43.065"/>
    </inkml:context>
    <inkml:brush xml:id="br0">
      <inkml:brushProperty name="width" value="0.05" units="cm"/>
      <inkml:brushProperty name="height" value="0.05" units="cm"/>
      <inkml:brushProperty name="color" value="#008C3A"/>
    </inkml:brush>
  </inkml:definitions>
  <inkml:trace contextRef="#ctx0" brushRef="#br0">887 60 31863,'0'0'761,"-30"-9"-726,-98-29-24,114 35-11,0 0 0,-1 0 0,1 1 0,0 1 0,-1 1 0,0 0 0,1 0 0,0 2 1,-1 0-1,1 0 0,0 2 0,0-1 0,-16 8 0,26-10 0,-39 14 1,1 1 1,0 2-1,1 2 0,2 1 0,-50 36 1,71-44-2,1 0 1,0 2 0,1 0 0,0 1-1,1 0 1,1 1 0,1 1 0,0 0-1,1 1 1,1 0 0,1 1 0,-14 38-1,20-42 1,0-1 0,1 1 0,0 0 0,2 0-1,-1 1 1,2-1 0,0 0 0,2 0 0,-1 0-1,2 0 1,0 0 0,1 0 0,0-1 0,2 1-1,-1-1 1,2 0 0,0-1 0,1 0 0,14 21-1,-2-10 1,0-2 0,2 0-1,0-1 1,2-1 0,0-1 0,1-1-1,1-2 1,1 0 0,1-2-1,0-1 1,0-1 0,2-1-1,-1-2 1,1-1 0,1-1 0,0-2-1,0-1 1,43 2 0,-49-6-1,1 0 0,-1-2 1,1 0-1,-1-2 0,0-1 1,0-1-1,43-14 0,-37 7 3,-1-2-1,-1-1 1,-1-1 0,0-2-1,-1 0 1,0-2-1,-2-1 1,32-33-1,-42 36 0,0 0-1,-1-1 0,-1 0 0,-1-1 0,0-1 1,-2 0-1,0 0 0,-2-1 0,0 0 0,-1 0 1,-2-1-1,5-36 0,-6 28-1,-2 0 0,-1 0 0,-6-55 0,4 73 0,-2 0 0,0 0 0,0 1 0,-1-1 0,-1 1 0,0-1 0,0 1 0,-2 1 0,1-1 0,-1 1 0,-13-15 0,12 16-1,-1 1 1,0-1-1,-1 1 1,0 1-1,-1 0 0,1 0 1,-2 1-1,1 0 0,-1 1 1,0 1-1,0 0 1,-23-7-1,-21 3-50,-1 3 1,-110 1-1,39 5-445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5.771"/>
    </inkml:context>
    <inkml:brush xml:id="br0">
      <inkml:brushProperty name="width" value="0.05" units="cm"/>
      <inkml:brushProperty name="height" value="0.05" units="cm"/>
    </inkml:brush>
  </inkml:definitions>
  <inkml:trace contextRef="#ctx0" brushRef="#br0">1 1045 31591,'0'0'1119,"9"-25"-1111,-2 7-8,53-161 9,14-115 8,53-171-18,-124 454 1,9-23 0,-12 33 0,0 0 0,1 0 0,-1 0 0,0 0 0,1 0 0,0 0 0,-1 0 0,1 0-1,-1 0 1,1 0 0,0 0 0,0 1 0,0-1 0,-1 0 0,1 0 0,0 1 0,0-1 0,0 0 0,0 1 0,2-2 0,-1 3-1,-1-1 1,1 0 0,-1 1 0,1-1-1,-1 1 1,1 0 0,-1-1 0,0 1-1,1 0 1,-1 0 0,0 0 0,0 0-1,0 0 1,1 0 0,-1 0-1,0 0 1,0 0 0,-1 1 0,1-1-1,0 0 1,0 1 0,-1-1 0,2 3-1,3 5 1,86 142 3,-8 3-1,110 286 1,-182-409-20,12 53-1,-23-84 15,0 0 0,0 1 0,0-1 0,1 0-1,-1 0 1,0 1 0,0-1 0,0 0-1,0 1 1,0-1 0,0 0 0,0 0 0,1 1-1,-1-1 1,0 0 0,0 1 0,0-1 0,0 0-1,0 1 1,0-1 0,-1 0 0,1 1 0,0-1-1,0 0 1,0 0 0,0 1 0,0-1 0,0 0-1,0 1 1,-1-1 0,1 0 0,0 0 0,0 1-1,0-1 1,-1 0 0,1 0 0,0 0 0,0 1-1,-1-1 1,1 0 0,0 0 0,0 0 0,-1 0-1,1 1 1,0-1 0,-1 0 0,1 0-1,0 0 1,0 0 0,-1 0 0,1 0 0,0 0-1,-1 0 1,1 0 0,0 0 0,-1 0 0,1 0-1,0 0 1,-1 0 0,1 0 0,-1-1 0,-19 1-420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6.343"/>
    </inkml:context>
    <inkml:brush xml:id="br0">
      <inkml:brushProperty name="width" value="0.05" units="cm"/>
      <inkml:brushProperty name="height" value="0.05" units="cm"/>
    </inkml:brush>
  </inkml:definitions>
  <inkml:trace contextRef="#ctx0" brushRef="#br0">0 127 31583,'0'0'1001,"26"0"-986,181-1 9,-139-4-9,71-16 0,46-5-562,-184 26 552,0 0 0,0-1 0,1 1 0,-1 0 0,0 0 0,0 0 1,0 0-1,1 1 0,-1-1 0,0 0 0,0 0 0,0 1 1,0-1-1,0 0 0,1 1 0,-1 0 0,0-1 0,0 1 1,0-1-1,0 1 0,0 0 0,0 1 0,0 0 34,0 0 1,0 0-1,0 0 0,-1 0 0,1 0 0,-1 1 1,1-1-1,-1 0 0,0 4 0,2 11-137,1 1 106,1 0 1,0-1 0,12 28-1,-4-22 7,-7-22 5,-3-14-7,0-1-11,1 1-1,0-1 1,1 1-1,0 0 1,1 0-1,1 0 1,0 1-1,0-1 1,1 1-1,1 1 1,0 0-1,1 0 1,0 0-1,0 1 1,18-14-1,-22 20-1,-1 1-1,1 1 0,0-1 0,0 1 0,0-1 1,0 2-1,9-3 0,-12 3 0,0 0 0,0 1 0,1 0 0,-1-1 0,0 1-1,0 0 1,0 0 0,0 0 0,0 0 0,0 1 0,0-1 0,0 1-1,0-1 1,0 1 0,0 0 0,0-1 0,0 1 0,0 0 0,0 0 0,-1 0-1,1 1 1,0-1 0,1 2 0,2 4 0,-1-1 1,-1 1 0,1 0-1,-1 0 1,0 0-1,-1 1 1,1-1-1,1 12 1,6 63 1,-9-19-337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6.598"/>
    </inkml:context>
    <inkml:brush xml:id="br0">
      <inkml:brushProperty name="width" value="0.05" units="cm"/>
      <inkml:brushProperty name="height" value="0.05" units="cm"/>
    </inkml:brush>
  </inkml:definitions>
  <inkml:trace contextRef="#ctx0" brushRef="#br0">1 1 31775,'0'0'848,"1"27"-833,-1-2-14,0 23 2,13 84 1,4-38 1,4 0 0,46 124 1,-66-215-8,1 2 0,-1-1-1,1 0 0,-1 0 0,1 0 0,1 0 0,-1-1 1,0 1-1,4 3 0,-5-6-100,-1-2-189,0-4-309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6.900"/>
    </inkml:context>
    <inkml:brush xml:id="br0">
      <inkml:brushProperty name="width" value="0.05" units="cm"/>
      <inkml:brushProperty name="height" value="0.05" units="cm"/>
    </inkml:brush>
  </inkml:definitions>
  <inkml:trace contextRef="#ctx0" brushRef="#br0">1 2 29030,'0'0'3466,"12"0"-3430,40-1-7,132 3 25,-178-2-54,-1 1 1,0 0-1,1 1 1,-1-1-1,0 1 0,1 0 1,-1 0-1,0 1 1,0 0-1,-1 0 0,1 0 1,-1 0-1,1 1 0,-1-1 1,0 1-1,0 0 1,-1 0-1,1 1 0,-1-1 1,0 1-1,0 0 1,0 0-1,2 6 0,0 3 1,0 0 0,-1 1-1,0-1 1,-2 1 0,1 0-1,-2 0 1,0 22 0,0-35-29,-1-1-1,0 1 1,0 0 0,0 0 0,-1-1 0,1 1 0,0 0 0,-1-1 0,1 1 0,-1 0 0,1-1 0,-1 1 0,0 0 0,1-1 0,-1 1 0,0-1-1,0 1 1,0-1 0,-1 0 0,0 2 0,-9 7-1918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7.107"/>
    </inkml:context>
    <inkml:brush xml:id="br0">
      <inkml:brushProperty name="width" value="0.05" units="cm"/>
      <inkml:brushProperty name="height" value="0.05" units="cm"/>
    </inkml:brush>
  </inkml:definitions>
  <inkml:trace contextRef="#ctx0" brushRef="#br0">0 22 30743,'0'0'1968,"13"-21"-2088,11 21-80,-1 0-1488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7.665"/>
    </inkml:context>
    <inkml:brush xml:id="br0">
      <inkml:brushProperty name="width" value="0.05" units="cm"/>
      <inkml:brushProperty name="height" value="0.05" units="cm"/>
    </inkml:brush>
  </inkml:definitions>
  <inkml:trace contextRef="#ctx0" brushRef="#br0">409 60 31151,'0'0'1080,"-7"-5"-1013,-4-2-42,0 0 1,0 1 0,-1 0 0,0 1 0,0 0 0,-1 1 0,1 0 0,-1 1-1,-21-2 1,6 5-18,18-2-7,1 2-1,-1 0 0,1 0 0,0 1 1,-1 0-1,1 0 0,-1 1 0,1 0 0,0 1 1,0 0-1,-9 4 0,11-2 0,-1-1 0,1 1 0,0 0 0,0 1 0,0-1 0,1 1 0,0 1 0,0-1 0,0 1 1,1 0-1,0 1 0,1-1 0,0 1 0,0 0 0,0 0 0,1 0 0,0 0 0,1 1 0,-1-1 0,2 1 0,-1-1 0,1 10 0,1-15 1,-2 9 0,1 0 0,1 0 0,0 0 0,0 0 0,4 17 0,-3-26-1,0 0 0,-1 0 0,1 0 0,1-1 0,-1 1 0,0 0 0,1-1 0,-1 1 1,1-1-1,0 1 0,0-1 0,0 0 0,0 0 0,0 0 0,1 0 0,-1 0 0,0 0 0,1-1 0,-1 1 0,1-1 0,0 0 0,0 1 0,-1-1 0,1-1 0,0 1 0,0 0 0,5 0 0,5 0 1,0 0 1,0-1-1,-1-1 0,1 0 0,0-1 0,-1 0 1,1 0-1,-1-2 0,0 1 0,1-2 0,-2 0 0,1 0 1,-1-1-1,0 0 0,0-1 0,0 0 0,-1-1 1,0 0-1,-1-1 0,0 0 0,0 0 0,-1-1 0,0 0 1,0-1-1,7-14 0,-8-1 1,-6 22-3,3 11 0,2 5 1,-1-1-1,1-1 1,0 0-1,1-1 0,0 1 0,10 9 1,-13-15-2,1 0 0,0 0 0,0 0 0,0 0 0,1-1-1,-1 0 1,1 0 0,0 0 0,0-1 0,0 0 0,0 0 0,8 1 0,100 7-1110,-61-9-3074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8.046"/>
    </inkml:context>
    <inkml:brush xml:id="br0">
      <inkml:brushProperty name="width" value="0.05" units="cm"/>
      <inkml:brushProperty name="height" value="0.05" units="cm"/>
    </inkml:brush>
  </inkml:definitions>
  <inkml:trace contextRef="#ctx0" brushRef="#br0">1 1 32303,'0'0'364,"0"21"-367,0 329 2,14-103-32,-6-150 5,-7-73-398,-1-22-567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8.349"/>
    </inkml:context>
    <inkml:brush xml:id="br0">
      <inkml:brushProperty name="width" value="0.05" units="cm"/>
      <inkml:brushProperty name="height" value="0.05" units="cm"/>
    </inkml:brush>
  </inkml:definitions>
  <inkml:trace contextRef="#ctx0" brushRef="#br0">1 20 31551,'0'0'888,"35"-4"-872,119-9 0,-146 12-15,1 0 1,-1 1 0,1 0-1,-1 1 1,1 0-1,-1 0 1,1 1-1,-1 0 1,0 0-1,0 1 1,0 0-1,0 0 1,0 1-1,-1 0 1,0 1-1,0 0 1,0 0 0,0 0-1,8 9 1,-11-11-2,-1 0 1,0 0-1,0 0 1,0 0-1,-1 0 1,1 1 0,-1 0-1,0-1 1,0 1-1,0 0 1,0 0-1,0 0 1,-1 0 0,0 0-1,0 0 1,0 0-1,0 1 1,-1-1-1,0 0 1,0 1 0,0-1-1,0 0 1,-2 7-1,0-5 1,0 1 0,0-1 0,-1 0-1,0 0 1,-1 0 0,1 0 0,-1-1-1,0 1 1,0-1 0,-1 0 0,0 0 0,1-1-1,-2 1 1,-6 4 0,-5 2-69,-1 0 1,0-1-1,-1 0 0,1-2 1,-2 0-1,1-1 1,-1-1-1,-1-1 0,-29 4 1,4-7-913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8.733"/>
    </inkml:context>
    <inkml:brush xml:id="br0">
      <inkml:brushProperty name="width" value="0.05" units="cm"/>
      <inkml:brushProperty name="height" value="0.05" units="cm"/>
    </inkml:brush>
  </inkml:definitions>
  <inkml:trace contextRef="#ctx0" brushRef="#br0">172 0 32039,'0'0'481,"-27"26"-458,-80 82 0,102-103-22,1 1 1,0-1 0,0 0-1,0 1 1,1 0 0,0 0-1,-3 8 1,5-10-1,0 0 0,1-1 0,-1 1 0,1 0 1,0 0-1,0 0 0,0 5 0,1 7 2,-2 10 3,0-18-4,1 1-1,0 0 0,0 0 1,1-1-1,2 13 1,-2-19-2,0 1 0,0-1 1,0 0-1,0 0 0,0 0 1,0 0-1,0 0 0,1 0 1,-1 0-1,1 0 0,-1-1 1,1 1-1,0-1 0,0 1 0,-1-1 1,1 1-1,0-1 0,0 0 1,1 0-1,-1 0 0,0 0 1,0 0-1,0-1 0,5 2 1,1-1 1,1 1 1,-1-1-1,1 0 1,-1-1-1,1 0 0,0 0 1,-1-1-1,1 0 1,-1 0-1,13-4 1,-17 3-3,1 0 1,-1 0 0,0 0-1,1-1 1,-1 0 0,0 1-1,-1-1 1,1 0 0,0-1-1,-1 1 1,0-1 0,0 0-1,0 1 1,0-1-1,0-1 1,-1 1 0,0 0-1,0-1 1,3-7 0,-2-2-3,-1-1 1,0 1-1,-1-1 1,-1 0-1,0 0 1,-4-27-1,3 37-17,0 0 0,0 1 1,0-1-1,-1 1 0,1-1 0,-1 1 0,-1 0 0,1 0 1,0 0-1,-1 0 0,0 0 0,0 0 0,-4-3 1,-3-5-227,-3-3-707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9.160"/>
    </inkml:context>
    <inkml:brush xml:id="br0">
      <inkml:brushProperty name="width" value="0.05" units="cm"/>
      <inkml:brushProperty name="height" value="0.05" units="cm"/>
    </inkml:brush>
  </inkml:definitions>
  <inkml:trace contextRef="#ctx0" brushRef="#br0">2 1 8418,'0'0'24212,"-1"6"-24196,0 11-16,1 1 0,1-1 0,1 0 0,0 0 1,1 0-1,1 0 0,7 22 0,2 11 0,5 26-77,-4 0 0,-3 0 0,2 102 0,-13-177-347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9.415"/>
    </inkml:context>
    <inkml:brush xml:id="br0">
      <inkml:brushProperty name="width" value="0.05" units="cm"/>
      <inkml:brushProperty name="height" value="0.05" units="cm"/>
    </inkml:brush>
  </inkml:definitions>
  <inkml:trace contextRef="#ctx0" brushRef="#br0">1 32 27390,'0'0'5158,"26"-6"-5139,87-17-4,-109 22-15,1 0 1,0 1-1,0-1 1,1 1 0,-1 1-1,0-1 1,0 1-1,-1-1 1,1 2 0,0-1-1,0 0 1,0 1-1,-1 0 1,1 0 0,0 0-1,-1 1 1,0-1-1,0 1 1,0 0 0,0 1-1,0-1 1,-1 0 0,1 1-1,-1 0 1,5 7-1,-4-5 1,-1 0-1,0 0 1,-1 0 0,1 0-1,-1 0 1,0 0-1,-1 1 1,0-1-1,0 0 1,0 1 0,0-1-1,-1 1 1,0 0-1,-1-1 1,0 1-1,-2 10 1,1-12-3,0-1 0,-1 1-1,1-1 1,-1 0 0,0 0 0,0 0-1,0 0 1,-1 0 0,1-1 0,-1 1 0,0-1-1,0 0 1,0 0 0,-1 0 0,1-1 0,-1 0-1,1 0 1,-7 2 0,-3 2-38,0-2 1,-1 0-1,0 0 1,-28 2-1,8-5-400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9.702"/>
    </inkml:context>
    <inkml:brush xml:id="br0">
      <inkml:brushProperty name="width" value="0.05" units="cm"/>
      <inkml:brushProperty name="height" value="0.05" units="cm"/>
    </inkml:brush>
  </inkml:definitions>
  <inkml:trace contextRef="#ctx0" brushRef="#br0">1 1 32287,'0'0'336,"10"184"-336,3-91 0,-3 2 8,3-3 0,4-12-8,-8-8 0,5-19 0,-8-11 0,1-18 0,0-6-56,-7-12-128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0.100"/>
    </inkml:context>
    <inkml:brush xml:id="br0">
      <inkml:brushProperty name="width" value="0.05" units="cm"/>
      <inkml:brushProperty name="height" value="0.05" units="cm"/>
    </inkml:brush>
  </inkml:definitions>
  <inkml:trace contextRef="#ctx0" brushRef="#br0">1 28 32047,'0'0'561,"26"-4"-547,-3 1-12,142-12 5,-14 10-8,-150 5 0,0 0 0,0 0 1,0 1-1,0-1 1,0 0-1,0 1 0,-1-1 1,1 0-1,0 1 1,0-1-1,0 1 0,-1-1 1,1 1-1,0 0 1,-1-1-1,1 1 0,0 0 1,-1-1-1,1 1 1,-1 0-1,1 0 0,-1 0 1,1 0-1,-1-1 0,0 1 1,1 0-1,-1 0 1,0 0-1,0 0 0,0 0 1,1 0-1,-1 0 1,0 0-1,-1 1 0,0 39 1,0-34 0,-1 4 3,0-1-1,-1 1 0,0 0 0,-1-1 0,-9 18 1,9-19-3,-1 0 0,2 0 0,-1 0 0,1 1 0,1-1 1,-1 1-1,2 0 0,-2 11 0,3-10 0,1 13 0,-1-24 0,1 1 0,-1 0 0,0 0 0,1-1 0,-1 1 0,1 0 0,-1-1 0,1 1 0,-1 0 0,1-1 0,-1 1 0,1-1 0,-1 1 0,1-1 0,0 1 0,-1-1 0,1 0 0,0 1 0,0-1 0,-1 0 0,1 1 0,0-1 0,0 0 0,-1 0 0,3 1 0,5 0 2,0 0 0,0-1 0,1 1-1,-1-1 1,0-1 0,0 0 0,0 0 0,1 0 0,-1-1 0,0 0-1,-1-1 1,10-4 0,-14 5-2,1 0 0,0 0 0,-1-1 0,1 0 0,-1 0 0,0 0 0,0 0 0,0 0 0,0-1 0,-1 1 0,1-1-1,-1 0 1,0 1 0,0-1 0,0 0 0,0 0 0,-1-1 0,0 1 0,0 0 0,0 0 0,0-1 0,-1 1 0,0 0 0,0-7 0,1 5-9,-1 0 1,0 0 0,0 1-1,-1-1 1,1 0 0,-1 0-1,0 1 1,-1-1 0,0 0-1,0 1 1,0-1 0,0 1-1,-1 0 1,0 0 0,0 0-1,0 0 1,-1 0 0,0 1-1,-6-7 1,-31-25-272,-1 5-344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0.419"/>
    </inkml:context>
    <inkml:brush xml:id="br0">
      <inkml:brushProperty name="width" value="0.05" units="cm"/>
      <inkml:brushProperty name="height" value="0.05" units="cm"/>
    </inkml:brush>
  </inkml:definitions>
  <inkml:trace contextRef="#ctx0" brushRef="#br0">2 1 32127,'0'0'513,"-1"13"-473,2 34-38,2 0 1,17 89-1,-5-42-2,-6-26-34,8 49-138,2 145-1,-19-260-648</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0.704"/>
    </inkml:context>
    <inkml:brush xml:id="br0">
      <inkml:brushProperty name="width" value="0.05" units="cm"/>
      <inkml:brushProperty name="height" value="0.05" units="cm"/>
    </inkml:brush>
  </inkml:definitions>
  <inkml:trace contextRef="#ctx0" brushRef="#br0">0 1 31831,'0'0'753,"25"0"-739,152 0-4,-53 0 18,-122 0-28,1 0 1,-1 0-1,0 0 0,1 1 0,-1-1 0,1 1 0,-1-1 0,0 1 1,0 0-1,1 0 0,-1 0 0,0 0 0,0 0 0,0 1 0,0-1 0,0 1 1,-1-1-1,1 1 0,0 0 0,-1-1 0,1 1 0,-1 0 0,1 0 0,-1 0 1,0 0-1,0 1 0,0-1 0,0 0 0,0 0 0,-1 1 0,1 2 1,2 8 0,-1 0 1,-1 1 0,0-1 0,-2 21 0,0-10 2,2-18-20,-1 0 0,0 0 1,-1 0-1,1-1 0,-1 1 0,0 0 1,-1 0-1,1-1 0,-1 1 1,0-1-1,-1 1 0,1-1 0,-1 0 1,0 0-1,0 0 0,-1 0 1,1-1-1,-1 1 0,0-1 1,0 0-1,-1 0 0,1 0 0,-1-1 1,0 0-1,0 0 0,-8 4 1,-14 1-1488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0.880"/>
    </inkml:context>
    <inkml:brush xml:id="br0">
      <inkml:brushProperty name="width" value="0.05" units="cm"/>
      <inkml:brushProperty name="height" value="0.05" units="cm"/>
    </inkml:brush>
  </inkml:definitions>
  <inkml:trace contextRef="#ctx0" brushRef="#br0">0 24 32199,'0'0'496,"26"-23"-632,-19 23-552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1.198"/>
    </inkml:context>
    <inkml:brush xml:id="br0">
      <inkml:brushProperty name="width" value="0.05" units="cm"/>
      <inkml:brushProperty name="height" value="0.05" units="cm"/>
    </inkml:brush>
  </inkml:definitions>
  <inkml:trace contextRef="#ctx0" brushRef="#br0">210 0 32087,'0'0'575,"-29"17"-566,-91 54-2,116-69-7,0 1 1,0 0-1,0 0 1,0 0-1,1 0 1,-1 0 0,1 1-1,0 0 1,0-1-1,0 1 1,0 0-1,1 1 1,0-1 0,-1 0-1,2 1 1,-1-1-1,0 1 1,1-1-1,0 1 1,0 0 0,0 0-1,1 0 1,0-1-1,0 7 1,-1-1 1,1-2-2,-1-1 1,1 0 0,0 0 1,0 0-1,1 0 0,2 10 0,-3-15-1,1 1 0,0-1 0,0 0 1,0-1-1,0 1 0,0 0 0,0 0 0,1 0 0,-1-1 0,1 1 1,-1 0-1,1-1 0,-1 1 0,1-1 0,0 0 0,0 0 1,0 0-1,0 0 0,0 0 0,0 0 0,3 1 0,9 2 2,-1-1 0,1 0 1,1-1-1,-1 0 0,0-1 0,0-1 0,0 0 0,1-1 0,-1-1 0,0 0 0,17-5 0,0-2-55,-1-1 0,-1-2 1,54-29-1,-30 9-586</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1.804"/>
    </inkml:context>
    <inkml:brush xml:id="br0">
      <inkml:brushProperty name="width" value="0.05" units="cm"/>
      <inkml:brushProperty name="height" value="0.05" units="cm"/>
    </inkml:brush>
  </inkml:definitions>
  <inkml:trace contextRef="#ctx0" brushRef="#br0">0 0 32319,'0'0'376,"23"235"-368,-6-140-8,-1 4 0,4 2 0,-3-6 0,-1-9 0,1-11-8,-7-13-16,6-14-40,-9-18-48,-1-15-512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2.121"/>
    </inkml:context>
    <inkml:brush xml:id="br0">
      <inkml:brushProperty name="width" value="0.05" units="cm"/>
      <inkml:brushProperty name="height" value="0.05" units="cm"/>
    </inkml:brush>
  </inkml:definitions>
  <inkml:trace contextRef="#ctx0" brushRef="#br0">1 4 32255,'0'0'412,"9"-1"-401,43-2-7,97 7 0,-131-2-5,-1 1-1,1 0 1,-1 1-1,0 1 1,0 0-1,-1 2 1,1 0-1,-1 1 1,26 16-1,-39-21 2,1 0-1,-1 0 1,1 0-1,-1 1 1,0-1 0,0 1-1,-1 0 1,1 0-1,-1 0 1,0 0 0,0 0-1,0 0 1,0 1-1,1 6 1,-2-8 0,-1 0 0,1 0 0,-1 1 0,0-1 0,0 0-1,0 0 1,0 1 0,-1-1 0,1 0 0,-1 0 0,0 1 0,0-1 0,0 0 0,0 0 0,-1 0 0,1 0-1,-1-1 1,0 1 0,1 0 0,-1-1 0,-4 5 0,-4 2-1,-1 0 0,0-1 0,-1 0 1,1-1-1,-26 12 0,9-8-7,-49 15 1,63-22-50,1 0 0,-1-2 1,0 1-1,0-2 0,0 0 0,0-1 0,0 0 0,0-1 1,-16-3-1,-4-11-1051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2.788"/>
    </inkml:context>
    <inkml:brush xml:id="br0">
      <inkml:brushProperty name="width" value="0.05" units="cm"/>
      <inkml:brushProperty name="height" value="0.05" units="cm"/>
    </inkml:brush>
  </inkml:definitions>
  <inkml:trace contextRef="#ctx0" brushRef="#br0">0 1 32183,'0'0'467,"35"5"-455,114 21-11,-123-19-1,0 0 0,0 2 0,0 1 0,-1 1 0,-1 0 0,0 2 0,0 1 0,27 23 0,-15-13 0,-28-18-9,1-1 1,-1 2-1,-1-1 0,1 1 1,7 9-1,-13-14 4,0 1-1,0 0 1,-1 0-1,1 0 1,-1 0 0,0 0-1,1 0 1,-1 0-1,-1 0 1,1 0 0,0 1-1,-1-1 1,0 0-1,1 1 1,-1-1 0,-1 0-1,1 1 1,0-1-1,-2 5 1,1-4-33,-1-1 0,1 0-1,-1 0 1,0-1 0,0 1 0,0 0 0,0-1 0,0 1-1,-1-1 1,1 1 0,-1-1 0,1 0 0,-1 0-1,0 0 1,0-1 0,0 1 0,0-1 0,-6 3 0,-2 0-155,-1 0 0,1-1 0,-1-1 0,-12 2 0,7-2 337,0-1 0,-1-1-1,-22-2 1,39 2-120,-1-1-1,1 1 1,0 0-1,-1-1 1,1 1-1,0-1 1,-1 1-1,1-1 1,0 0-1,0 0 1,0 1-1,0-1 1,0 0-1,0 0 1,0 0-1,0 0 1,0 0-1,0-1 1,0 1-1,0 0 1,1 0-1,-1 0 1,1-1-1,-1 1 1,1 0-1,-1-1 1,1 1-1,0 0 1,-1-1-1,1 1 1,0-1-1,0 1 1,0 0-1,0-1 1,0 1-1,1-1 1,-1 1-1,0 0 1,1-1-1,0-1 1,0-2-16,1-1 0,-1 0 1,1 1-1,1 0 0,-1-1 1,1 1-1,0 0 1,6-8-1,15-10-5,0 1 0,1 1 0,1 1 0,1 2 0,1 1 1,1 1-1,0 1 0,53-19 0,-76 31-3,2 0 0,-1 1 1,0 0-1,0 0 0,1 0 0,-1 1 0,1 0 1,-1 1-1,1 0 0,-1 0 0,9 1 1,-15 0-2,0 0 1,0-1-1,0 1 1,0 0-1,0 0 1,0 0-1,0 0 1,0 0-1,0 0 1,0 0-1,-1 0 1,1 0-1,0 0 1,-1 0-1,1 0 1,-1 1-1,1-1 1,-1 0-1,0 0 1,1 3 0,3 29-20,-3-27 12,1 17-3,1-1-1,1 1 1,1-1-1,12 36 1,-15-53 10,0 0 0,0 0 0,0 0 0,1-1 0,-1 1 0,1-1 0,0 0 0,0 1 0,1-1 0,-1-1 0,1 1 0,0 0 0,0-1 0,0 0 0,1 0 0,-1 0 0,1 0 0,0-1 0,-1 0 0,1 0 0,0 0 0,0-1 0,0 1 0,1-1 0,-1 0 0,9 0 0,-3-1 9,1 0 0,-1-1-1,0 0 1,0-1 0,0 0-1,21-7 1,-25 6-2,-1 0 1,1-1-1,-1 0 0,0 0 1,0 0-1,-1-1 0,1 0 1,-1 0-1,0 0 0,-1-1 1,1 1-1,4-8 0,-5 6-1,-1 1 0,1 0-1,-1-1 1,0 0 0,-1 0 0,0 0-1,0 0 1,0 0 0,-1 0-1,0 0 1,0-1 0,-1 1 0,0 0-1,-1-9 1,0 13-5,1 0 0,-1 1 0,0-1 0,0 0 0,0 1 0,0-1 0,0 1 0,-1-1 1,1 1-1,-1-1 0,1 1 0,-1 0 0,0 0 0,0 0 0,0 0 0,0 0 0,0 0 0,-1 1 0,1-1 0,0 1 0,-1-1 0,1 1 0,-5-1 1,-6-4-17,-2 1 0,1 1 0,-18-3 1,22 5-3,-14-2-351,1 1 0,-1 1 0,-29 1 0,40 1-438,-16 0-5697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3.090"/>
    </inkml:context>
    <inkml:brush xml:id="br0">
      <inkml:brushProperty name="width" value="0.05" units="cm"/>
      <inkml:brushProperty name="height" value="0.05" units="cm"/>
    </inkml:brush>
  </inkml:definitions>
  <inkml:trace contextRef="#ctx0" brushRef="#br0">1 1 30823,'0'0'1895,"0"6"-1889,3 36-5,14 78 0,2 0 0,0 135-2,-18-201-213,-1-47-267</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3.281"/>
    </inkml:context>
    <inkml:brush xml:id="br0">
      <inkml:brushProperty name="width" value="0.05" units="cm"/>
      <inkml:brushProperty name="height" value="0.05" units="cm"/>
    </inkml:brush>
  </inkml:definitions>
  <inkml:trace contextRef="#ctx0" brushRef="#br0">1 84 31519,'0'0'960,"241"-54"-968,-175 36-264,-6 6-4841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3.727"/>
    </inkml:context>
    <inkml:brush xml:id="br0">
      <inkml:brushProperty name="width" value="0.05" units="cm"/>
      <inkml:brushProperty name="height" value="0.05" units="cm"/>
    </inkml:brush>
  </inkml:definitions>
  <inkml:trace contextRef="#ctx0" brushRef="#br0">166 108 30815,'0'0'1715,"13"3"-1694,1 1-15,0-1 1,1-1-1,0-1 1,28 0-1,-40-1-5,1 0 0,-1 0 0,0 0-1,1-1 1,-1 1 0,0-1-1,0 0 1,1 0 0,-1 0 0,0-1-1,0 1 1,0-1 0,0 1 0,-1-1-1,1 0 1,0 0 0,-1 0 0,1-1-1,-1 1 1,0-1 0,1 1 0,-1-1-1,-1 0 1,1 0 0,0 1-1,-1-1 1,1-1 0,-1 1 0,0 0-1,0 0 1,0 0 0,0-1 0,0-3-1,-1 6 0,1-1 0,-1 0 0,0 0 0,0 0 0,1 1 0,-1-1 0,0 0 0,0 0 0,-1 0 0,1 0 0,0 1 0,-1-1 0,1 0 1,-1 0-1,1 1 0,-1-1 0,0 0 0,0 1 0,0-1 0,0 1 0,0-1 0,0 1 0,0-1 0,-3-1 0,0 1-1,0 1 1,0 0 0,0 0 0,-1 0 0,1 0 0,0 1-1,-1 0 1,1 0 0,-6 0 0,7 0 0,-7 1 0,-1 1 0,0-1 0,1 2 0,0-1 0,-1 2 0,1-1 0,0 1 0,1 1 0,-1 0 0,-13 10 0,0 0 0,1 2 0,1 0 0,-19 21 0,32-30 2,1 0 0,0 1 0,0 0 0,1 0 0,0 0 0,-7 18 0,11-21-1,0-1 0,0 0 0,0 0 0,1 1 1,0-1-1,0 1 0,1 0 0,-1-1 0,1 1 0,0-1 0,1 1 0,-1 0 1,1-1-1,0 1 0,3 5 0,-3-8-1,0-1 1,0 1 0,1-1-1,-1 0 1,1 0-1,0 0 1,0 0-1,-1 0 1,1 0-1,0 0 1,1-1-1,-1 1 1,0-1-1,0 1 1,1-1-1,-1 0 1,1 0-1,-1 0 1,1 0-1,-1-1 1,6 2-1,5 0 2,1-1 0,-1 0 1,17-1-1,-14 0 1,3-1-76,0 0 0,0-1 0,0-2 0,0 1 1,-1-2-1,0 0 0,1-2 0,-2 0 1,1-1-1,-1 0 0,27-19 0,2-6-3189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3.950"/>
    </inkml:context>
    <inkml:brush xml:id="br0">
      <inkml:brushProperty name="width" value="0.05" units="cm"/>
      <inkml:brushProperty name="height" value="0.05" units="cm"/>
    </inkml:brush>
  </inkml:definitions>
  <inkml:trace contextRef="#ctx0" brushRef="#br0">0 1 30406,'0'0'2254,"2"8"-2243,9 57-16,-2 1-1,-1 66 1,-9-128-167,-4-3-376</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4.157"/>
    </inkml:context>
    <inkml:brush xml:id="br0">
      <inkml:brushProperty name="width" value="0.05" units="cm"/>
      <inkml:brushProperty name="height" value="0.05" units="cm"/>
    </inkml:brush>
  </inkml:definitions>
  <inkml:trace contextRef="#ctx0" brushRef="#br0">7 18 30999,'0'0'1736,"-6"-17"-1752,6 19-32,0 22-104,0-3-568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4.571"/>
    </inkml:context>
    <inkml:brush xml:id="br0">
      <inkml:brushProperty name="width" value="0.05" units="cm"/>
      <inkml:brushProperty name="height" value="0.05" units="cm"/>
    </inkml:brush>
  </inkml:definitions>
  <inkml:trace contextRef="#ctx0" brushRef="#br0">1 0 31375,'0'0'1256,"4"28"-1241,22 176-6,-16-133-12,-10-70-9,4-24-26,4-4 34,1 0 1,2 1 0,0 0 0,2 0 0,1 2 0,0 0-1,36-43 1,-48 64 3,1 1-1,0-1 1,1 1-1,-1-1 0,0 1 1,1 0-1,-1 0 1,1 1-1,0-1 1,6-1-1,-8 2 0,0 1 0,0-1 1,0 1-1,0 0 0,0-1 0,0 1 0,0 0 1,0 0-1,0 1 0,0-1 0,-1 0 1,1 1-1,0-1 0,0 1 0,0-1 0,0 1 1,0 0-1,0 0 0,-1 0 0,1 0 0,0 0 1,-1 0-1,3 3 0,18 29 1,2 4-31,-22-35 10,-1 0 0,1-1 0,-1 0-1,1 1 1,0-1 0,-1 0-1,1 0 1,0 0 0,0 0 0,0 0-1,0 0 1,0-1 0,0 1 0,0-1-1,0 1 1,0-1 0,4 1 0,15-1-970,1 0-2078</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4.889"/>
    </inkml:context>
    <inkml:brush xml:id="br0">
      <inkml:brushProperty name="width" value="0.05" units="cm"/>
      <inkml:brushProperty name="height" value="0.05" units="cm"/>
    </inkml:brush>
  </inkml:definitions>
  <inkml:trace contextRef="#ctx0" brushRef="#br0">305 1 31831,'0'0'772,"-30"8"-725,-94 29-27,119-36-19,1 1-1,-1 0 1,0 0 0,1 0 0,-1 1 0,1 0 0,0 0 0,-1 0 0,2 0 0,-1 0 0,0 1-1,1 0 1,-1 0 0,1 0 0,0 0 0,0 0 0,-2 7 0,2-3 0,1 0 0,0-1 1,0 1-1,1 0 0,0 0 1,1 1-1,0 10 0,0-18-1,0 0 1,1 0-1,-1 0 0,0 0 1,1 0-1,-1-1 0,0 1 1,1 0-1,-1 0 0,1-1 1,0 1-1,-1 0 0,1-1 1,0 1-1,-1-1 0,1 1 1,0-1-1,-1 1 0,1-1 1,0 1-1,0-1 0,0 0 1,-1 1-1,2-1 0,26 9 3,-20-7 0,111 39 1,-104-34-4,0 0 1,0 1 0,0 1-1,-1 0 1,18 16 0,-30-24-2,-1 1 0,1-1 1,0 0-1,-1 1 1,0-1-1,1 1 0,-1 0 1,0 0-1,0-1 0,0 1 1,0 0-1,0 0 1,0 0-1,-1 0 0,1 0 1,-1 0-1,1 0 0,-1 0 1,0 0-1,1 0 1,-2 4-1,1-4 0,-1 0 1,0 0-1,0 0 1,0-1-1,0 1 1,0 0-1,0-1 1,0 1-1,0-1 1,-1 1-1,1-1 1,-1 0-1,1 1 1,-1-1-1,1 0 1,-1 0-1,0 0 1,0 0-1,1 0 1,-1-1-1,0 1 1,-3 0-1,-14 4-6,1-1 1,-1-1-1,0 0 0,-25-1 0,18 0-5,-67 3-163,3-4-425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5.608"/>
    </inkml:context>
    <inkml:brush xml:id="br0">
      <inkml:brushProperty name="width" value="0.05" units="cm"/>
      <inkml:brushProperty name="height" value="0.05" units="cm"/>
    </inkml:brush>
  </inkml:definitions>
  <inkml:trace contextRef="#ctx0" brushRef="#br0">700 0 31519,'0'0'977,"-36"5"-914,10-2-53,6-1-5,0 0-1,1 1 1,0 1-1,-1 1 1,1 0-1,1 2 1,-1 0-1,1 1 1,0 1-1,1 1 1,-20 14-1,2 5 1,3 1 1,0 2-1,2 1 0,2 1 1,1 2-1,1 0 0,2 2 1,2 1-1,2 1 0,1 0 1,2 1-1,2 1 0,1 1 1,-8 49-1,11-32 0,2-1 0,3 2 0,2-1 0,7 102 0,-1-142-3,1-1-1,1 1 1,1-1-1,0 0 1,2-1-1,0 1 0,1-1 1,1-1-1,17 26 1,-11-22-2,1-1 0,1-1 0,1 0 0,0-2 0,2 0 0,37 25 0,-29-23 0,0-1-1,1-1 1,1-2 0,1-1-1,0-1 1,0-2-1,1-1 1,1-1 0,0-2-1,53 5 1,-43-10-24,1-2 0,-1-1 1,0-2-1,0-2 0,77-20 0,11-23-333</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5.943"/>
    </inkml:context>
    <inkml:brush xml:id="br0">
      <inkml:brushProperty name="width" value="0.05" units="cm"/>
      <inkml:brushProperty name="height" value="0.05" units="cm"/>
    </inkml:brush>
  </inkml:definitions>
  <inkml:trace contextRef="#ctx0" brushRef="#br0">1 1 31983,'0'0'712,"46"181"-712,-23-103 8,4-7-8,-7 4 0,-1-16 0,-5-11 0,-4-9 0,-1-10-8,-5-14-32,-1-9-64</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6.485"/>
    </inkml:context>
    <inkml:brush xml:id="br0">
      <inkml:brushProperty name="width" value="0.05" units="cm"/>
      <inkml:brushProperty name="height" value="0.05" units="cm"/>
    </inkml:brush>
  </inkml:definitions>
  <inkml:trace contextRef="#ctx0" brushRef="#br0">1 79 29630,'0'0'3021,"32"-10"-3010,107-32-10,-110 34-1,0 2 0,1 0 0,0 3 0,0 0 0,53 3 0,-37 0 0,-35 0-1,1 0 0,-1 1 0,0 0 0,0 1 0,0 0 1,16 5-1,-25-6 0,0 0 1,1 0 0,-1 0 0,0 0 0,0 0-1,0 1 1,-1-1 0,1 1 0,0-1 0,0 1-1,-1 0 1,1-1 0,-1 1 0,1 0-1,-1 0 1,0 0 0,0 0 0,0 0 0,0 1-1,0-1 1,-1 0 0,1 0 0,0 0 0,-1 1-1,0-1 1,1 0 0,-1 1 0,0-1-1,0 0 1,-1 1 0,1-1 0,0 0 0,-1 1-1,1-1 1,-1 0 0,0 0 0,0 1 0,-1 1-1,0 1 1,0-1 0,-1 1 0,1-1 0,-1 0 0,0 0-1,0 0 1,0 0 0,-1 0 0,0 0 0,-4 3 0,-46 30 0,35-25 0,-193 110 9,191-108 5,43-15-18,-6 2 8,17-6 0,48-13 0,14-2-3,-42 14-6,0 3 0,55 3 0,-106 0 4,1 0 0,0 0 0,0 0 0,0 1 0,0-1 0,-1 1-1,1 0 1,0 0 0,-1 0 0,1 0 0,0 0 0,-1 1 0,1-1 0,-1 1 0,0 0-1,0-1 1,1 1 0,-1 0 0,0 0 0,-1 1 0,1-1 0,0 0 0,-1 1 0,1-1-1,-1 1 1,0-1 0,1 1 0,0 4 0,-1-3 1,0 1-1,-1-1 1,0 0-1,1 0 1,-1 0 0,-1 1-1,1-1 1,-1 0-1,1 0 1,-1 0 0,-1 0-1,1 0 1,0 0 0,-1 0-1,0 0 1,0-1-1,0 1 1,0-1 0,-4 5-1,-7 6 2,0-1 0,0 0 0,-1-2 0,-1 1 0,0-2 0,0 0 0,-20 9 0,-2-1-9,0-3 1,-47 14 0,69-25-24,0 0 1,0-1 0,0-1 0,-26 1 0,38-3-24,-1 0-1,1 0 1,-1 0 0,1-1-1,0 1 1,-1-1 0,-6-2-1,7 1-106,0 0 0,0 0 0,0 0-1,0-1 1,1 0 0,-1 1 0,-2-4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7.058"/>
    </inkml:context>
    <inkml:brush xml:id="br0">
      <inkml:brushProperty name="width" value="0.05" units="cm"/>
      <inkml:brushProperty name="height" value="0.05" units="cm"/>
    </inkml:brush>
  </inkml:definitions>
  <inkml:trace contextRef="#ctx0" brushRef="#br0">147 330 18196,'0'0'14462,"-13"7"-14450,4-3-11,2 0-1,-1 0 1,1 0 0,0 0 0,0 1 0,1 0 0,-1 0-1,1 1 1,0 0 0,-7 9 0,6-5 0,1-1 1,0 1 0,1 0-1,0 1 1,1-1-1,0 1 1,0 0-1,2 0 1,-1 0-1,1 1 1,1-1-1,0 1 1,0-1-1,2 14 1,-1-22-2,0 1 0,0-1 0,0 0 0,0 0 0,1 0 0,-1 0 0,1 1 0,0-1 0,0 0 0,0 0 0,1 0 0,-1-1 0,0 1 0,1 0 0,0 0 0,0-1 0,0 1 0,0-1 0,0 0 0,0 1 0,1-1 0,-1 0 1,1-1-1,-1 1 0,1 0 0,0-1 0,0 1 0,0-1 0,0 0 0,0 0 0,0 0 0,0 0 0,0 0 0,0-1 0,5 1 0,1 0 0,1 0-1,0 0 1,-1-1 0,1 0-1,0-1 1,0 0 0,-1 0-1,1-1 1,0 0-1,-1-1 1,0 0 0,0-1-1,0 0 1,15-9 0,-12 5-22,0-2 0,-1 0 0,-1 0 0,0-1-1,0 0 1,-1 0 0,0-1 0,-1-1 0,0 0 0,-1 0 0,8-21 0,-7 10-89,-2 1 0,0-1 0,-2 0 0,0 0 0,-2 0 0,-1-33 0,-1 30 64,2 1 128,-3 0 1,0 1 0,-1-1 0,-1 1 0,-10-34 0,-4 7 377,16 52-458,1 0 0,0 0 0,0 0 0,0 0 0,0 0 0,0-1 0,-1 1 0,1 0-1,0 0 1,0 0 0,0 0 0,0 0 0,0 0 0,0 0 0,-1 0 0,1 0 0,0 0 0,0 1 0,0-1 0,0 0 0,0 0 0,-1 0 0,1 0 0,0 0 0,0 0-1,0 0 1,0 0 0,0 0 0,0 0 0,0 0 0,-1 0 0,1 1 0,0-1 0,0 0 0,0 0 0,0 0 0,0 0 0,0 0 0,0 0 0,0 1 0,0-1 0,0 0 0,0 0-1,0 0 1,0 0 0,0 0 0,0 0 0,0 1 0,0-1 0,0 0 0,0 0 0,0 0 0,0 0 0,0 0 0,0 1 0,0-1 0,0 0 0,0 0 0,0 0 0,0 0 0,0 0-1,0 0 1,0 1 0,1-1 0,-5 36 3,2 0 0,3 53 0,0-24 3,0-21-1,1 0 0,12 67 0,-10-91-4,1 0-1,1 0 1,0-1 0,2 0 0,0 0-1,1-1 1,20 30 0,-26-46-18,-1 1 0,0-1 1,1 0-1,-1 0 0,1 0 0,0-1 0,0 1 0,0-1 1,0 1-1,0-1 0,0 0 0,0 0 0,0 0 0,0-1 1,0 1-1,0-1 0,1 0 0,-1 1 0,0-1 1,0-1-1,1 1 0,-1 0 0,0-1 0,0 0 0,0 0 1,0 0-1,0 0 0,0 0 0,0-1 0,0 1 0,0-1 1,0 1-1,-1-1 0,1 0 0,-1 0 0,4-4 1,23-28-2001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7.249"/>
    </inkml:context>
    <inkml:brush xml:id="br0">
      <inkml:brushProperty name="width" value="0.05" units="cm"/>
      <inkml:brushProperty name="height" value="0.05" units="cm"/>
    </inkml:brush>
  </inkml:definitions>
  <inkml:trace contextRef="#ctx0" brushRef="#br0">0 55 29638,'0'0'2985,"73"3"-2977,-46-3-8,16-15 0,-7-6-96,-10 0-1256</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7.664"/>
    </inkml:context>
    <inkml:brush xml:id="br0">
      <inkml:brushProperty name="width" value="0.05" units="cm"/>
      <inkml:brushProperty name="height" value="0.05" units="cm"/>
    </inkml:brush>
  </inkml:definitions>
  <inkml:trace contextRef="#ctx0" brushRef="#br0">1 44 31183,'0'0'1485,"20"-7"-1475,66-20-8,-78 24-1,-1 1 0,0 1 0,1-1-1,-1 2 1,1-1 0,0 1 0,-1 0-1,11 1 1,-5 0-1,-11-1 0,-1 0 0,0 1 0,1-1 0,-1 0 0,0 1 0,1-1 0,-1 1 0,0-1 0,0 1 0,1 0 0,-1-1 0,0 1 0,0 0 0,0 0 0,0 0 0,0 0 0,0 0 0,0 0 0,0 0 0,-1 0 0,2 2 0,0 0 0,-1 1 0,1 0 0,-1-1 0,1 1 0,-1 0 0,-1 0 0,2 5 0,-1 7 0,-1 1 0,-2 26 0,2-43 0,-1 10 0,-1-1 0,-1 1 0,1-1 0,-2 1 0,1-1 0,-1 0 0,0 0 0,-1-1 0,-11 16 0,-9 8 0,-30 31 0,20-25 0,30-32 0,3-4 0,-1 0 0,1 1 0,0-1 0,0 1 0,0 0 0,0 0 0,0 0 0,1 0 0,-1 0 0,-1 6 0,3-9 0,0 0 0,0 0 0,0 0 0,0 1 0,0-1 0,0 0 0,0 0 0,0 0 0,0 0 0,0 0 0,0 1 0,0-1 0,0 0 0,0 0 0,0 0 0,0 0 0,0 0 0,0 0 0,0 1 0,0-1 0,0 0 1,0 0-1,0 0 0,1 0 0,-1 0 0,0 0 0,0 0 0,0 0 0,0 0 0,0 1 0,0-1 0,0 0 0,1 0 0,-1 0 0,0 0 0,0 0 0,0 0 0,0 0 0,0 0 0,0 0 0,1 0 0,-1 0 0,0 0 0,0 0 0,0 0 0,0 0 0,0 0 0,1 0 0,-1 0 0,0 0 0,0 0 0,0 0 0,2-1 2,12 0 0,-1-2 1,0 0 0,0 0-1,0-1 1,0-1-1,-1 0 1,16-8 0,6-3-3,172-61-152,-163 63-31,12-5-466</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7.919"/>
    </inkml:context>
    <inkml:brush xml:id="br0">
      <inkml:brushProperty name="width" value="0.05" units="cm"/>
      <inkml:brushProperty name="height" value="0.05" units="cm"/>
    </inkml:brush>
  </inkml:definitions>
  <inkml:trace contextRef="#ctx0" brushRef="#br0">176 1 32359,'0'0'304,"-46"181"-304,29-127 8,0-12-8,1-7 0,-4 1-16,0-6-40,0-6-56,1-16-288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8.220"/>
    </inkml:context>
    <inkml:brush xml:id="br0">
      <inkml:brushProperty name="width" value="0.05" units="cm"/>
      <inkml:brushProperty name="height" value="0.05" units="cm"/>
    </inkml:brush>
  </inkml:definitions>
  <inkml:trace contextRef="#ctx0" brushRef="#br0">0 1 32231,'0'0'416,"4"21"-409,-4-18-7,8 47 4,19 63 0,20 70-3,-46-177-6,9 28-162,-10-33 156,0-1 1,0 1-1,0-1 1,0 1-1,0-1 1,0 0-1,0 1 1,0-1-1,0 1 1,1-1-1,-1 0 1,0 1-1,0-1 1,0 1-1,1-1 1,-1 0-1,0 1 1,1-1-1,-1 0 1,0 1-1,1-1 1,-1 0-1,0 0 1,1 1-1,-1-1 1,0 0-1,1 0 1,-1 0-1,1 0 1,-1 1-1,1-1 0,-1 0 1,0 0-1,1 0 1,-1 0-1,1 0 1,-1 0-1,1 0 1,-1 0-1,0 0 1,1 0-1,-1 0 1,1-1-1,-1 1 1,1 0-1,-1 0 1,0 0-1,1 0 1,-1-1-1,1 1 1,-1 0-1,0 0 1,1-1-1,-1 1 1,0 0-1,0-1 1,1 1-1,-1 0 1,0-1-1,8-17-1603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8.778"/>
    </inkml:context>
    <inkml:brush xml:id="br0">
      <inkml:brushProperty name="width" value="0.05" units="cm"/>
      <inkml:brushProperty name="height" value="0.05" units="cm"/>
    </inkml:brush>
  </inkml:definitions>
  <inkml:trace contextRef="#ctx0" brushRef="#br0">0 76 31463,'0'0'1029,"25"-12"-1013,82-36-12,-58 32 5,-23 18 6,-20-1-11,-2 0-3,-1 0 1,0 0-1,0 0 0,0 1 0,0-1 0,0 1 0,0 0 0,0-1 0,-1 1 1,1 1-1,-1-1 0,1 0 0,-1 1 0,0-1 0,0 1 0,0 0 0,0-1 1,0 1-1,-1 0 0,0 0 0,1 0 0,-1 1 0,0-1 0,1 6 0,1 6 1,0-1-1,-1 1 0,-1 0 0,0 17 0,0-20-5,-2 0 1,1 0-1,-1-1 1,-1 1 0,-3 12-1,3-18 3,0-2 0,-1 1-1,1 0 1,-1 0 0,0-1-1,0 1 1,0-1 0,0 0 0,-1 0-1,0 0 1,0-1 0,0 1-1,-8 5 1,-4 1 18,-1 0 0,0-1 0,0 0 0,-1-2 1,-21 7-1,37-11-1,9-1-12,11 0 0,-6-3-2,112 6 13,-110-4-17,0 1-1,0 1 1,0 1-1,0 0 1,0 0-1,18 9 1,-31-12 1,1-1 0,0 1 0,-1 0 0,1 0 0,-1 0 0,1 0 0,-1 0 0,0 0 0,1 0 0,-1 0 0,0 0 0,0 1 0,1-1 0,-1 0 0,0 1 0,-1-1 0,1 1 0,0-1 0,0 1 0,-1 0 0,1-1 0,0 1 0,-1 0 0,0-1 0,1 1 0,-1 0 0,0 0 0,0-1 0,0 1 0,0 0 0,0 0 0,-1-1 0,1 1 0,0 0 0,-1 0 0,1-1 0,-1 1 0,0-1 0,1 1 0,-1 0 0,0-1 0,0 1 0,0-1 0,0 0 0,0 1 0,-1-1 0,1 0 0,0 0 0,-1 0 0,1 0 0,0 0 0,-1 0 0,-3 2 0,-17 10-33,0-1 0,-1-1 0,-1-1 0,0-1 0,-1-1 0,1-1 0,-1-1 0,-1-2 0,1 0 0,-30 0 0,51-4-40,-1 0 1,1 0 0,-1 0-1,1-1 1,0 0-1,-6-1 1,-21-18-1008</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9.237"/>
    </inkml:context>
    <inkml:brush xml:id="br0">
      <inkml:brushProperty name="width" value="0.05" units="cm"/>
      <inkml:brushProperty name="height" value="0.05" units="cm"/>
    </inkml:brush>
  </inkml:definitions>
  <inkml:trace contextRef="#ctx0" brushRef="#br0">159 304 31919,'0'0'744,"-24"22"-729,-74 72-5,93-89-8,1 0 0,0 0 0,0 1 0,0-1 0,-6 12 0,6 8 6,4-14-6,-1-6-2,0 0 0,1 1 0,0-1 0,0 0 0,1 0 0,-1 1 0,1-1 1,0 0-1,0 0 0,1 0 0,2 7 0,-2-9 0,0-1 1,0 1-1,0 0 0,0-1 1,0 0-1,0 1 0,1-1 1,-1 0-1,1 0 0,-1-1 1,1 1-1,0 0 0,0-1 1,0 1-1,0-1 0,0 0 1,0 0-1,0 0 0,4 0 1,5 1-2,0 0-1,0-1 1,0 0 0,1-1 0,-1 0 0,0-1 0,0 0 0,1-1 0,-1-1 0,0 0 0,-1 0-1,1-1 1,0-1 0,-1 0 0,0 0 0,0-1 0,17-13 0,-15 8-11,0 0 0,-1-1 0,-1 0 0,1-1 0,-2 0 0,0-1 0,-1 0 0,0-1 0,-1 0 0,0 0 0,-2-1 0,8-23 0,-6 7-2,-1-1 0,-2 1 0,-2-1 1,0-1-1,-2 1 0,-5-47 1,-6 34 91,10 44-71,0 1-1,0-1 1,-1 1 0,1-1 0,-1 1-1,0-1 1,1 1 0,-1-1 0,0 1-1,0 0 1,0-1 0,0 1 0,0 0-1,0 0 1,0-1 0,0 1-1,0 0 1,0 0 0,-1 1 0,1-1-1,-1 0 1,1 0 0,0 1 0,-4-2-1,4 3-5,1 1 0,-1-1-1,0 0 1,1 1-1,-1-1 1,0 1 0,1-1-1,0 0 1,-1 1-1,1-1 1,0 1 0,0-1-1,0 1 1,0 0 0,0 1-1,0 2 1,-7 291 20,7-205-18,0-74-3,1 1 0,1 0 0,5 21 0,-6-32 0,1 1 0,1-1 0,-1 0 0,1 1 0,1-1 0,-1 0 0,1-1 0,0 1 0,10 11 0,-11-16 4,0 1 0,0-1 1,0 0-1,0 0 0,0 0 0,0 0 0,0-1 0,1 1 1,-1-1-1,0 0 0,1 0 0,-1 0 0,1-1 0,0 1 1,-1-1-1,1 0 0,-1 1 0,8-2 0,-4 0-103,1 0-1,-1-1 1,1 0-1,-1 0 0,0 0 1,0-1-1,13-7 1,21-18-2737</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9.459"/>
    </inkml:context>
    <inkml:brush xml:id="br0">
      <inkml:brushProperty name="width" value="0.05" units="cm"/>
      <inkml:brushProperty name="height" value="0.05" units="cm"/>
    </inkml:brush>
  </inkml:definitions>
  <inkml:trace contextRef="#ctx0" brushRef="#br0">1 60 32327,'0'0'368,"195"12"-368,-129-36 0,-9 3-48,-14-6-336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9.698"/>
    </inkml:context>
    <inkml:brush xml:id="br0">
      <inkml:brushProperty name="width" value="0.05" units="cm"/>
      <inkml:brushProperty name="height" value="0.05" units="cm"/>
    </inkml:brush>
  </inkml:definitions>
  <inkml:trace contextRef="#ctx0" brushRef="#br0">0 0 31783,'0'0'856,"113"155"-840,-70-107-8,-4-4 0,-6-5-8,-3-9 0,-7-9 0,-9-6-16,-1-15-56,-7 0-176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29.872"/>
    </inkml:context>
    <inkml:brush xml:id="br0">
      <inkml:brushProperty name="width" value="0.05" units="cm"/>
      <inkml:brushProperty name="height" value="0.05" units="cm"/>
    </inkml:brush>
  </inkml:definitions>
  <inkml:trace contextRef="#ctx0" brushRef="#br0">291 0 30318,'0'0'2217,"-142"197"-2177,112-141-16,0 1-16,11-7-8,-5-8 0,5-3-16,2-16-128,7-8-1384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30.398"/>
    </inkml:context>
    <inkml:brush xml:id="br0">
      <inkml:brushProperty name="width" value="0.05" units="cm"/>
      <inkml:brushProperty name="height" value="0.05" units="cm"/>
    </inkml:brush>
  </inkml:definitions>
  <inkml:trace contextRef="#ctx0" brushRef="#br0">0 555 31991,'0'0'743,"6"-3"-727,5-10-16,0 1 0,-1-2 0,0 1 0,-2-2 0,1 1 0,-2-1 0,1 0 0,8-30 1,-9 18-3,-1 1 0,-2-1 0,-1-1 0,0-47 1,-2 51-2,-1 3-2,0 0 1,-5-34-1,4 50 4,0 0 0,0-1 0,-1 1 0,1 0 0,-1 0 0,0 1 0,-1-1 0,1 0 0,-1 1 0,0-1 0,0 1 0,0 0 0,-1 0 1,1 0-1,-8-5 0,9 7 0,1 1 1,-1 0 0,0 0-1,0-1 1,0 1 0,0 1-1,0-1 1,0 0-1,0 0 1,0 1 0,0-1-1,0 1 1,0 0 0,0 0-1,0-1 1,0 1 0,0 0-1,0 1 1,-1-1 0,-1 1-1,2 0 1,1-1 0,-1 1 0,1 0-1,0 0 1,-1 0 0,1 0 0,0 0-1,0 1 1,0-1 0,0 0 0,0 0-1,0 1 1,0-1 0,0 1 0,0-1-1,1 0 1,-1 1 0,0 0 0,1-1 0,0 1-1,-1-1 1,1 1 0,0 0 0,0 2-1,-3 234 22,3-224-20,1 5 0,0 0 0,2-1 0,0 1 0,1-1 0,1 0 0,0 0 0,2 0 0,8 16 0,-10-23 0,2 0 0,-1 0-1,1 0 1,1-1-1,0-1 1,0 1-1,1-1 1,0-1 0,0 1-1,1-1 1,0-1-1,20 11 1,-24-15-14,0-1 1,0 1-1,0-1 1,0 0-1,1-1 1,-1 0-1,0 0 1,1 0-1,-1 0 1,1-1-1,-1 0 1,1-1-1,-1 1 1,0-1-1,1-1 1,-1 1-1,0-1 1,0 0-1,0 0 1,8-5-1,14-15-828</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30.907"/>
    </inkml:context>
    <inkml:brush xml:id="br0">
      <inkml:brushProperty name="width" value="0.05" units="cm"/>
      <inkml:brushProperty name="height" value="0.05" units="cm"/>
    </inkml:brush>
  </inkml:definitions>
  <inkml:trace contextRef="#ctx0" brushRef="#br0">692 2 32031,'0'0'693,"1"-1"-683,8 9-9,17 25 0,-2 1-1,-1 1 1,-2 1 0,24 55 0,-13-15 1,29 110 1,-36-91 0,-4 1-1,-5 0 1,-3 2-1,-6 0 1,-7 171-1,-2-247-2,-1-1 0,-2 1 0,0-1 0,-1 0 0,-1 0 0,-1 0 0,-16 29 0,-1-7 0,-1-1 0,-37 43 0,33-48 0,-1-2 0,-48 44 0,57-61 0,-1 0 0,0-2 0,-1 0 0,-1-2 0,-45 20 0,-4-10-6,-1-2 0,-133 19-1,50-22-54</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38.175"/>
    </inkml:context>
    <inkml:brush xml:id="br0">
      <inkml:brushProperty name="width" value="0.05" units="cm"/>
      <inkml:brushProperty name="height" value="0.05" units="cm"/>
      <inkml:brushProperty name="color" value="#004F8B"/>
    </inkml:brush>
  </inkml:definitions>
  <inkml:trace contextRef="#ctx0" brushRef="#br0">1 456 22301,'0'0'10417,"13"0"-10400,62-4-6,112-19 1,-81 7-11,925-115 8,668-95-10,-1626 215 1,168-30 0,-233 39 0,10 0-1,-16 2-10,-11 0-274,1 0-586</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39.433"/>
    </inkml:context>
    <inkml:brush xml:id="br0">
      <inkml:brushProperty name="width" value="0.05" units="cm"/>
      <inkml:brushProperty name="height" value="0.05" units="cm"/>
      <inkml:brushProperty name="color" value="#004F8B"/>
    </inkml:brush>
  </inkml:definitions>
  <inkml:trace contextRef="#ctx0" brushRef="#br0">226 1 31383,'0'0'1335,"-3"-1"-1319,37 16-6,32 25-6,1-3-1,1-2 1,74 25-1,-87-41-3,1-2 0,1-3 1,0-2-1,92 8 0,-132-20 0,-17 0 0,0 0 0,0 1 0,0-1 0,0 0 0,0 0 0,0 0 0,0 0 0,-1 0 0,1 0 0,0 0 0,0 0 0,0 0 0,0 1 0,0-1 0,0 0 0,0 0 0,0 0 0,0 0 0,1 0 0,-1 0 0,0 0 0,0 0 0,0 0 0,0 1 0,0-1 0,0 0 0,0 0 0,0 0 0,0 0 0,0 0 0,0 0 0,0 0 0,0 0 0,0 0 0,0 0 0,0 0 0,1 0 0,-1 1 0,0-1 0,0 0 0,0 0 0,0 0 0,0 0 0,0 0 0,0 0 0,0 0 0,0 0 0,1 0 0,-1 0 0,0 0 0,0 0 0,0 0 0,0 0 0,0 0 0,0 0 0,0 0 0,0 0 0,1 0 0,-1 0 0,0 0 0,0 0 0,0-1 0,0 1 0,0 0 0,0 0 0,0 0 0,-6 4 0,-151 63 0,-7 19-1,5 8 1,3 7-1,-143 123 0,255-184-451,36-37-1229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45.664"/>
    </inkml:context>
    <inkml:brush xml:id="br0">
      <inkml:brushProperty name="width" value="0.05" units="cm"/>
      <inkml:brushProperty name="height" value="0.05" units="cm"/>
      <inkml:brushProperty name="color" value="#004F8B"/>
    </inkml:brush>
  </inkml:definitions>
  <inkml:trace contextRef="#ctx0" brushRef="#br0">8778 73 31927,'0'0'732,"-5"1"-712,-99 27 1,-1-6 0,-1-4 0,-128 6 0,-330-15-30,380-10 14,140 1-5,-1299-18 0,506 13 0,-132 79-1,3 88 9,42 63-7,706-155-1,-379 178 0,507-204 0,2 4 0,-98 70 0,133-78 0,2 1 0,2 3 0,2 2 0,-57 70 0,52-46 0,3 2 0,-41 82 0,-65 162 0,153-312 0,-69 134 0,-93 133 0,86-150 0,-94 198 0,158-283 0,1 1 0,1 0 0,2 1 0,-8 65 0,11-25 0,4 104 0,6-140 0,1 1 0,2 0 0,3-1 0,1-1 0,1 1 0,24 51 0,-1-16 0,3-2 0,58 87 0,-68-121 0,2-1 0,1-1 0,2-1 0,2-2 0,1-2 0,1-1 0,2-1 0,2-3 0,0-1 0,2-2 0,1-2 0,46 19 0,2-7 0,1-5 0,116 24 0,197 14 0,271-31 0,-562-36 0,603-1 0,-248-39 0,-224 14 0,1149-119 0,-887 88 0,360-58 0,-86-65 0,-460 95 0,-101 30 0,232-60 0,-318 73 0,171-76 0,-232 79 0,-1-2 0,-2-4 0,-2-2 0,-2-4 0,-2-2 0,105-109 0,-133 119 0,-1-1 0,-2-2 0,40-72 0,67-157 0,-76 141 0,-3 13 0,-6-3 0,46-146 0,-93 237 0,-1-1 0,-2 0 0,2-45 0,-7-99 0,-2 74 0,1 34 0,-3 1 0,-3 0 0,-29-125 0,23 144 0,-3 1 0,-1 1 0,-2 1 0,-3 0 0,-1 1 0,-32-42 0,-175-210 0,144 190 0,22 24 0,-57-67 0,98 124 0,0 2 0,-2 0 0,-48-32 0,4 7 0,-88-53 0,115 74 0,34 20 0,-2 1 0,1 0 0,-1 1 0,0 0 0,0 0 0,-21-6 0,-15 4 0,0 2 0,-1 2 0,-60 3 0,47 0 0,-298 3-4,356-4-1347</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52.283"/>
    </inkml:context>
    <inkml:brush xml:id="br0">
      <inkml:brushProperty name="width" value="0.05" units="cm"/>
      <inkml:brushProperty name="height" value="0.05" units="cm"/>
      <inkml:brushProperty name="color" value="#E71224"/>
    </inkml:brush>
  </inkml:definitions>
  <inkml:trace contextRef="#ctx0" brushRef="#br0">1 72 31783,'0'0'960,"0"-12"-952,0-34-1,2 104-7,20 115 1,30 70-1,-33-157 0,-10-56 0,-6-24 0,-1 0 0,-1 0 0,1 0 0,-1 0 0,1 12 0,-5-74 0,-3-1 0,-22-95 0,3 26 0,16 73 0,-2-88 0,11 140 0,1 1 0,0-1 0,-1 0 0,1 0 0,0 1 0,0-1 0,0 0 0,0 1 0,0-1 0,-1 0 0,1 1 0,0 0 0,0-1 0,0 1 0,0-1 0,1 1 0,-1 0 0,0 0 0,0 0 0,0 0 0,1 0 0,42-7 0,-12 2 0,23-5 0,4-2 0,1 2 0,85-2 0,-144 12 0,-1 1 0,1-1 0,-1 1 0,0-1 0,1 1 0,-1 0 0,0-1 0,1 1 0,-1-1 0,0 1 0,0 0 0,0-1 0,0 1 0,0 0 0,0-1 0,1 1 0,-1-1 0,-1 1 0,1 0 0,0-1 0,0 1 0,0 1 0,0-1 0,-10 119 0,0-1 0,10-96 0,-1-4 0,1 0 0,0 0 0,2 0 0,0 0 0,2 0 0,9 34 0,-8-40 0,2 1 0,-2 1 0,0 0 0,0 0 0,-1 0 0,-1 1 0,-1-1 0,1 20 0,-3-34 0,-1 1 0,1 0 0,-1-1 0,1 1 0,-1-1 0,0 1 0,0-1 0,0 1 0,0-1 0,0 1 0,0-1 0,0 0 0,-1 0 0,1 1 0,0-1 0,-1 0 0,1 0 0,-1 0 0,1-1 0,-1 1 0,-2 1 0,-36 13 0,17-10 0,0-1 0,0-1 0,0-1 0,0-1 0,-36-4 0,29 2 0,-1 1 0,-37 4 0,68-4 0,-1 0 0,1 0 0,-1 0 1,1 0-1,0 0 0,-1-1 0,1 1 0,-1 0 0,1 0 0,0-1 1,-1 1-1,1 0 0,-1 0 0,1-1 0,0 1 0,0 0 0,-1-1 1,1 1-1,0 0 0,0-1 0,-1 1 0,1-1 0,0 1 0,0 0 1,0-1-1,-1 1 0,1-1 0,0 1 0,0 0 0,0-1 0,0 1 1,0-1-1,0 1 0,0-1 0,0 1 0,0-1 0,0 1 0,0 0 1,0-1-1,1 1 0,-1-1 0,0 0 0,0 1 1,2-90-1,16-105 1,-11-34-9,-7 228 8,0 394 0,0-386 0,0 1 0,1-1 0,0 0 0,0 1 0,1-1 0,0 0 0,5 13 0,-7-20 0,0 0 0,0 0 0,0 1 0,0-1 0,0 0 0,0 0 0,0 0 0,0 0 0,1 0 0,-1 0 0,0 0 0,0 0 0,0 0 0,0 0 0,0 0 0,0 0 0,1 0 0,-1 0 0,0 0 0,0 0 0,0 0 0,0 0 0,0 0 0,0 0 0,1 0 0,-1 0 0,0 0 0,0 0 0,0 0 0,0 0 0,0 0 0,0 0 0,0 0 0,1 0 0,-1 0 0,0 0 0,0-1 0,0 1 0,0 0 0,0 0 0,0 0 0,0 0 0,0 0 0,0 0 0,0 0 0,0 0 0,1-1 0,-1 1 0,0 0 0,0 0 0,0 0 0,0 0 0,0 0 0,0 0 0,0-1 0,0 1 0,0 0 0,0 0 0,0 0 0,0 0 0,0 0 0,0 0 0,0-1 0,0 1 0,-1 0 0,1 0 0,0 0 0,0 0 0,2-11 0,5-326 0,-8 260 0,4 123 0,2 0 0,16 71 0,-1-8 0,-20-105 0,0-3 0,0 0 0,0 0 0,0 0 0,0 0 0,0 0 0,0 0 0,0 0 0,0 0 0,0 0 0,1 0 0,-1 0 0,0 0 0,1 0 0,-1 0 0,0-1 0,1 1 0,-1 0 0,1 0 0,0 0 0,-1-1 0,1 1 0,0 0 0,-1 0 0,1-1 0,0 1 0,0-1 0,-1 1 0,1-1 0,0 1 0,0-1 0,0 1 0,0-1 0,1 1 0,-1-2 0,0 1 0,0-1 0,-1 1 0,1-1 0,0 1 0,-1-1 0,1 1 0,-1-1 0,1 0 0,-1 1 0,1-1 0,-1 0 0,1 1 0,-1-1 0,0 0 0,1 0 0,-1 0 0,0 1 0,0-1 0,1 0 0,-1-1 0,5-24 0,-4 21 0,6-55 0,-2 0 0,-6-95 0,0 72 0,1 131 0,2 0 0,9 47 0,-1-33 0,0 0 0,29 100 0,-31-150 0,0-14 0,-7 0 0,0 1 0,0-1 0,1 0 0,-1 1 0,0-1 0,-1 0 0,1 0 0,0 0 0,0 0 0,0-3 0,12-79 0,-5 0 0,-2-152 0,-6 185 0,0 45 0,-4-37 0,2 40 0,0 9 0,0 10 0,1 95 0,3 136 0,-2-232 0,1 1 0,0-1 0,2 0 0,0 0 0,0-1 0,11 27 0,-14-40 0,0-1 0,0 0 0,0 0 0,0 1 0,0-1 0,0 0 0,0 0 0,1 1 0,-1-1 0,0 0 0,0 0 0,0 0 0,1 0 0,-1 1 0,0-1 0,0 0 0,0 0 0,1 0 0,-1 0 0,0 1 0,0-1 0,1 0 0,-1 0 0,0 0 0,1 0 0,-1 0 0,0 0 0,0 0 0,1 0 0,-1 0 0,0 0 0,0 0 0,1 0 0,-1 0 0,0 0 0,0 0 0,1 0 0,-1 0 0,0-1 0,1 1 0,-1 0 0,0 0 0,0 0 0,0 0 0,1 0 0,-1-1 0,0 1 0,0 0 0,0 0 0,1 0 0,-1-1 0,0 1 0,3-6 1,0 0-1,-1 0 1,0 0 0,0 0 0,0-1-1,-1 1 1,0-1 0,0-7-1,1-61 2,-2 58-2,1-49 1,-4-99-6,1 144 4,-1 1 1,-1 0-1,0 0 1,-2 1-1,0-1 1,-10-19-1,13 36 1,1 10 0,0 14 0,0 84 0,0-29 0,11 110 0,-4-155 0,12 44 0,-15-106 1,-7 9 0,-1 0 0,-1 1 0,-1 0 0,0 0 0,-2 1 0,-14-22 0,-4-12-1,22 41 0,-19-36 0,23 46-1,0 0 1,0 1-1,0-1 0,0 0 1,0 1-1,0 0 1,-1-1-1,1 1 1,-1 0-1,0 0 1,1 1-1,-1-1 1,-4-2-1,5 4 1,1 0 0,-1 0 0,1 0 0,0 0 0,-1 0 0,1 0 0,-1 0 0,1 1 0,0-1 0,-1 0 0,1 1 0,0-1 0,-1 1 0,1-1 0,0 1 0,0 0 0,-1 0 0,1-1 0,0 1 0,0 0 0,0 0 0,0 0 0,0 0 0,0 0 0,0 1 0,1-1 0,-1 0 0,0 0 0,0 2 0,-21 44 0,17-33 0,-3 8 0,1 0 0,0 0 0,2 1 0,-6 45 0,6 94 0,5-156 0,3 7 0,5-14 2,3-14 3,3-31-5,-2 0 0,-2-1 0,-3-1 1,-1 1-1,-1-82 0,-5 95 0,0-17 1,0 37-4,-1 16-3,-1 78 6,2-80-1,0 1 1,0 0-1,0-1 1,0 1-1,1-1 0,-1 1 1,0-1-1,1 1 1,-1-1-1,0 1 1,1-1-1,-1 1 0,0-1 1,1 1-1,-1-1 1,1 0-1,-1 1 0,1-1 1,-1 0-1,1 1 1,-1-1-1,1 0 0,0 1 1,-1-1-1,1 0 1,-1 0-1,1 0 1,-1 0-1,1 0 0,0 0 1,0 0-1,23 1-44,-19-1 24,24 0-1001,1 0-3368</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55.361"/>
    </inkml:context>
    <inkml:brush xml:id="br0">
      <inkml:brushProperty name="width" value="0.05" units="cm"/>
      <inkml:brushProperty name="height" value="0.05" units="cm"/>
      <inkml:brushProperty name="color" value="#E71224"/>
    </inkml:brush>
  </inkml:definitions>
  <inkml:trace contextRef="#ctx0" brushRef="#br0">9 157 27894,'0'0'4814,"0"0"-4813,0 0-1,0 0 0,0 0 1,0-1-1,0 1 0,0 0 1,0 0-1,0 0 0,0 0 1,-1 0-1,1 0 0,0 0 1,0-1-1,0 1 0,0 0 1,0 0-1,0 0 0,0 0 1,0 0-1,0 0 0,-1 0 1,1 0-1,0 0 0,0 0 1,0-1-1,0 1 1,0 0-1,0 0 0,-1 0 1,1 0-1,0 0 0,0 0 1,0 0-1,0 0 0,0 0 1,0 0-1,-1 0 0,1 0 1,0 0-1,0 0 0,0 0 1,0 1-1,0-1 0,0 0 1,-1 0-1,1 0 0,0 0 1,0 0-1,0 0 0,0 0 1,0 0-1,0 0 0,0 0 1,-1 1-1,0 3 0,1 1 0,-1-1 0,1 1 0,0 0 0,0-1 0,1 7 0,-1 8 0,0 89 2,1 140 5,1-214-5,2 0-1,1-1 0,1 1 1,20 59-1,-16-75 0,-10-18-1,0 0 1,1 0-1,-1 0 0,0 0 0,0 0 0,0 0 0,1 0 0,-1 0 1,0 0-1,0 0 0,0 0 0,0 0 0,1-1 0,-1 1 1,0 0-1,0 0 0,0 0 0,0 0 0,1 0 0,-1 0 1,0-1-1,0 1 0,0 0 0,0 0 0,0 0 0,0-1 1,0 1-1,1 0 0,-1 0 0,0 0 0,0 0 0,0-1 0,0 1 1,0 0-1,0 0 0,0 0 0,0-1 0,0 1 0,0 0 1,0 0-1,0 0 0,0-1 0,0 1 0,1-41 10,-1 33-12,-19-462 2,-5 273 0,24 185-1,6 12-6,20 8 8,0-2 0,0-1 0,1-1 0,0-2-1,-1 0 1,1-2 0,0-1 0,32-4 0,-39 1-1,0-1 0,26-8 0,13-5 0,-58 19 0,-1-1 0,0 0 0,1 1 0,-1-1 0,1 1 0,-1-1 0,0 1 0,0-1 0,1 0 0,-1 1 0,0-1 0,0 1 0,1-1 0,-1 1 0,0 0 0,0-1 0,0 1 0,0-1 0,0 1 0,0-1 0,0 1 0,0-1 0,0 1 0,0 0 0,0-1 0,0 1 0,0 0 0,-1 0 0,1 440 0,1-430 0,1 1 0,0-1 0,0 1 0,1-1 0,1 0 0,-1 0 0,2-1 0,0 1 0,0-1 0,10 15 0,-4-7 0,14 35 0,-25-52 0,1 0 0,-1 0 0,1 0 0,-1 0 0,1 0 0,-1 0 0,0 0 0,1 1 0,-1-1 0,0 0 0,0 0 0,0 0 0,0 0 0,0 0 0,0 0 0,0 1 0,0-1 0,0 0 0,-1 0 0,1 0 0,0 0 0,-1 0 0,1 0 0,-1 0 0,1 0 0,-1 0 0,-1 2 0,0-2 0,-1 0 0,1 0 0,-1 0 0,1 0 0,-1 0 0,1-1 0,-1 1 0,1-1 0,-6 1 0,-11 1 0,-20 6 0,-1 1 0,1 2 0,-49 21 0,63-20 0,15-7 0,1 0 0,-2-1 0,1 0 0,-18 4 0,28-8 0,0 0 0,0 0 0,-1 0 0,1 1 0,0-1 0,0 0 0,-1 0 0,1 0 0,0 0 0,0 0 0,0 0 0,-1 0 0,1 0 0,0 0 0,0 0 0,-1 0 0,1 0 0,0 0 0,0 0 0,0 0 0,-1 0 0,1-1 0,0 1 0,0 0 0,0 0 0,-1 0 0,1 0 0,0 0 0,0 0 0,0-1 0,-1 1 0,1 0 0,0 0 0,0 0 0,0 0 0,0-1 0,0 1 0,0 0 0,-1 0 0,1 0 0,0-1 0,0 1 0,0 0 0,0 0 0,0-1 0,0 1 0,0 0 0,0 0 0,0 0 0,0-1 0,0 1 0,0 0 0,0 0 0,0-1 0,0 1 0,0 0 0,0 0 0,1 0 0,-1-1 0,0 0 0,4-71 0,2 0 0,30-127 0,-14 57 0,-5 19 0,-25 225 0,2 174 0,8-161 0,-2-102 0,-1-7 0,1 0 0,0 0 0,0 1 0,1-1 0,0 0 0,0 0 0,3 9 0,-4-14 0,0-1 0,1 0 0,-1 1 0,0-1 0,0 0 0,0 1 0,0-1 0,0 0 0,0 0 0,0 1 0,1-1 0,-1 0 0,0 0 0,0 1 0,0-1 0,1 0 0,-1 0 0,0 0 0,0 1 0,1-1 0,-1 0 0,0 0 0,1 0 0,-1 0 0,0 0 0,0 1 0,1-1 0,-1 0 0,0 0 0,1 0 0,-1 0 0,0 0 0,1 0 0,-1 0 0,0 0 0,0 0 0,1 0 0,-1 0 0,0 0 0,1 0 0,-1-1 0,0 1 0,1 0 0,-1 0 0,0 0 0,0 0 0,1 0 0,-1-1 0,0 1 0,0 0 0,1 0 0,-1-1 0,0 1 0,0 0 0,0 0 0,1 0 0,-1-1 0,0 1 0,0 0 0,0-1 0,0 1 0,0-1 0,9-18 0,-1-41 0,-2 1 0,-4-1 0,-6-91 0,3 137 0,0 0 0,-1 0 0,0 0 0,-1 1 0,-1-1 0,0 1 0,-1 0 0,-1 0 0,0 1 0,-11-18 0,17 29 0,-1 0 0,1 0 0,-1 0 0,0 0 0,0 0 0,1 1 0,-1-1 0,0 0 0,0 0 0,0 1 0,0-1 0,0 0 0,0 1 0,0-1 0,0 1 0,0 0 0,0-1 0,0 1 0,0 0 0,0-1 0,-3 1 0,3 0 0,0 1 0,0-1 0,0 1 0,0-1 0,0 1 0,1-1 0,-1 1 0,0 0 0,0-1 0,0 1 0,1 0 0,-1-1 0,0 1 0,0 0 0,1 0 0,-1 0 0,1 0 0,-2 2 0,-2 6 0,1 1 0,0 0 0,-4 19 0,4-19 0,-9 60 0,3 0 0,3 0 0,5 101 0,1-129 0,10-219 0,-9 81 0,-6-151 0,4 237 0,1 5 0,0 1 0,0 0 0,-1-1 0,0 1 0,0-1 0,0 1 0,0 0 0,0 0 0,-1 0 0,0-1 0,-3-4 0,5 9 0,-1 0 0,1 0 0,0 0 0,0 0 0,-1-1 0,1 1 0,0 1 0,0-1 0,-1 0 0,1 0 0,0 0 0,0 0 0,-1 0 0,1 0 0,0 0 0,0 0 0,-1 0 0,1 0 0,0 1 0,0-1 0,-1 0 0,1 0 0,0 0 0,0 0 0,0 1 0,0-1 0,-1 0 0,1 0 0,0 0 0,0 1 0,0-1 0,0 0 0,0 0 0,0 1 0,-1-1 0,1 0 0,0 0 0,0 1 0,0-1 0,0 0 0,0 0 0,0 1 0,0-1 0,0 0 0,0 0 0,0 1 0,0-1 0,1 0 0,-1 1 0,-2 16 0,0 64 0,3 0 0,5 0 0,17 92 0,-23-168 0,0-4 0,-1 0 0,1 0 0,0 0 0,0 0 0,0 0 0,0 0 0,1 0 0,-1 0 0,0 0 0,0 0 0,1 0 0,-1 1 0,0-1 0,1 0 0,-1-1 0,1 1 0,1 2 0,-2-3 0,1-1 0,0 1 0,-1-1 0,1 1 0,0-1 0,-1 0 0,1 1 0,-1-1 0,1 1 0,-1-1 0,1 0 0,-1 0 0,1 1 0,-1-1 0,0 0 0,1 0 0,-1 1 0,0-1 0,0 0 0,0 0 0,0 0 0,1 0 0,-1 1 0,0-1 0,-1-1 0,4-29 0,-3 25 0,4-392 0,-4 264 0,2 153 0,1-1 0,0 0 0,2 0 0,0 0 0,1-1 0,14 29 0,-2-2 0,-13-32 0,9 25 0,1 0 0,2-1 0,31 49 0,-47-84 0,-1 0 0,1 0 0,0 0 0,-1 0 0,1 0 0,0 0 0,0 0 0,0 0 0,0 0 0,0 0 0,0 0 0,0-1 0,0 1 0,0 0 0,0-1 0,0 1 0,0-1 0,0 1 0,1-1 0,-1 0 0,0 1 0,3-1 0,-3 0 0,0-1 0,0 1 0,0-1 0,0 1 0,0-1 0,0 1 0,0-1 0,0 0 0,-1 0 0,1 1 0,0-1 0,0 0 0,-1 0 0,1 0 0,0 0 0,-1 0 0,1 0 0,-1 0 0,1-2 0,3-5 1,-2 0 1,1-1-1,-1 1 0,2-18 1,-2-121-1,-3 82-1,1 60 0,-1-22 0,1 26 0,1 0 0,-1 1 0,0-1 0,0 0 0,0 1 0,-1-1 0,1 0 0,0 1 0,0-1 0,0 0 0,0 1 0,-1-1-1,1 1 1,0-1 0,-1 0 0,1 1 0,0-1 0,-1 1 0,1-1 0,-1 1 0,1-1 0,-1 1 0,1-1 0,-1 1 0,1-1 0,-1 1 0,1 0 0,-2-1 0,1 2-1,1-1 1,-1 1 0,0 0-1,1 0 1,-1 0 0,1 0-1,-1 0 1,1-1 0,0 1 0,-1 0-1,1 0 1,0 0 0,0 0-1,0 0 1,-1 0 0,1 0-1,0 0 1,0 0 0,1 2-1,-2 1 1,-6 84 0,9 162 0,0-231 0,1 1 0,9 31 0,-8-34 0,-3-16 0,-1 1 0,1-1 0,-1 1 0,1-1 0,0 1 0,0-1 0,-1 1 0,1-1 0,0 0 0,0 0 0,1 1 0,-1-1 0,2 1 0,5-2 0,-3-13 1,12-123 3,-1-217-1,-16 296-3,0 46 0,-3 43-7,-1 379 6,5-285 9,-1-206-8,-3 1 0,-18-113 0,10 136 0,-2 1 0,-35-96 0,27 117 0,20 33 0,1 1 0,-1-1 0,1 0 0,-1 1 0,1-1 0,-1 0 0,1 1 0,-1-1 0,0 1 0,1-1 0,-1 1 0,0-1 0,0 1 0,1 0 0,-1-1 0,0 1 0,0 0 0,0 0 0,1 0-1,-1-1 1,0 1 0,0 0 0,0 0 0,0 0 0,1 0 0,-1 0 0,0 0 0,0 1 0,0-1 0,1 0 0,-1 0 0,0 1 0,0-1 0,0 0 0,1 1 0,-1-1 0,0 1 0,1-1 0,-1 1 0,0-1 0,1 1 0,-1-1 0,1 1 0,-1 0 0,0 0 0,-4 6-1,1 0 0,0 1 0,1-1 0,-1 1 0,2-1 0,-5 17 0,-9 57 1,13-66 0,-7 74 0,3 0 0,6 98 0,2-103 0,-1-74 0,1-1 0,0 0 0,0 1 0,1-1 0,5 15 0,-6-21 0,0-1 0,0 0 0,0 0 0,0 0 0,0 1 0,1-1 0,-1-1 0,1 1 0,-1 0 0,1 0 0,0 0 0,2 1 0,-2-2 0,-1-1 0,0 1 0,1 0 0,-1-1 0,0 0 0,1 1 0,-1-1 1,1 0-1,-1 0 0,1 0 0,-1 0 0,1 0 0,-1 0 0,1 0 0,-1 0 0,0-1 0,1 1 0,-1 0 0,1-1 0,-1 1 0,0-1 0,3-1 0,0-1 1,0 0-1,0 0 1,0-1 0,-1 0-1,1 0 1,-1 0-1,0 0 1,0 0-1,0 0 1,-1-1-1,1 0 1,1-6 0,24-64-2,-27 69 1,8-27 0,-1-1 0,-2 1 0,2-48 0,-4-105 0,-4 145 0,0 41 0,0 0 0,0 0 0,0-1 0,0 1 0,-1 0 0,1 0 0,0-1 0,0 1 0,0 0 0,0 0 0,-1-1 0,1 1 0,0 0 0,0 0 0,-1 0 0,1 0 0,0-1 0,0 1 0,-1 0 0,1 0 0,0 0 0,0 0 0,-1 0 0,1 0 0,0 0 0,-1 0 0,1 0 0,0 0 0,0 0 0,-1 0 0,1 0 0,0 0 0,-1 0 0,1 0 0,0 0 0,0 0 0,-1 0 0,1 0 0,0 0 0,-1 0 0,1 0 0,0 1 0,0-1 0,-1 0 0,1 0 0,0 0 0,0 1 0,0-1 0,-1 0 0,1 0 0,0 0 0,0 1 0,0-1 0,-1 0 0,-1 5 0,0-1 0,0 0 0,1 0 0,-1 1 0,1-1 0,0 0 0,0 1 0,-1 7 0,-1 7 0,-11 72 0,5 0 0,3 158 0,6-247 0,12-98-1,-11-38-339,-1 76-1071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05.344"/>
    </inkml:context>
    <inkml:brush xml:id="br0">
      <inkml:brushProperty name="width" value="0.05" units="cm"/>
      <inkml:brushProperty name="height" value="0.05" units="cm"/>
      <inkml:brushProperty name="color" value="#E71224"/>
    </inkml:brush>
  </inkml:definitions>
  <inkml:trace contextRef="#ctx0" brushRef="#br0">826 983 29854,'0'0'2710,"0"0"-2702,1 0 0,0 0 0,0 0 1,0 0-1,-1 0 0,1 0 0,0-1 0,0 1 0,0 0 0,-1-1 0,1 1 0,0 0 0,-1-1 0,1 1 0,0-1 0,-1 1 0,1-1 0,0 1 0,-1-1 1,1 1-1,0-2 0,11-19-7,1 0 1,1 1-1,1 0 1,1 2 0,0 0-1,2 0 1,-1 2-1,2 0 1,0 1-1,1 1 1,37-20 0,-26 18-3,0 2 1,0 0 0,1 2 0,1 2 0,0 1-1,0 1 1,64-5 0,-81 11 0,-1 2 0,1 0 0,-1 0 0,1 1 0,19 5 0,-27-4 0,-1 1 0,0 0 0,0 0 0,0 1 0,0 0 0,0 0 0,-1 0 0,0 1 0,0 0 0,0 1 0,0-1 0,5 9 0,11 13 0,-1 1 0,-2 1 0,-1 1 0,-1 1 0,-2 0 0,19 53 0,-9-3 0,23 131 0,-46-200 0,0 0 0,1 0 0,1 0 0,0 0 0,1-1 0,0 0 0,7 13 0,-9-20 0,1 0 0,-1 1 0,0-1 0,1-1 0,0 1 0,0 0 0,0-1 0,1 0 0,-1 0 0,1 0 0,-1-1 0,1 1 0,0-1 0,0 0 0,0-1 0,0 1 0,0-1 0,9 1 0,16 1 0,-1-1 0,0-1 0,1-2 0,-1-1 0,51-10 0,-66 9 0,0 0 0,0-1 0,-1-1 0,1 0 0,-1-1 0,0-1 0,0 0 0,-1-1 0,0 0 0,0 0 0,-1-2 0,0 1 0,15-18 0,-22 20 0,1 0 1,-1-1-1,0 1 1,0-1-1,-1 0 0,0 0 1,0 0-1,-1 0 0,0-1 1,-1 1-1,1-10 1,0-11 1,-4-54-1,1 76-1,-2-12-1,0-1 1,-2 0-1,-1 1 0,0 0 1,-1 0-1,-1 1 0,-14-23 1,6 9-2,-13-37 0,25 58 2,1 0 0,0 1 0,1-1 0,0 0 1,1-1-1,0 1 0,2-20 0,-1 29 0,1-1 0,0 0 0,0 1 0,0-1 0,1 1 0,-1-1 0,1 1 0,-1-1 0,1 1 0,0 0 0,0 0 0,0 0 0,0 0 0,0 0 0,0 0 0,0 1 0,1-1 0,-1 1 0,1-1 0,-1 1 0,1 0 0,0 0 0,-1 0 0,1 0 0,0 1 0,-1-1 0,1 1 0,5-1 0,-2 0 0,1 1 0,0-1 0,0 1 0,0 0 0,0 0 0,0 1 0,0 0 0,-1 0 0,1 1 0,0 0 0,6 3 0,0 2 0,-1 1 0,0 0 0,-1 1 0,0 1 0,-1 0 0,1 0 0,8 13 0,-1 0 0,-1 1 0,21 40 0,-34-55 0,0 1 0,0 0 0,-1 0 0,0 1 0,-1-1 0,0 0 0,0 13 0,-2 77 0,0-53 0,-1 13 0,2 73 0,-1-130 0,1-1 0,-1 1 0,1 0 0,-1-1 0,1 1 0,0 0 0,0-1 0,0 1 0,0-1 0,1 1 0,-1-1 0,1 1 0,-1-1 0,1 0 0,0 0 0,4 3 0,-2-1 0,1-1 0,-1 0 0,1 0 0,0 0 0,0-1 0,1 0 0,9 3 0,4-1 0,1 0 0,-1-1 0,34 0 0,-27-3 0,1 0 0,-1-2 0,0-1 0,1-1 0,30-8 0,-48 9 0,0 0 0,0 0 0,0-1 0,0 0 0,-1 0 0,0-1 0,0 0 0,0 0 0,0-1 0,-1 0 0,0-1 0,0 1 0,-1-1 0,1-1 0,-2 1 0,1-1 0,-1 0 0,5-9 0,-7 7 0,1 0 0,-2 0 0,1 0 0,-1-1 0,-1 1 0,1-15 0,-4-65 0,1 79 0,-3-24 0,-2 1 0,-1 0 0,-18-50 0,-9-46 0,31 68 0,4 44 0,-1 16 0,0 0 0,0 1 0,1-1 0,-1 0 0,1 1 0,-1-1 0,1 0 0,0 1 0,0-1 0,0 1 0,0-1 0,0 1 0,0-1 0,0 1 0,0 0 0,0 0 0,1-1 0,-1 1 0,0 0 0,1 0 0,-1 0 0,1 1 0,-1-1 0,1 0 0,0 0 0,2 0 0,5-2 0,1 0 0,0 1 0,13-2 0,-16 3 0,33-4 0,0 2 0,0 2 0,40 4 0,-74-2 0,1-1 0,-1 1 0,0 0 0,0 1 0,0 0 0,0 0 0,0 0 0,0 0 0,-1 1 0,1 0 0,-1 0 0,1 1 0,-1-1 0,5 6 0,-4-2 0,1 0 0,-2 0 0,1 0 0,-1 1 0,0 0 0,-1 0 0,1 0 0,4 15 0,0 10 0,-1 0 0,-1 1 0,-2-1 0,1 40 0,-5-56 0,0 1 0,1-1 0,1 1 0,0-1 0,1 0 0,1 0 0,8 20 0,-10-31 0,1 1 0,-1-1 0,1 0 0,1 0 0,-1-1 0,1 1 0,0-1 0,0 0 0,0 0 0,1 0 0,0-1 0,0 0 0,0 0 0,0-1 0,1 1 0,-1-1 0,13 3 0,-2-2 0,0-1 0,0 0 0,1-1 0,-1-1 0,1-1 0,30-3 0,-42 2 0,1 0 0,-1 0 0,0 0 0,0 0 0,0-1 0,0 0 0,0-1 0,0 1 0,-1-1 0,1 0 0,-1 0 0,0-1 0,0 0 0,8-7 0,-7 5 0,-1-1 0,1 0 0,-1-1 0,-1 1 0,1-1 0,-1 0 0,-1 0 0,1 0 0,2-12 0,1-11 0,-2-2 0,0 1 0,-3 0 0,-1-47 0,-1 79 0,0-46 0,-7-54 0,4 82 0,0 2 0,-1-1 0,-1 0 0,0 1 0,-1-1 0,-13-22 0,17 36 0,2 2 0,-1 0 0,0-1 0,0 1 0,1-1 0,-1 1 0,1-1 0,-1 1 0,1-1 0,0 1 0,0-1 0,-1 0 0,1 1 0,1-3 0,1 1 0,2 0 0,-1 1 0,0-1 0,0 1 0,1 0 0,-1 0 0,1 0 0,0 0 0,0 1 0,5-2 0,-5 1 0,20-7 0,1 1 0,0 1-1,0 2 1,0 0 0,1 1 0,50 0 0,-74 4-1,0 0 1,1 0 0,-1 1 0,0-1-1,0 1 1,0-1 0,0 1 0,0 0 0,0-1-1,0 1 1,0 0 0,0 1 0,0-1-1,0 0 1,0 0 0,-1 1 0,1-1-1,0 1 1,-1-1 0,0 1 0,1 0 0,-1 0-1,0-1 1,0 1 0,0 0 0,0 0-1,0 0 1,0 0 0,0 1 0,0 1-1,1 9 2,1-1-1,-2 1 0,0-1 0,0 18 1,-1-1-2,3 69 1,-4-72 0,1 1 0,2 0 0,0-1 0,2 0 0,1 0 0,15 50 0,-18-72 0,0 1 0,0-1 0,0 0 0,1 0 0,0 0 0,-1-1 0,1 1 0,0 0 0,1-1 0,-1 0 0,1 0 0,-1 0 0,1 0 0,0-1 0,0 1 0,0-1 0,1 0 0,-1 0 0,8 2 0,4-1 1,0 0 0,-1-1 0,1-1 0,24-1 0,-27 0 1,-5 0-2,1-1 0,-1 1 0,1-2 0,-1 1 0,0-1 0,0 0 0,0-1 0,0 0 0,0 0 0,0-1 0,-1 0 0,1 0 0,-1 0 0,0-1 0,0-1 0,-1 1 0,0-1 0,0 0 1,0 0-1,-1-1 0,0 1 0,0-1 0,0-1 0,-1 1 0,0 0 0,-1-1 0,1 0 0,-1 0 0,2-13 0,-1-6-1,0 0 1,-3 0-1,0 0 0,-1 0 1,-2 0-1,-1 0 0,-1 0 1,-1 0-1,-1 1 0,-2 0 1,-19-46-1,17 51 2,2 0 0,0 0 0,1-1-1,1 0 1,1-1 0,1 1 0,-1-31 0,5 51-1,1 1 0,-1 0 0,1-1 0,-1 1 0,1 0 0,-1 0 0,1 0 0,0-1 0,-1 1 0,1 0 0,0 0 0,0 0 0,0 0 0,0 0 0,0 0 1,0 1-1,0-1 0,0 0 0,0 0 0,0 1 0,1-1 0,-1 1 0,0-1 0,0 1 0,1-1 0,1 1 0,41-10 0,-37 9 0,47-5-3,0 2 1,98 6-1,-140-1 3,-1 0 0,0 0 0,0 1 0,0 1 0,0 0 0,0 1 0,18 8 0,-24-10 0,-1 1 0,1 0 0,0 0 0,-1 1 0,1-1 0,-1 1 0,0 0 0,-1 0 0,1 0 0,-1 1 0,1-1 0,-1 1 0,0 0 0,-1 0 0,1 0 0,-1 0 0,3 11 0,0 16 0,-1 0 0,-2 0 0,-1 0 0,-4 37 0,1 2 0,1 8-1,-1-32 6,6 74-1,-3-117-4,0-1 0,0 1 0,0 0 0,0-1 0,1 1 0,-1-1 0,1 1 0,0-1 0,0 0 0,0 0 0,0 0 0,1 0 0,-1 0 0,1 0 0,-1-1 0,1 1 0,0-1 0,0 0 0,1 0 0,-1 0 0,0 0 0,1 0 0,-1-1 0,1 1 0,-1-1 0,1 0 0,0 0 0,-1-1 0,1 1 0,0-1 0,6 0 0,0 1 0,-1-1 0,1 0 0,-1-1 0,1 0 0,-1-1 0,0 0 0,1 0 0,-1-1 0,0 0 0,-1-1 0,17-8 0,-14 4 0,0 0 0,-1-1 0,0 0 0,0-1 0,-1 0 0,0 0 0,-1-1 0,0 0 0,-1-1 0,0 1 0,-1-1 0,0-1 0,-1 1 0,0-1 0,-1 0 0,3-16 0,0-17 0,-1 0 0,-3 0 0,-2-64 0,-1 63 0,-2 22 0,-1 0 0,0 0 0,-2 0 0,-1 1 0,-14-39 0,18 59 0,1-1 0,0 1 0,0-1 0,0 0 0,1 1 0,0-1 0,-1 0 0,2 0 0,-1 1 0,1-7 0,0 9 0,-1 0 0,1-1 0,0 1 0,0 0 0,-1 0 0,1 0 0,0 0 0,1 0 0,-1 0 0,0 1 0,1-1 0,-1 0 0,1 1 0,-1-1 0,1 1 0,0-1 0,-1 1 0,1 0 0,0-1 0,0 1 0,4-1 0,6-1 1,-1 0 0,1 1 0,0 1 0,0 0 0,0 1 0,0 0 0,15 2 0,12 0-1,-35-2 0,0 0 0,1 0 0,-1 1 0,0 0 0,0 0 0,0 0 0,1 0 0,-1 0 0,0 1 0,-1 0 0,1 0 0,0 0 0,0 0 0,-1 1 0,6 4 0,-4-2 0,0 1 0,-1-1 0,1 1 0,-2 0 0,1 0 0,0 0 0,-1 1 0,4 11 0,0 8 0,0 0 0,-2 0 0,3 52 0,-8-75 0,5 66 0,-2 1 0,-10 96 0,6-123 0,1-43 0,0 0 0,0 0 0,0 1 0,1-1 0,-1 0 0,0 0 0,0 1 0,0-1 0,0 0 0,1 0 0,-1 0 0,0 1 0,0-1 0,0 0 0,1 0 0,-1 0 0,0 0 0,0 0 0,1 1 0,-1-1 0,0 0 0,0 0 0,1 0 0,-1 0 0,0 0 0,0 0 0,1 0 0,-1 0 0,0 0 0,1 0 0,-1 0 0,0 0 0,0 0 0,1 0 0,-1 0 0,0 0 0,0 0 0,1-1 0,-1 1 0,5 0 0,17-1-1,-1-1 0,1 0 1,-1-2-1,0 0 0,1-2 0,-2 0 0,1-2 1,-1 0-1,37-21 0,-25 11 1,-1-1 0,0-2 0,39-34 0,-61 48 0,-1-1 0,-1 0 0,1 0 0,-1 0 0,-1-1 0,0 0 0,0-1 0,-1 1 0,0-1 0,0 0 0,-1 0 0,-1 0 0,0-1 0,0 0 0,-1 1 0,1-13 0,-2-233 0,-1 253 0,0-1 0,1 1 0,0 0 0,-1 0 0,1 0 0,0-1 0,0 1 0,1 0 0,-1 0 0,1 0 0,-1 1 0,1-1 0,0 0 0,0 1 0,0-1 0,0 1 0,1 0 0,-1-1 0,1 1 0,-1 0 0,1 0 0,0 1 0,0-1 0,0 1 0,0-1 0,0 1 0,5-1 0,8-4 0,1 2 0,0 1 0,33-4 0,-48 7 0,191-6 0,-150 7 0,-38-2 0,0 1 0,0 1 0,0-1 0,-1 1 0,1 0 0,0 0 0,0 0 0,-1 0 0,1 1 0,-1 0 0,1 0 0,-1 0 0,0 1 0,0-1 0,0 1 0,0 0 0,5 5 0,-5-3 0,0 0 0,-1-1 0,0 2 0,0-1 0,-1 0 0,0 0 0,0 1 0,0 0 0,0-1 0,-1 1 0,0 0 0,0 0 0,0-1 0,-1 8 0,1 22 0,-1 1 0,-2-1 0,-1 0 0,-2 0 0,-15 58 0,9-59 0,2 2 0,1-1 0,2 1 0,-3 62 0,9-96 0,0 0 0,0 0 0,1 0 0,-1 1 0,1-1 0,-1 0 0,1 0 0,0 0 0,0 0 0,0 0 0,0 0 0,0 0 0,0 0 0,0-1 0,1 1 0,-1 0 0,1-1 0,-1 1 0,1-1 0,0 1 0,-1-1 0,1 0 0,0 0 0,0 0 0,0 0 0,0 0 0,0 0 0,0 0 0,0-1 0,0 1 0,4 0 0,8 1 0,0 0 0,0-1 0,0-1 0,15-1 0,-7 0 0,-8 0 0,0 0 0,0-2 0,0 1 0,0-2 0,-1 0 0,1-1 0,-1 0 0,0-1 0,-1 0 0,1-1 0,-1 0 0,-1-1 0,1-1 0,-1 1 0,10-12 0,18-20 0,-2 0 0,47-68 0,-79 100 0,33-44 0,-3-1 0,57-116 0,-87 157 0,1-1 0,0 1 0,1 1 0,0-1 0,0 1 0,1 0 0,17-17 0,-19 24 0,0-1 0,0 1 0,0 0 0,1 0 0,-1 1 0,1 0 0,0 0 0,-1 1 0,1-1 0,1 2 0,-1-1 0,0 1 0,0 0 0,1 0 0,10 1 0,-14-1 0,1 1 0,0 0 0,0 0 0,-1 1 0,1-1 0,0 1 0,-1 0 0,1 0 0,-1 0 0,1 1 0,-1 0 0,0 0 0,1 0 0,-1 0 0,0 1 0,0-1 0,-1 1 0,1 0 0,-1 0 0,1 0 0,-1 1 0,0-1 0,0 1 0,0 0 0,-1 0 0,1 0 0,-1 0 0,0 0 0,0 1 0,2 6 0,0 7 0,-1 0 0,0 1 0,-1 0 0,-1-1 0,-1 1 0,-2 20 0,2-23 0,-2-3 0,0 0 0,0 0 0,-1 0 0,-1-1 0,0 0 0,-1 1 0,0-1 0,-1-1 0,0 1 0,-12 15 0,-12 14 0,-46 49 0,64-76 0,9-11 0,-27 30 0,-48 70 0,71-92 0,0 1 0,1 0 0,1 0 0,0 0 0,0 1 0,1 0 0,1-1 0,0 1 0,0 1 0,0 24 0,3-37 0,1 0 0,0-1 0,-1 1 0,1 0 0,0-1 0,0 1 0,0-1 0,-1 1 0,1-1 0,0 1 0,0-1 0,0 1 0,0-1 0,0 0 0,0 0 0,0 1 0,0-1 0,-1 0 0,1 0 0,0 0 0,0 0 0,0 0 0,0 0 0,0 0 0,0-1 0,0 1 0,2-1 0,2 1 0,13 0 0,-1 0 0,1-2 0,0 0 0,-1-1 0,1 0 0,-1-2 0,0 0 0,0-1 0,-1 0 0,19-11 0,80-49 0,200-152 0,-279 187 0,-1-2 0,-1-2 0,39-52 0,-71 84 0,0 0 0,0 0 0,1 1 0,-1-1 0,1 1 0,0 0 0,0-1 0,0 1 0,0 1 0,0-1 0,0 0 0,0 1 0,0-1 0,1 1 0,-1 0 0,1 0 0,-1 1 0,1-1 0,-1 1 0,1-1 0,-1 1 0,1 0 0,0 1 0,-1-1 0,1 0 0,-1 1 0,1 0 0,-1 0 0,1 0 0,-1 0 0,0 1 0,0-1 0,1 1 0,-1 0 0,0 0 0,0 0 0,-1 0 0,4 3 0,2 5 0,-1 0 0,-1 0 0,1 0 0,-2 1 0,1 0 0,-2 0 0,1 1 0,-2-1 0,1 1 0,1 16 0,0 9 0,-2 0 0,-1 39 0,-3-64 0,0 1 0,-1-1 0,0 0 0,-1 0 0,-1-1 0,0 1 0,0 0 0,-1-1 0,0 0 0,-1 0 0,0-1 0,-1 0 0,0 0 0,-1 0 0,0-1 0,-13 12 0,-11 7 0,0-1 0,-2-2 0,-53 30 0,-76 31 0,-29 19 0,186-101 0,-1 1 0,1 0 0,0 0 0,0 1 0,1 0 0,-1 0 0,1 0 0,1 1 0,-1-1 0,1 1 0,0 0 0,1 0 0,-1 1 0,2-1 0,-1 1 0,1 0 0,0 0 0,0-1 0,1 1 0,0 0 0,1 0 0,0 0 0,0 1 0,0-1 0,1 0 0,3 10 0,-4-15 0,1 0 0,0-1 0,0 1 0,0-1 0,0 1 0,0-1 0,0 0 0,1 0 0,-1 1 0,1-1 0,-1 0 0,1 0 0,0 0 0,0 0 0,0-1 0,3 4 0,1-2 0,-1 0 0,1 0 0,-1-1 0,1 1 0,0-1 0,11 2 0,4 0 0,1-2 0,42 1 0,-41-3 0,0 0 0,0-2 0,-1-1 0,1-1 0,37-10 0,175-55 0,-198 61 0,-1 1 0,1 2 0,0 2 0,57 2 0,-92 2 0,0 0 0,1-1 0,-1 1 0,0 0 0,0 0 0,0 0 0,0 0 0,0 1 0,0-1 0,0 0 0,-1 1 0,1 0 0,0-1 0,-1 1 0,1 0 0,-1 0 0,0 0 0,1 0 0,-1 0 0,0 0 0,0 0 0,-1 0 0,1 0 0,0 0 0,-1 1 0,1-1 0,-1 0 0,1 4 0,1 10 0,0 0 0,-1 30 0,-1-41 0,0 7 0,1 10 0,-6 40 0,4-54 0,-1 1 0,0 0 0,-1-1 0,0 0 0,-1 1 0,1-1 0,-9 12 0,-7 6 0,-1-1 0,-2-1 0,0-1 0,-2-1 0,0-1 0,-52 34 0,54-40 1,0-1-1,-1-1 1,-1-2 0,0 0-1,0-1 1,-1-2 0,0 0-1,0-2 1,-1-1 0,0-1-1,-48 2 1,-105-6-1,175 0 0,-1 1 0,1 0-1,0 0 1,-1 0 0,1 1 0,0 0-1,0-1 1,0 1 0,0 1 0,0-1-1,1 0 1,-1 1 0,1 0 0,-1 0-1,1 0 1,0 0 0,0 1 0,0-1-1,1 1 1,-5 7 0,2-3 0,1-1-1,0 1 1,1 0 0,-1 1 0,1-1-1,1 0 1,0 1 0,0 0 0,1-1-1,-1 11 1,3-14 0,0 1 0,0-1 0,0 0 0,0 0 0,1 0 0,0 0 0,0 0 0,0-1 0,0 1 0,1-1 0,0 1 0,0-1 0,0 0 0,1 0 0,-1 0 0,1-1 0,0 1 0,0-1 0,0 0 0,1 0 0,-1 0 0,1 0 0,6 2 0,8 4 1,1-1 1,0 0-1,0-2 0,33 7 1,149 11-1,-150-21-1,0 2 0,0 3 0,82 23 0,-130-30 0,0 0 0,0 0 0,0 1 0,-1 0 0,1 0 0,-1 0 0,1 0 0,-1 1 0,0-1 0,0 1 0,0 0 0,0 0 0,0 0 0,-1 0 0,5 6 0,-6-6 0,0 0 0,0 0 0,0 0 0,-1 0 0,1 1 0,-1-1 0,1 0 0,-1 0 0,0 0 0,-1 0 0,1 0 0,0 0 0,-1 1 0,0-1 0,1 0 0,-1 0 0,0 0 0,-1-1 0,1 1 0,-1 0 0,-2 4 0,-4 4 0,0 0 0,-1 0 0,0 0 0,-1-1 0,0-1 0,-17 13 0,1-3 0,-50 27 0,39-29 0,-1-1 0,0-2 0,-1-2 0,0-1 0,-1-2 0,-1-2 0,1-2 0,-1-2 0,0-1 0,-73-6 0,87 0 0,-1 0 0,1-2 0,-35-13 0,-78-35 0,109 41 0,-154-74 0,18 8 0,161 76 0,0 0-1,0 1 1,0 0 0,0 0 0,-1 0-1,1 1 1,-1 0 0,1 0 0,-1 0-1,1 1 1,-1 0 0,1 1 0,-1-1-1,1 1 1,-1 0 0,1 1-1,-1 0 1,1 0 0,0 0 0,0 0-1,0 1 1,0 0 0,1 1 0,-1-1-1,1 1 1,0 0 0,0 0 0,0 1-1,-5 6 1,3-3 0,1 1 0,1 0 0,-1 0 0,2 0 0,-1 0 0,1 1 0,1 0 0,-1-1 0,2 1 0,-1 1 0,-1 17 0,2 8 0,1-1 0,4 38 0,-3-72 0,3 20 0,0-1 0,1 0 0,1 1 1,1-1-1,1-1 0,0 0 0,2 0 0,0 0 0,1-1 1,21 29-1,-7-16 1,0-1 0,2-2 0,1 0 1,57 43-1,-79-67-1,1 0 0,0 1 0,-1-1 0,1 1 0,-1 0 0,7 10 0,-11-14 0,0 0 0,-1 0 0,1 1 0,0-1 0,-1 0 0,1 0 0,-1 1 0,0-1 0,1 0 0,-1 1 0,0-1 0,0 0 0,0 1 0,0-1 0,0 1 0,0-1 0,0 0 0,-1 1 0,1-1 0,0 0 0,-1 1 0,1-1 0,-1 0 0,1 0 0,-1 1 0,0-1 0,1 0 0,-1 0 0,0 0 0,0 0 0,0 0 0,0 0 0,0 0 0,0 0 0,0 0 0,-1 0 0,-13 10 0,-1 0 0,0-1 0,0-1 0,-33 13 0,-73 18 0,92-32 0,-1-2 0,0-1 0,0-1 0,0-2 0,-1-1 0,-32-4 0,56 2 0,0-1 0,0 1 0,0-2 0,0 1 0,0-1 0,1-1 0,-1 1 0,1-1 0,0-1 0,0 1 0,0-1 0,1 0 0,-1-1 0,1 1 0,1-1 0,-1-1 0,-5-7 0,-6-10 0,2 0 0,0-2 0,-17-41 0,14 24 0,2-1 0,2-1 0,-9-54 0,21 89 0,0 0 0,-1 0 0,0 0 0,-1 0 0,0 1 0,0 0 0,-1 0 0,0 0 0,0 0 0,-10-10 0,10 14 0,1 0 0,-1 1 0,0 0 0,-1 0 0,1 0 0,-1 0 0,0 1 0,0 0 0,0 0 0,0 1 0,0 0 0,-1 0 0,1 0 0,-1 1 0,1 0 0,-13-1 0,6 1 0,0 1 0,0 1 0,0 0 0,0 0 0,1 1 0,-1 1 0,1 0 0,-1 1 0,1 0 0,0 1 0,0 0 0,1 1 0,-14 8 0,-2 5 0,0 0 0,0 2 0,2 1 0,-32 36 0,45-44 0,0 1 0,1 1 0,1 0 0,0 0 0,2 1 0,-1 0 0,2 1 0,1 0 0,-6 23 0,4 8 0,1 1 0,4-1 0,2 56 0,1-58 0,-1 1 0,-2-1 0,-16 78 0,17-117 0,-2 0 0,1-1 0,-1 1 0,0-1 0,-1 1 0,1-1 0,-1 0 0,-1-1 0,0 1 0,1-1 0,-2-1 0,1 1 0,-1-1 0,0 0 0,0 0 0,0-1 0,-13 6 0,4-2 0,0-2 0,-1 1 0,0-2 0,0-1 0,0 0 0,0-1 0,-27 2 0,27-4 0,0-1 0,0-1 0,-19-3 0,30 3 0,0 0 0,0-1 0,1 0 0,-1 0 0,1-1 0,-1 1 0,1-1 0,0 0 0,0-1 0,0 1 0,0-1 0,-5-5 0,-12-16 0,1 0 0,2-1 0,0-1 0,2-1 0,-16-34 0,2-5 0,-25-84 0,48 120 0,1-1 0,1-1 0,2 1 0,2-1 0,2-53 0,0 65 0,0 19 0,0 0 0,0 0 0,-1 1 0,1-1 0,0 0 0,-1 1 0,1-1 0,-1 0 0,0 1 0,1-1 0,-1 1 0,0-1 0,0 1 0,0-1 0,0 1 0,0-1 0,0 1 0,-1 0 0,1 0 0,0 0 0,-1 0 0,1 0 0,0 0 0,-1 0 0,0 0 0,1 0 0,-1 1 0,1-1 0,-1 0 0,0 1 0,1 0 0,-3-1 0,-7-1 0,-1 1 0,1 1 0,0-1 0,-13 3 0,2-2 0,-13 2 0,0 1 0,1 2 0,-1 1 0,1 2 0,1 1 0,0 2 0,-63 29 0,86-34 0,0 0 0,1 1 0,-1 0 0,1 1 0,1 0 0,0 0 0,0 1 0,0 0 0,1 0 0,1 1 0,0 0 0,0 0 0,0 0 0,2 1 0,-1-1 0,-3 14 0,-4 20 0,1 1 0,-9 76 0,19-113 0,-4 51 0,4-32 0,-2 1 0,-7 33 0,9-55 0,-1 1 0,0-1 0,-1 0 0,1 1 0,-1-1 0,0 0 0,-1 0 0,1-1 0,-1 1 0,0-1 0,-1 0 0,1 0 0,-1 0 0,-6 5 0,6-8 0,1 1 0,-1-1 0,0 0 0,0 0 0,0 0 0,-1 0 0,1-1 0,0 0 0,0 0 0,-6-1 0,-60 0 0,38-1 0,-114-10 0,1-1 0,8 12 0,137-1 0,1 1 0,-1 0 0,0-1 0,1 1 0,-1-1 0,1 1 0,-1-1 0,0 1 0,1-1 0,-1 1 0,1-1 0,0 1 0,-1-1 0,1 0 0,-1 1 0,1-1 0,0 0 0,-1 1 0,1-1 0,0 0 0,0 1 0,0-1 0,0 0 0,0 0 0,-1 1 0,1-1 0,0 0 0,1 0 0,-1 1 0,0-1 0,0 0 0,0 0 0,0 1 0,0-1 0,1-1 0,0-5 0,-1-462 0,-1 468 0,1 1 0,-1-1 0,1 0 0,-1 1 0,1-1 0,-1 1 0,1-1 0,-1 0 0,0 1 0,1-1 0,-1 1 0,0 0 0,1-1 0,-1 1 0,0 0 0,0-1 0,0 1 0,1 0 0,-1 0 0,0-1 0,-1 1 0,-22-5 0,20 4 0,-22-2 0,-1 1 0,-40 1 0,32 2 0,25 0 0,0 0 0,0 1 0,0 0 0,0 1 0,1 0 0,-1 0 0,1 1 0,-1 1 0,1-1 0,1 2 0,-1-1 0,-10 9 0,-6 7 0,0 1 0,-33 37 0,37-34 0,0 2 0,2 0 0,1 1 0,1 0 0,1 2 0,1 0 0,2 1 0,2 0 0,-13 52 0,-16 82 0,39-163 0,1-1 0,-1 0 0,1 1 0,-1-1 0,0 0 0,0 1 0,0-1 0,0 0 0,0 0 0,0 0 0,0 1 0,0-1 0,0 0 0,-1-1 0,1 1 0,0 0 0,-1 0 0,1 0 0,-1-1 0,1 1 0,0-1 0,-1 1 0,1-1 0,-4 1 0,-43 1 0,38-2 0,-439 0 0,426 1 0,0-2 0,-1 0 0,1-2 0,-41-9 0,59 11 0,0-1 0,1 1 0,-1-1 0,0 0 0,1 0 0,-1-1 0,1 1 0,0-1 0,0 0 0,0 0 0,0 0 0,0-1 0,1 1 0,-1-1 0,1 0 0,0 0 0,0 0 0,0 0 0,1-1 0,0 1 0,0-1 0,0 0 0,0 1 0,1-1 0,-1 0 0,1 0 0,0 0 0,0-8 0,0-5 0,1-1 0,1 1 0,1 0 0,0 0 0,1 0 0,1 0 0,1 0 0,0 1 0,16-33 0,-1 11 0,1 2 0,2 1 0,1 0 0,37-40 0,-52 66 0,-1 0 0,0 0 0,-1-1 0,0 0 0,-1 0 0,0-1 0,-1 1 0,0-1 0,-1 0 0,0-1 0,-1 1 0,0-1 0,-1 0 0,0 0 0,-1-22 0,-2-53 0,1 86 0,-1 1 0,1-1 0,-1 1 0,1-1 0,-1 1 0,0-1 0,0 1 0,0 0 0,0-1 0,0 1 0,0 0 0,0 0 0,0 0 0,-1 0 0,1 0 0,0 0 0,-1 0 0,1 0 0,-1 1 0,1-1 0,-1 0 0,1 1 0,-1-1 0,1 1 0,-1 0 0,1 0 0,-1-1 0,0 1 0,-1 0 0,-57 0 0,46 1 0,-1 0 0,-1 1 0,1 1 0,0 0 0,0 1 0,-23 10 0,-74 38 0,86-38 0,-37 17 0,2 3 0,2 2 0,1 3 0,2 3 0,2 2 0,2 2 0,-81 94 0,112-116 0,0 0 0,-2-1 0,0-2 0,-1 0 0,-29 18 0,36-29 0,0 0 0,-1-1 0,0-1 0,0 0 0,0-2 0,-1 0 0,0-1 0,0-1 0,-30 3 0,19-4 0,0-2 0,-1-1 0,1-1 0,-35-7 0,51 5 0,0 0 0,0-1 0,1-1 0,0 0 0,0-1 0,0 0 0,1-1 0,0-1 0,0 0 0,1 0 0,-13-13 0,3 1 0,0-1 0,1-1 0,2 0 0,0-2 0,1 0 0,2-1 0,0-1 0,-16-41 0,29 62 0,0-1 0,0 0 0,1 0 0,0 0 0,0 0 0,0 0 0,1 0 0,0-1 0,0 1 0,1 0 0,-1 0 0,1 0 0,1 0 0,-1 0 0,1 0 0,0 1 0,0-1 0,1 0 0,0 1 0,0 0 0,0-1 0,1 1 0,-1 0 0,1 1 0,8-9 0,20-15 0,2 1 0,1 2 0,59-34 0,121-47 0,-122 63 0,-83 39 0,-1-1 0,0 0 0,1-1 0,-2 0 0,9-7 0,-14 11 0,-1-1 0,1 0 0,-1 1 0,0-1 0,0 0 0,0 0 0,0-1 0,0 1 0,-1 0 0,1-1 0,-1 1 0,0-1 0,0 1 0,-1-1 0,1 1 0,-1-1 0,1-5 0,-1 5 0,0 1 0,0 0 0,0-1 0,0 1 0,-1 0 0,1 0 0,-1-1 0,0 1 0,-2-5 0,2 6 0,-1 0 0,0 0 0,1 1 0,-1-1 0,0 0 0,0 1 0,0-1 0,0 1 0,-1 0 0,1 0 0,0 0 0,0 0 0,-5-1 0,-21-8 0,0 1 0,-1 2 0,-1 1 0,1 1 0,-1 1 0,1 2 0,-34 1 0,23 3 0,0 2 0,0 2 0,0 1 0,-65 21 0,-269 105 0,342-125 0,0-1 0,0-2 0,0-2 0,0-1 0,-44-2 0,51 0 0,12-1 0,1 1 0,-1-2 0,0 0 0,0-1 0,1 0 0,-1 0 0,1-2 0,0 1 0,0-2 0,-14-8 0,20 11 0,0-1 0,0 0 0,0 0 0,1-1 0,0 0 0,0 0 0,0 0 0,0-1 0,1 1 0,0-1 0,0 0 0,1 0 0,0 0 0,0-1 0,0 1 0,0-1 0,1 0 0,1 0 0,-1 0 0,0-10 0,0-5 0,2 0 0,4-37 0,-3 49 0,1 0 0,1 0 0,0 0 0,0 0 0,1 0 0,0 1 0,10-16 0,-7 13 0,1 0 0,0 1 0,1 0 0,0 0 0,1 1 0,0 0 0,0 1 0,1 0 0,0 1 0,1 0 0,0 1 0,0 0 0,1 0 0,-1 2 0,1-1 0,1 2 0,-1 0 0,1 0 0,-1 2 0,18-3 0,59-2 0,1 4 0,130 11 0,-174-5 0,62-5 0,-102 2 0,1-1 0,0 0 0,-1-1 0,1 0 0,-1 0 0,0-1 0,0 1 0,0-2 0,0 1 0,0-1 0,-1 0 0,9-6 0,-11 6 0,0 1 0,0-1 0,0 0 0,0-1 0,0 1 0,-1-1 0,0 1 0,0-1 0,0 0 0,0 0 0,-1-1 0,0 1 0,0 0 0,-1-1 0,1 1 0,-1-1 0,0-6 0,0-2 0,0-1 0,-1 0 0,-1 0 0,-1 0 0,-6-26 0,5 31 0,0 0 0,-1 0 0,-1 1 0,1-1 0,-2 1 0,1 1 0,-1-1 0,-1 1 0,-8-10 0,-4 0 0,0 1 0,0 0 0,-2 2 0,0 0 0,-25-12 0,-119-51 0,102 50 0,57 26 0,0 0 0,0-1 0,0 0 0,0 0 0,1 0 0,-1 0 0,1-1 0,0 0 0,0 0 0,-6-6 0,10 5 0,0 0 0,0 1 0,0-1 0,1 0 0,0 0 0,0 0 0,0 0 0,2-6 0,-1-5 0,-2 0 0,1 8 0,-1 1 0,1-1 0,1 1 0,-1-1 0,1 1 0,0-1 0,1 1 0,0 0 0,0-1 0,1 1 0,-1 0 0,5-7 0,-4 11 0,2-6 0,0 1 0,1 0 0,0 1 0,7-8 0,-10 12 0,0 1 0,-1 0 0,1 0 0,0 1 0,0-1 0,0 0 0,0 1 0,0 0 0,1 0 0,-1 0 0,0 0 0,1 0 0,-1 0 0,0 1 0,7 0 0,26 0 0,0 1 0,0 2 0,-1 2 0,43 10 0,-27-2 0,0 3 0,-1 2 0,-1 2 0,74 41 0,-117-58 0,0 1 0,0-1 0,0 0 0,1 0 0,-1-1 0,1 0 0,0 0 0,0-1 0,-1 1 0,12-1 0,-17-2 0,0-1 0,0 0 0,-1 0 0,1 0 0,-1 0 0,0 0 0,1 0 0,-1 1 0,0-1 0,0 0 0,0 0 0,0 0 0,-1-2 0,1 1 0,0-26 0,1 12 0,-1 0 0,-1 0 0,0 0 0,-1 1 0,-7-28 0,-2 10 0,-30-63 0,34 84 0,-1 0 0,0 0 0,-1 1 0,0 0 0,0 1 0,-2 0 0,-17-16 0,-41-23 0,39 30 0,-43-37 0,65 49 0,-1-1 0,1 0 0,1 0 0,0-1 0,0 0 0,1 0 0,0 0 0,-8-20 0,8 9 0,0 1 0,2-1 0,1 0 0,0 0 0,1-1 0,3-36 0,-1 51 0,0 5 0,0 1 0,0-1-1,0 1 1,0-1 0,1 1 0,-1-1 0,1 1-1,-1 0 1,1-1 0,0 1 0,-1-1 0,1 1-1,0 0 1,0-1 0,0 1 0,0 0 0,0 0-1,0 0 1,0 0 0,0 0 0,2-1 0,33-14 19,-33 15-38,1 0-1,-1 0 1,1-1 0,-1 1-1,0-1 1,1 0-1,-1 0 1,0 0 0,5-4-1,-6-5-777</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4.039"/>
    </inkml:context>
    <inkml:brush xml:id="br0">
      <inkml:brushProperty name="width" value="0.05" units="cm"/>
      <inkml:brushProperty name="height" value="0.05" units="cm"/>
      <inkml:brushProperty name="color" value="#004F8B"/>
    </inkml:brush>
  </inkml:definitions>
  <inkml:trace contextRef="#ctx0" brushRef="#br0">1 0 18700,'0'0'7282,"0"27"-7282,3-27-769,4-6-2263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5.028"/>
    </inkml:context>
    <inkml:brush xml:id="br0">
      <inkml:brushProperty name="width" value="0.05" units="cm"/>
      <inkml:brushProperty name="height" value="0.05" units="cm"/>
      <inkml:brushProperty name="color" value="#004F8B"/>
    </inkml:brush>
  </inkml:definitions>
  <inkml:trace contextRef="#ctx0" brushRef="#br0">1 3230 25213,'77'-36'2209,"-75"36"-2118,-1 0 0,1-1 0,-1 1 0,0-1 0,0 1 1,1-1-1,-1 0 0,0 1 0,0-1 0,1 0 0,-1 0 0,0 0 0,0 0 0,0 0 0,0 0 1,0 0-1,-1 0 0,1 0 0,1-3 0,2-2 718,1-3 82,-4 8-829,-1 0 0,0 0 1,0 0-1,1 0 0,-1 0 0,1 1 1,-1-1-1,0 0 0,1 0 0,0 0 1,-1 1-1,1-1 0,-1 0 0,1 1 0,0-1 1,-1 1-1,1-1 0,0 1 0,0-1 1,0 1-1,-1-1 0,1 1 0,0 0 1,0-1-1,0 1 0,1 0 0,0 3-43,5 11-5,-7-14-12,0 0 1,0 0-1,0-1 0,0 1 0,0 0 0,0 0 0,0 0 0,0 0 0,1 0 0,-1 0 0,0 0 0,0-1 0,0 1 0,0 0 0,0 0 0,0 0 0,0 0 0,0 0 1,0 0-1,0 0 0,1 0 0,-1 0 0,0 0 0,0 0 0,0 0 0,0-1 0,0 1 0,0 0 0,0 0 0,1 0 0,-1 0 0,0 0 0,0 0 0,0 0 0,0 0 1,0 0-1,0 0 0,1 0 0,-1 0 0,0 0 0,0 1 0,0-1 0,0 0 0,0 0 0,0 0 0,0 0 0,1 0 0,-1 0 0,0 0 0,-26-348 5,2 94-7,6-62 0,-27-845 0,46 977 0,0 174 0,1-1 0,1 1 0,-1-1 0,2 1 0,-1 0 0,1 0 0,1 0 0,0 1 0,0 0 0,1-1 0,0 2 0,1-1 0,0 1 0,8-8 0,6-5 0,0 2 0,2 1 0,0 0 0,26-14 0,53-26 0,3 5 0,157-57 0,233-40 0,168 16 0,6 48 0,-597 76 0,78-20 0,-143 27 0,-24 0 0,10 4-7,-1 0 1,0 0-1,0 0 0,1 1 1,-1 0-1,1 0 0,-12 6 1,-23 10-197</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5.442"/>
    </inkml:context>
    <inkml:brush xml:id="br0">
      <inkml:brushProperty name="width" value="0.05" units="cm"/>
      <inkml:brushProperty name="height" value="0.05" units="cm"/>
      <inkml:brushProperty name="color" value="#004F8B"/>
    </inkml:brush>
  </inkml:definitions>
  <inkml:trace contextRef="#ctx0" brushRef="#br0">0 1 32103,'0'0'623,"3"3"-614,15 11-7,-1-1 1,1 0-1,1-2 1,0 0-1,1-1 1,0 0-1,34 9 1,-19-8-2,1-3 0,0-1 0,72 5 0,-106-12-1,1 0 1,0 0-1,0 0 1,0 1-1,0-1 0,0 1 1,0 0-1,0 0 0,0 0 1,4 2-1,-6-2 0,0 0 0,-1 0 0,1 0 0,0 0-1,0 1 1,-1-1 0,1 0 0,-1 0 0,1 0 0,-1 1-1,1-1 1,-1 0 0,0 1 0,1-1 0,-1 0 0,0 1-1,0-1 1,0 0 0,0 1 0,0-1 0,-1 0 0,1 1 0,0-1-1,-1 0 1,0 3 0,-2 5 0,0 0 0,-1-1 0,0 0 0,0 1 0,-1-2 0,0 1 0,-6 7 0,-46 51 0,57-66 0,-32 33-25,-2-1-1,-1-2 1,-1-1 0,-42 24-1,30-25-335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6.367"/>
    </inkml:context>
    <inkml:brush xml:id="br0">
      <inkml:brushProperty name="width" value="0.05" units="cm"/>
      <inkml:brushProperty name="height" value="0.05" units="cm"/>
      <inkml:brushProperty name="color" value="#004F8B"/>
    </inkml:brush>
  </inkml:definitions>
  <inkml:trace contextRef="#ctx0" brushRef="#br0">1 11 27822,'0'0'4713,"0"-7"-4626,0 4-74,0 6 70,1 46-80,3 1 0,2-1 0,16 60 1,53 146-1,-73-251-6,0 4-91,-1-12-145,-2-10-196,1-15-1514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6.830"/>
    </inkml:context>
    <inkml:brush xml:id="br0">
      <inkml:brushProperty name="width" value="0.05" units="cm"/>
      <inkml:brushProperty name="height" value="0.05" units="cm"/>
      <inkml:brushProperty name="color" value="#004F8B"/>
    </inkml:brush>
  </inkml:definitions>
  <inkml:trace contextRef="#ctx0" brushRef="#br0">1 138 31567,'0'0'1151,"20"-16"-1142,-6 4-7,-3 2-2,1 0 1,1 0 0,0 2 0,0-1-1,1 2 1,0 0 0,0 0 0,1 1 0,21-5-1,14 2 2,0 2 0,1 2-1,64 2 1,-108 3-2,1 0 0,-1 0 0,1 1 0,-1 0 0,1 1 0,-1-1 0,9 5 0,-13-5 0,-1 0 0,0 0 0,1 0 0,-1 1 0,0-1 0,0 1 0,0 0 0,0 0 0,0 0 0,0 0 0,-1 0 0,1 0 0,-1 0 0,1 0 0,-1 1 0,0-1 0,0 0 0,0 1 0,0-1 0,0 1 0,0 0 0,-1-1 0,1 5 0,0-1 0,-1-1 0,0 1-1,0 0 1,0 0 0,-1 0 0,0-1 0,0 1-1,0 0 1,-1-1 0,0 1 0,0-1 0,0 1-1,-1-1 1,0 0 0,0 0 0,-7 9 0,-2 0-1,-1-1 0,-1-1 0,0 0 0,-16 10 0,7-5 1,-24 17-2,-81 46 0,102-66 1,-1-2 1,-1 0-1,1-2 0,-2 0 1,-29 4-1,79-15 5,1 0 0,34 4 0,-39-2-2,0 1 0,-1 1-1,1 0 1,-1 2 0,27 10 0,-7 5-3,-2 2-1,-1 2 1,-1 1 0,-1 2 0,41 45 0,-67-67 3,1 0 1,0 0-1,0 0 0,11 6 1,-15-10-24,-1 0 0,1 0 1,0 0-1,0 0 0,0-1 1,0 1-1,0 0 0,0-1 1,0 1-1,0-1 0,0 0 1,0 0-1,0 0 0,0 0 1,0 0-1,0 0 0,0 0 1,0-1-1,0 1 1,0-1-1,3-1 0,3-8-976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7.213"/>
    </inkml:context>
    <inkml:brush xml:id="br0">
      <inkml:brushProperty name="width" value="0.05" units="cm"/>
      <inkml:brushProperty name="height" value="0.05" units="cm"/>
      <inkml:brushProperty name="color" value="#004F8B"/>
    </inkml:brush>
  </inkml:definitions>
  <inkml:trace contextRef="#ctx0" brushRef="#br0">40 164 31487,'0'0'1128,"16"0"-1112,109 0 24,-121-1-40,-1 0 0,1 0 0,-1 0 0,0 0 0,1 0 1,-1 0-1,0-1 0,0 0 0,0 0 0,0 0 0,0 0 0,0 0 0,-1 0 0,1-1 0,-1 1 0,1-1 0,-1 0 1,0 0-1,0 0 0,0 0 0,-1 0 0,3-5 0,-2 4 0,0 0 0,0-1 0,-1 1-1,0-1 1,0 0 0,0 1 0,0-1 0,-1 0 0,1 0 0,-1 0 0,0 1-1,-1-1 1,1 0 0,-1 0 0,-3-8 0,3 11 0,0 0-1,0 0 1,0 1 0,-1-1 0,1 0-1,-1 1 1,1 0 0,-1-1 0,1 1-1,-1 0 1,0 0 0,0 0-1,0 0 1,1 0 0,-1 0 0,0 0-1,0 0 1,0 1 0,0-1 0,-4 1-1,-44-4-7,45 4 7,-1 0 1,-1 1 0,1 0-1,0 0 1,0 0 0,0 0 0,1 1-1,-1 0 1,0 0 0,0 1-1,1-1 1,0 1 0,-1 0-1,1 1 1,0-1 0,1 1 0,-1 0-1,1 0 1,-1 1 0,1 0-1,1-1 1,-1 1 0,1 0-1,-5 8 1,3-2 2,0 1-1,0-1 0,1 1 1,0 0-1,1 0 0,1 0 1,0 1-1,0-1 1,1 1-1,1 18 0,1-28 0,-1-1 0,0 0-1,1 1 1,-1-1-1,1 1 1,0-1 0,0 0-1,-1 1 1,2-1 0,-1 0-1,0 0 1,0 0-1,1 0 1,-1 0 0,1 0-1,0 0 1,3 3 0,-1-2 0,0-1 0,0 1 0,1-1 0,-1 1 0,1-1 0,0-1 0,-1 1 0,8 1 1,9 0 0,0 0 1,-1-1-1,30-2 0,-36 0-2,2-1-31,0 0 0,-1-1 0,1 0 0,0-1 0,-1-1 0,0-1 0,0 0 0,0-1 0,-1-1 0,1 0 0,23-16 0,14-15-1157</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7.484"/>
    </inkml:context>
    <inkml:brush xml:id="br0">
      <inkml:brushProperty name="width" value="0.05" units="cm"/>
      <inkml:brushProperty name="height" value="0.05" units="cm"/>
      <inkml:brushProperty name="color" value="#004F8B"/>
    </inkml:brush>
  </inkml:definitions>
  <inkml:trace contextRef="#ctx0" brushRef="#br0">1 0 32327,'0'0'371,"4"23"-346,45 339-6,-43-288-18,-2-22-1,20 101 0,-24-151-1,0-1 0,0 1 0,1-1 0,-1 1 0,1-1 0,-1 0 0,1 1 0,-1-1 0,1 0 0,0 1 0,0-1 0,0 0 0,-1 0 0,1 0 0,0 0 0,0 0 0,1 0 0,-1 0 0,0 0 0,0 0 0,0 0 0,1-1 0,1 2 0,-1-2 0,-1 0-1,1 0 1,0 0-1,0 0 0,-1 0 1,1-1-1,0 1 1,-1-1-1,1 1 1,-1-1-1,1 1 0,0-1 1,-1 0-1,0 0 1,1 0-1,2-2 1,5-5-107,1-1 0,-1 0 0,15-21 0,-22 28 57,31-42-1296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7.835"/>
    </inkml:context>
    <inkml:brush xml:id="br0">
      <inkml:brushProperty name="width" value="0.05" units="cm"/>
      <inkml:brushProperty name="height" value="0.05" units="cm"/>
      <inkml:brushProperty name="color" value="#004F8B"/>
    </inkml:brush>
  </inkml:definitions>
  <inkml:trace contextRef="#ctx0" brushRef="#br0">48 198 31175,'0'0'1319,"23"5"-1281,10 2-26,33 3 0,-60-10-11,-1-1-1,0 1 1,1-1-1,-1 0 1,0 0-1,1-1 1,-1 0-1,0 0 1,0 0-1,0 0 1,-1-1-1,1 0 0,0 0 1,-1 0-1,0 0 1,0-1-1,0 0 1,0 0-1,0 0 1,-1 0-1,5-8 1,-3 6-1,-1 1-1,0-1-1,-1 0 1,1 0-1,-1-1 1,-1 1-1,1 0 1,-1-1 0,0 0-1,-1 1 1,1-1-1,-1 0 1,-1 0 0,1 0-1,-1 0 1,-1-7-1,1 13 3,0-1 0,0 1-1,0-1 1,-1 1 0,1 0-1,0-1 1,-1 1 0,1 0-1,-1-1 1,1 1 0,-1 0-1,0 0 1,0-1 0,1 1-1,-1 0 1,0 0 0,0 0-1,0 0 1,0 0 0,0 0-1,-2-1 1,0 0 1,0 1 0,-1-1 0,1 1-1,0-1 1,-1 1 0,1 0 0,-1 0 0,-4 0 0,-5 0 2,1 1 1,-1-1 0,1 2-1,-14 2 1,18-1-2,-1 1 1,1-1-1,0 2 1,0-1-1,0 1 1,1 0-1,-1 1 1,1 0-1,0 0 1,0 1-1,1-1 1,0 1-1,0 1 1,0-1-1,1 1 1,-8 12-1,5-7 0,0 1 0,2 0 0,-1 0 0,1 0 0,1 1-1,1 0 1,0 0 0,0 0 0,-1 17 0,4-21-3,0 0 0,1 0 0,0 0 0,1 0 0,2 17 0,-2-24 0,0 0 0,0 0 0,0-1 0,1 1 0,-1 0 0,1 0 0,-1-1 0,1 1 0,0-1 0,0 0 0,0 1 0,1-1 0,-1 0 0,0 0 0,1 0 0,-1 0 0,1-1 0,0 1 0,0-1 0,-1 0 0,5 2 0,7 1-5,0-1-1,-1 0 1,1-1 0,0 0 0,0-1-1,27-2 1,-16 1-17,66-3-372,-5-9-1065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8.487"/>
    </inkml:context>
    <inkml:brush xml:id="br0">
      <inkml:brushProperty name="width" value="0.05" units="cm"/>
      <inkml:brushProperty name="height" value="0.05" units="cm"/>
      <inkml:brushProperty name="color" value="#004F8B"/>
    </inkml:brush>
  </inkml:definitions>
  <inkml:trace contextRef="#ctx0" brushRef="#br0">259 148 31959,'0'0'644,"-28"1"-589,-90 9-27,114-10-28,-1 0 1,1 1 0,-1 0-1,1 0 1,-1 1-1,1-1 1,0 1 0,0 0-1,0 0 1,0 0-1,0 0 1,0 1 0,0 0-1,1 0 1,-1 0 0,1 0-1,0 0 1,0 1-1,0-1 1,1 1 0,-1 0-1,1 0 1,0 0-1,0 0 1,0 0 0,0 0-1,-1 9 1,2-10-1,-3 8-1,1 0 0,0 0 0,1 0 1,1 0-1,0 0 0,0 1 0,2 21 0,-1-32 1,1 0 0,-1 1 0,1-1 0,0 0 0,-1 0 0,1 0 0,0 0 0,0 0 0,0 0 0,-1 0 0,1 0 0,0 0 0,0 0 0,0-1 0,1 1 0,-1 0 0,0-1 0,0 1 0,0-1 0,0 1 0,1-1 0,-1 0 0,0 1 0,1-1 0,-1 0 0,0 0 0,0 0 0,1 0-1,-1 0 1,2 0 0,44-2 6,-45 1-5,8-1-1,-1 0 0,1-1 0,-1 0 0,0-1 0,0 0 0,0 0 0,0-1 0,-1 0 0,1-1 0,12-11 1,2-4-4,-1 0 1,22-29-1,-39 44 5,0-1 0,-1 1 0,0-1 0,0 0 0,-1-1 0,0 1 0,0 0 0,-1-1 0,0 0 0,0 1 0,-1-1 1,0 0-1,0 0 0,-1-13 0,1 31-3,-1-1 1,1 1 0,0-1-1,1 0 1,0 0 0,7 18-1,-8-24 1,1 1 0,-1-1 0,1 0 0,0 0-1,0 0 1,0 0 0,0 0 0,0 0 0,1-1-1,-1 1 1,1-1 0,0 0 0,0 0 0,0 0 0,0 0-1,0 0 1,0 0 0,0-1 0,0 1 0,1-1-1,-1 0 1,7 1 0,-3-1-2,0-1 0,-1 0 1,1 0-1,0 0 0,-1-1 0,1 0 0,0 0 0,-1-1 1,1 1-1,-1-1 0,0-1 0,0 1 0,0-1 0,11-8 1,-12 8-2,-1 0 1,0-1 0,-1 1 0,1-1-1,-1 0 1,0-1 0,0 1 0,0 0-1,0-1 1,-1 0 0,1 0 0,-1 1-1,-1-1 1,1 0 0,-1-1 0,0 1-1,0 0 1,0 0 0,-1 0 0,1-8-1,-1 8-4,0-5-14,0 0 0,-1 0 0,-2-14 0,2 20 19,-1 0 0,1 1 0,0-1 1,-1 1-1,0-1 0,0 1 0,0-1 0,0 1 0,0 0 0,-1 0 0,1 0 0,-5-3 0,2 2 37,8 4-12,16 14 0,30 25-1,-30-21-14,62 63 27,-73-72-32,0 1-1,-1-1 1,0 2 0,-1-1-1,0 1 1,-1 0-1,5 13 1,-9-22-3,0 0 0,0 0 0,-1 0 1,1 0-1,-1 0 0,0 1 0,1-1 0,-1 0 0,0 0 1,0 0-1,-1 1 0,1-1 0,0 0 0,-1 0 0,1 0 1,-1 0-1,0 0 0,1 0 0,-1 0 0,0 0 0,0 0 1,-1 0-1,1 0 0,0 0 0,-1-1 0,1 1 0,-1 0 1,1-1-1,-1 0 0,0 1 0,1-1 0,-4 2 0,-1 0-5,0-1 1,-1 1-1,1-1 0,-1 0 0,1-1 0,-1 0 1,0 0-1,1 0 0,-11-1 0,16 0-7,0 0 0,-1 0 1,1 0-1,0 0 0,-1 0 0,1-1 0,0 1 0,-1-1 0,1 1 0,0-1 0,0 1 0,-1-1 0,1 1 0,0-1 0,0 0 0,0 0 1,0 0-1,0 0 0,0 1 0,0-1 0,0-1 0,1 1 0,-1 0 0,0 0 0,0 0 0,1 0 0,-1 0 0,1-1 0,-1 1 0,1 0 1,0-1-1,-1 1 0,1 0 0,0-1 0,0-1 0,-5-34-1276</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8.837"/>
    </inkml:context>
    <inkml:brush xml:id="br0">
      <inkml:brushProperty name="width" value="0.05" units="cm"/>
      <inkml:brushProperty name="height" value="0.05" units="cm"/>
      <inkml:brushProperty name="color" value="#004F8B"/>
    </inkml:brush>
  </inkml:definitions>
  <inkml:trace contextRef="#ctx0" brushRef="#br0">117 107 29254,'0'0'3302,"15"10"-3260,47 29-9,-59-37-30,0 0 1,-1-1-1,1 0 0,0 1 1,0-1-1,0 0 0,0 0 1,0-1-1,0 1 0,0-1 0,0 1 1,0-1-1,0 0 0,0 0 1,1 0-1,-1-1 0,4 0 1,-4 0-3,-1 0 0,0-1 0,0 1 0,0 0 0,0-1 0,0 1 0,0-1 0,-1 0 0,1 1 0,0-1 0,-1 0 1,1 0-1,-1 0 0,0 0 0,0-1 0,0 1 0,1-2 0,1-6-1,0 1 0,-1-1 0,0 1 0,-1-1 1,0 0-1,0 0 0,-2-17 0,0 25 0,1 0-1,-1 0 1,0 0 0,0 0 0,0 0-1,0 0 1,0 0 0,0 0-1,-1 1 1,1-1 0,-1 1 0,1-1-1,-1 1 1,1-1 0,-1 1-1,0 0 1,0 0 0,0 0-1,1 0 1,-1 0 0,0 0 0,0 0-1,0 1 1,-1-1 0,1 1-1,0-1 1,0 1 0,-4 0 0,0-1-2,0 1 1,-1-1-1,1 1 1,0 0-1,0 1 1,0 0 0,0 0-1,0 0 1,-10 4-1,6 0 2,0 1-1,1 1 0,0-1 0,0 2 1,0-1-1,1 1 0,0 0 0,0 1 1,-6 10-1,2-3-1,1 1 1,1 1-1,0 0 0,-9 24 0,15-31 2,1 0 0,0 0 0,0 0 0,1 0-1,1 0 1,-1 21 0,2-29 0,0 0 0,0-1 1,0 1-1,0 0 0,1-1 0,-1 1 0,1 0 1,0-1-1,0 1 0,0-1 0,0 1 0,0-1 0,0 0 1,1 1-1,-1-1 0,1 0 0,0 0 0,0 0 1,-1 0-1,1 0 0,1 0 0,-1-1 0,0 1 1,0-1-1,0 1 0,1-1 0,-1 0 0,1 0 1,4 2-1,6 0 1,0-1 1,0 0-1,0-1 0,0 0 1,14-1-1,-16 0 0,24-2-72,1-1 1,-1-2-1,0-1 1,-1-2-1,1-1 1,-1-2-1,37-17 1,27-14-1758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19.649"/>
    </inkml:context>
    <inkml:brush xml:id="br0">
      <inkml:brushProperty name="width" value="0.05" units="cm"/>
      <inkml:brushProperty name="height" value="0.05" units="cm"/>
      <inkml:brushProperty name="color" value="#004F8B"/>
    </inkml:brush>
  </inkml:definitions>
  <inkml:trace contextRef="#ctx0" brushRef="#br0">108 673 32247,'0'0'452,"-9"9"-441,-4 4-11,0 2 0,2 0 1,-12 18-1,17-25 0,2 1 0,-1 0 0,1 0 0,0 1-1,1-1 1,0 1 0,0 0 0,1 0 0,-1 10 0,3-18-1,-1 0 1,1 1 0,0-1-1,0 0 1,0 0 0,0 1-1,0-1 1,0 0 0,0 0 0,1 0-1,-1 1 1,1-1 0,0 0-1,0 0 1,-1 0 0,1 0-1,1 0 1,-1 0 0,0 0-1,0 0 1,4 3 0,-1-3 0,0-1 1,0 0 0,1 1-1,-1-1 1,1-1 0,-1 1-1,1-1 1,-1 1-1,1-1 1,5-1 0,-1 0-1,0 0 0,0-1 0,-1 0 0,1-1 0,-1 1 0,1-2 0,-1 1 0,0-1 0,0 0 1,-1-1-1,1 0 0,-1 0 0,0-1 0,0 1 0,-1-2 0,0 1 0,0-1 0,0 0 0,-1 0 1,0 0-1,0-1 0,-1 1 0,0-1 0,0-1 0,-1 1 0,0 0 0,-1-1 0,3-11 0,-4 7 0,1 0 0,-2 0 0,0 0 0,0 1 0,-1-1-1,-6-23 1,6 30 0,-2 0-1,1 0 1,-1 0-1,0 0 1,0 0-1,0 0 1,-1 1 0,0-1-1,0 1 1,-1 0-1,1 1 1,-1-1-1,0 1 1,-10-7-1,8 6 1,0 1-1,0 1 1,0-1-1,0 1 1,-1 0-1,0 1 1,1 0-1,-11-2 1,-7 1 1,-43 1 1,66 2 7,2-1-7,0-1-1,0 1 0,0-1 1,0 0-1,1 1 0,-1-1 0,0 1 1,1 0-1,0-1 0,-1 1 1,1-1-1,0 1 0,-1 0 1,1-1-1,0 1 0,0 0 1,0 0-1,0 0 0,0 0 1,3-2-1,-1-1 2,66-85 1,81-139 0,-67 96-4,-81 128 0,1 0 0,0 1 0,0-1 0,0 0 0,7-5 0,-10 8 0,1 1 0,-1 0 0,1-1 0,-1 1 0,1 0 0,0 0 0,-1-1 0,1 1 0,-1 0 0,1 0 0,0 0 0,-1 0 0,1-1 0,-1 1 0,1 0 0,0 0 0,-1 0 0,1 1 0,0-1 0,-1 0 0,2 0 0,-2 1 0,1-1 0,0 1 0,0 0 0,0-1 0,0 1-1,-1 0 1,1 0 0,0 0 0,-1 0 0,1 0 0,0 0 0,-1 0 0,1 0 0,-1 0 0,0 0 0,1 2 0,15 53 0,-3 1 1,-3 0 0,5 82-1,-5-43-1,-2-32 1,1 29 0,4-1 0,40 142 0,-47-215 0,1-1 1,1 0-1,0-1 1,16 26-1,-20-38 0,-1-1 1,1 0-1,-1 1 1,1-1-1,0-1 1,1 1-1,-1 0 1,1-1-1,5 3 0,-7-5 0,0 1 1,0-1-1,0 0 0,0 0 0,0-1 0,0 1 0,1-1 0,-1 1 0,0-1 0,0 0 0,1 0 0,-1 0 1,0-1-1,0 1 0,0-1 0,0 0 0,4-1 0,-2-1 0,0 1 0,-1-1 0,0 0 0,1 0 0,-1 0 0,0-1 0,-1 1 0,1-1 0,-1 0 0,1 0 0,-1-1 0,0 1 0,4-9 0,-1 1 0,0-1 0,-1 0 0,0 0 0,3-16 0,-4 15 0,-1-1 0,-1 1 0,0-1 0,-1 0 0,-1 0-1,-2-25 1,0 33-1,1-1 0,-1 1 0,0-1 0,-1 1 0,0 0 0,0 0 0,0 0-1,-1 0 1,0 0 0,-1 1 0,1 0 0,-1 0 0,0 0 0,-8-6 0,3 3-2,-1 2 0,-1-1 0,1 1 0,-1 1 1,0 0-1,-1 1 0,-24-7 0,37 12 3,-1 0 0,1 0 0,-1-1 0,1 1 0,-1 0 0,1 0 0,-1 0 0,1 0 0,0-1 0,-1 1 0,1 0 0,-1 0 0,1-1 1,-1 1-1,1 0 0,0-1 0,-1 1 0,1-1 0,0 1 0,-1 0 0,1-1 0,0 1 0,0-1 0,-1 1 0,1-1 0,0 1 0,0-1 0,0 1 0,0-1 0,0 1 0,-1-1 0,1 1 0,0-1 0,12-14 3,25-7 1,223-93-212,-202 88-312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0.669"/>
    </inkml:context>
    <inkml:brush xml:id="br0">
      <inkml:brushProperty name="width" value="0.05" units="cm"/>
      <inkml:brushProperty name="height" value="0.05" units="cm"/>
      <inkml:brushProperty name="color" value="#004F8B"/>
    </inkml:brush>
  </inkml:definitions>
  <inkml:trace contextRef="#ctx0" brushRef="#br0">424 100 32199,'0'0'551,"-2"-16"-543,1 2-8,-2 1 1,-7-26-1,10 38 0,-1 0 0,0 0 0,1-1 0,-1 1 0,0 0 0,0 0 0,0 0 0,0 0 0,0 0 0,0 1 0,0-1 0,0 0 0,0 0 0,-1 1 0,1-1 0,0 1 0,0-1 0,-1 1 0,1-1 0,0 1 0,-1 0 0,1-1 0,-2 1 0,-32 2 0,26-1 0,-6 2 0,0 0 0,1 1 0,-1 0 0,1 1 0,0 1 0,1 0 0,-1 1 0,1 0 0,-17 13 0,11-6 0,0 0 0,1 2 0,1 0 0,1 1 0,-19 24 0,28-30 0,0-1 0,1 1 0,0 0 0,1 0 0,0 1 0,1-1 0,0 1 0,1 0 0,0 0 0,1 0 0,0 1 0,1-1 0,0 1 0,1-1 0,3 21 0,-2-27 0,0-1 0,0 1 0,1-1 0,0 1 0,0-1 0,0 0 0,1 0 0,0 0 0,0 0 0,0-1 0,1 1 0,-1-1 0,1 0 0,0 0 0,0 0 0,1 0 0,-1-1 0,1 0 0,-1 0 0,1 0 0,0 0 0,0-1 0,1 1 0,4 0 0,9 3 0,-1 0 0,1-2 0,0 0 0,0-1 0,36 0 0,-36-2 0,1-1 0,-1-1 0,0 0 0,0-2 0,0 0-1,0-1 1,0-1 0,-1-1 0,0 0 0,0-2 0,0 0 0,-1 0 0,24-18 0,-20 12-2,-1-2 1,-1 0 0,0-2 0,-1 0-1,18-23 1,-29 32 2,0-1-1,-1 0 1,0-1-1,0 1 1,-1-1 0,-1 0-1,0 0 1,0-1-1,-1 1 1,0-1 0,-1 0-1,1-23 1,-3 13 0,0 22-1,0 0 0,0-1 0,0 1 0,1 0 0,-1-1 0,0 1 0,0 0 0,0-1 0,0 1 0,0-1 0,0 1 0,0 0 0,0-1 0,0 1 0,0 0 0,0-1 0,0 1 0,0 0 0,-1-1 0,1 1 0,0 0 0,0-1 0,0 1 0,0 0 0,0-1 0,-1 1 0,1 0 0,0-1 0,0 1 0,-1 0 0,1 0 0,0-1 0,0 1 0,-1 0 0,1 0 0,0 0 0,-1-1 0,1 1 0,-1 0 0,-5 6 0,6-6 0,-4 6 0,0 1 0,0-1 0,1 0 0,0 1 0,0 0 0,1 0 0,-1 0 0,2 0 0,-3 11 0,3-5 0,0-1 0,0 1 0,1 0 0,0-1 0,3 15 0,-2-25 0,-1 0 0,1 0 0,0 0 0,-1 0 0,1 1 0,0-1 0,0 0 0,0 0 0,1 0 0,-1-1 0,0 1 0,1 0 0,-1 0 0,1-1 0,0 1 0,0-1 0,3 3 0,-1-2 0,1 1 0,0-1 0,-1 0 0,1-1 0,0 1 0,0-1 0,9 1 0,2 0 0,0-2 0,0 0 0,0 0 0,19-4 0,-25 2-1,1-1 1,-1 0-1,1 0 0,-1-1 1,0-1-1,-1 1 1,1-1-1,-1-1 0,0 0 1,17-14-1,-21 15 1,0 0 0,0 0 0,0 0 0,0-1 0,-1 0 0,0 0 0,0 0 0,0 0 0,-1-1-1,0 0 1,0 1 0,-1-1 0,0 0 0,0 0 0,-1 0 0,1 0 0,-1-9 0,-1 9 1,1-24-3,-1 30 3,0 0-1,0 0 0,0 1 1,0-1-1,0 0 0,0 0 1,0 1-1,0-1 0,0 0 1,-1 0-1,1 1 0,0-1 0,0 0 1,-1 1-1,1-1 0,0 0 1,-1 0-1,1 1 0,-1-1 1,1 1-1,-1-1 0,1 1 1,-1-1-1,1 0 0,-1 1 1,0-1-1,0 1 0,0 0 0,0 1 0,1-1 0,-1 0 0,0 0 0,1 1 0,-1-1 0,0 1 0,1-1 0,-1 1 0,0-1 0,1 1 0,-1-1 0,1 1 0,-1-1 0,1 1 0,-1 0 0,1-1 0,-1 1 0,1 0 0,0-1 0,-1 1 0,1 0 0,0 0 0,-1 0 0,-5 25 0,4-16 0,-13 50 0,4 2 0,2 0 0,-2 116 0,11-176-7,1 23 21,-2-24-17,1-1 0,0 0 0,0 1 0,0-1 0,0 0 0,0 1-1,0-1 1,0 0 0,-1 1 0,1-1 0,0 0 0,0 1 0,0-1 0,0 0 0,1 1-1,-1-1 1,0 0 0,0 1 0,0-1 0,0 0 0,0 1 0,0-1 0,0 0-1,1 0 1,-1 1 0,0-1 0,0 0 0,0 0 0,1 1 0,-1-1 0,0 0 0,0 0-1,1 1 1,-1-1 0,0 0 0,1 0 0,-1 0 0,0 0 0,1 1 0,-1-1 0,0 0-1,1 0 1,2-10-1438,-2-14-5049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0.939"/>
    </inkml:context>
    <inkml:brush xml:id="br0">
      <inkml:brushProperty name="width" value="0.05" units="cm"/>
      <inkml:brushProperty name="height" value="0.05" units="cm"/>
      <inkml:brushProperty name="color" value="#004F8B"/>
    </inkml:brush>
  </inkml:definitions>
  <inkml:trace contextRef="#ctx0" brushRef="#br0">0 1 32135,'0'0'605,"2"6"-589,40 187-13,-31-130-1,2 0 0,4-1 0,36 93 0,-53-154-2,0-1-1,0 1 1,1-1 0,-1 1-1,0-1 1,0 1 0,0-1-1,0 1 1,0-1 0,1 1-1,-1-1 1,0 1 0,0-1-1,1 0 1,-1 1 0,0-1-1,1 1 1,-1-1 0,0 0-1,1 1 1,-1-1 0,1 0 0,-1 1-1,0-1 1,1 0 0,-1 0-1,1 0 1,-1 1 0,2-1-1,-3-17-24,-11-11-204,-7-2-651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1.115"/>
    </inkml:context>
    <inkml:brush xml:id="br0">
      <inkml:brushProperty name="width" value="0.05" units="cm"/>
      <inkml:brushProperty name="height" value="0.05" units="cm"/>
      <inkml:brushProperty name="color" value="#004F8B"/>
    </inkml:brush>
  </inkml:definitions>
  <inkml:trace contextRef="#ctx0" brushRef="#br0">1 123 31847,'0'0'880,"135"-33"-880,-42 0-8,-14 4-40,-9 2-408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1.338"/>
    </inkml:context>
    <inkml:brush xml:id="br0">
      <inkml:brushProperty name="width" value="0.05" units="cm"/>
      <inkml:brushProperty name="height" value="0.05" units="cm"/>
      <inkml:brushProperty name="color" value="#004F8B"/>
    </inkml:brush>
  </inkml:definitions>
  <inkml:trace contextRef="#ctx0" brushRef="#br0">1 185 32167,'0'0'592,"132"-11"-592,-76-7 0,1-6 0,-11-3 0,10-12-16,-16 4-48,-20 5-456</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1.673"/>
    </inkml:context>
    <inkml:brush xml:id="br0">
      <inkml:brushProperty name="width" value="0.05" units="cm"/>
      <inkml:brushProperty name="height" value="0.05" units="cm"/>
      <inkml:brushProperty name="color" value="#004F8B"/>
    </inkml:brush>
  </inkml:definitions>
  <inkml:trace contextRef="#ctx0" brushRef="#br0">338 16 32351,'0'0'399,"-8"-3"-391,0 1-8,-1-1 0,1 1 0,-1 0 0,1 1 0,-1 0 0,0 0 0,1 1 1,-1 0-1,0 1 0,0-1 0,-14 5 0,8 0 0,1 0 0,0 1 0,1 1 0,-1 0 0,1 1 0,1 1 0,-1 0 0,-18 18 0,24-20 0,0 0 0,1 0 0,0 0 0,0 1 0,1 0 0,0 0 0,0 0 0,1 1 0,0 0 0,0-1 0,1 1 0,0 1 0,1-1 0,0 0 0,-1 10 0,3-13 0,-1 1 0,1-1 0,0 0 0,1 1 0,-1-1 0,1 0 0,1 1 0,3 11 0,-3-15 0,0 0 0,0-1 0,0 1 0,0 0 0,0-1 0,1 1 0,0-1 0,-1 0 0,1 0 0,0 0 0,0 0 0,0 0 0,0 0 0,0-1 0,1 0 0,-1 0 0,6 2 0,10 2 0,0-1 0,1-1 0,-1-1 0,1-1 0,0 0 0,-1-1 0,1-1 0,25-5 0,-9-1-3,-1-1 0,0-2 0,49-20 0,1-10-65,-18 2-164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2.199"/>
    </inkml:context>
    <inkml:brush xml:id="br0">
      <inkml:brushProperty name="width" value="0.05" units="cm"/>
      <inkml:brushProperty name="height" value="0.05" units="cm"/>
      <inkml:brushProperty name="color" value="#004F8B"/>
    </inkml:brush>
  </inkml:definitions>
  <inkml:trace contextRef="#ctx0" brushRef="#br0">1 0 32055,'0'0'693,"0"5"-683,33 170-9,-23-129-1,0-6 170,-6-24-464,-2-13-374,-2-5-510,0-19-7350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2.375"/>
    </inkml:context>
    <inkml:brush xml:id="br0">
      <inkml:brushProperty name="width" value="0.05" units="cm"/>
      <inkml:brushProperty name="height" value="0.05" units="cm"/>
      <inkml:brushProperty name="color" value="#004F8B"/>
    </inkml:brush>
  </inkml:definitions>
  <inkml:trace contextRef="#ctx0" brushRef="#br0">0 10 32511,'0'0'248,"4"-9"-264,19 9-40,-3 9-72,3 3-1288</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2.757"/>
    </inkml:context>
    <inkml:brush xml:id="br0">
      <inkml:brushProperty name="width" value="0.05" units="cm"/>
      <inkml:brushProperty name="height" value="0.05" units="cm"/>
      <inkml:brushProperty name="color" value="#004F8B"/>
    </inkml:brush>
  </inkml:definitions>
  <inkml:trace contextRef="#ctx0" brushRef="#br0">0 23 32159,'0'0'560,"11"27"-552,3 10-4,43 116 0,-43-84-19,-7-76 5,11-34 3,2 2 0,29-43 0,-39 67 5,1 0 0,0 1 0,1 1 0,0 0 0,1 1 0,1 0 0,0 1 0,22-14 0,-34 24 2,1 0 0,-1-1 0,0 1 0,1 0 0,-1 0 0,1 1 0,-1-1 0,1 0 0,0 1 0,3-1 0,-5 1 0,0 1 0,0-1 0,0 0 0,0 0 0,-1 0 0,1 1 0,0-1 0,0 0 0,0 1 0,0-1 0,-1 0 0,1 1 0,0 0 0,0-1 0,-1 1 0,1-1 0,0 1 0,-1 0 0,1-1 0,0 2 0,1 4 0,0-1 0,0 0 0,-1 1 0,1-1 1,-1 0-1,-1 1 0,1 10 0,0-11 0,1 24-2,-1 0-1,-1 0 0,-1 0 1,-6 33-1,7-51-260,6-11-422</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3.028"/>
    </inkml:context>
    <inkml:brush xml:id="br0">
      <inkml:brushProperty name="width" value="0.05" units="cm"/>
      <inkml:brushProperty name="height" value="0.05" units="cm"/>
      <inkml:brushProperty name="color" value="#004F8B"/>
    </inkml:brush>
  </inkml:definitions>
  <inkml:trace contextRef="#ctx0" brushRef="#br0">1 1 32455,'0'0'284,"5"24"-272,36 157-4,-30-123-8,-7-36 0,0 1 0,1-1 0,1 0 0,1-1 0,12 24 0,-15-38-14,-1-8-36,-3-11-230,0 7 84,0-18-1528</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3.426"/>
    </inkml:context>
    <inkml:brush xml:id="br0">
      <inkml:brushProperty name="width" value="0.05" units="cm"/>
      <inkml:brushProperty name="height" value="0.05" units="cm"/>
      <inkml:brushProperty name="color" value="#004F8B"/>
    </inkml:brush>
  </inkml:definitions>
  <inkml:trace contextRef="#ctx0" brushRef="#br0">0 51 32167,'0'0'559,"10"0"-551,33-2-5,0-2 1,0-1-1,-1-3 1,63-19-1,-87 23-4,-20 18-6,-31 60 7,26-61 0,0 0 0,1 1 0,0 0 0,1 0 0,0 0 0,2 0 0,-5 27 0,8-32 0,1 23-5,-1-31 5,1 0 0,-1 0 0,1 0 0,-1 0 0,1-1 0,-1 1 0,1 0-1,-1 0 1,1 0 0,0-1 0,-1 1 0,1 0 0,0-1 0,0 1 0,0-1 0,0 1-1,-1-1 1,1 1 0,0-1 0,0 1 0,0-1 0,0 0 0,0 0 0,0 1-1,0-1 1,0 0 0,0 0 0,2 0 0,3 0 1,1 1-1,0-1 1,-1-1-1,1 1 1,0-1-1,-1 0 1,1-1-1,-1 0 1,1 0-1,-1 0 1,0 0-1,0-1 1,0 0-1,0-1 1,0 1-1,-1-1 1,0 0-1,0-1 1,0 1-1,0-1 1,0 0-1,-1 0 1,0 0-1,0-1 1,-1 0-1,1 1 1,-1-1-1,4-13 1,-3 7-1,-1-1 0,-1 0 0,0 0 0,-1 0 0,0 0 0,-2-14 0,1 19 0,1 5-1,-1 0 0,-1-1 0,1 1 1,0 0-1,-1 0 0,1 0 1,-1 0-1,-1-4 0,1 6 1,0-1-1,0 1 0,0 0 1,0-1-1,0 1 0,0 0 1,-1 0-1,1 0 1,0 0-1,-1 0 0,1 0 1,0 0-1,-1 1 1,1-1-1,-1 0 0,1 1 1,-1-1-1,1 1 1,-4-1-1,-13-1-27,-1 0 1,-32 2-1,19 1-82,-33-1-365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4.507"/>
    </inkml:context>
    <inkml:brush xml:id="br0">
      <inkml:brushProperty name="width" value="0.05" units="cm"/>
      <inkml:brushProperty name="height" value="0.05" units="cm"/>
      <inkml:brushProperty name="color" value="#004F8B"/>
    </inkml:brush>
  </inkml:definitions>
  <inkml:trace contextRef="#ctx0" brushRef="#br0">265 24 31847,'0'0'872,"-11"-5"-865,4 2-7,4 1 1,0 0-1,-1 0 0,1 0 0,-1 1 0,0-1 0,0 1 0,1 0 0,-1 0 0,0 0 0,0 1 0,0 0 1,0-1-1,0 1 0,0 1 0,0-1 0,1 0 0,-1 1 0,0 0 0,-4 1 0,-4 4 1,1 0-1,0 1 0,1 0 0,0 0 1,0 1-1,0 0 0,1 1 1,0 0-1,1 1 0,0 0 0,1 0 1,-1 0-1,2 1 0,0 0 0,0 1 1,1-1-1,0 1 0,1 0 1,1 0-1,0 1 0,0-1 0,1 1 1,0 14-1,2-24 0,1-1 0,-1 1 0,0-1 0,1 1 1,0-1-1,-1 1 0,1-1 0,0 0 0,0 1 0,1-1 0,-1 0 0,0 0 0,1 0 0,-1 0 1,1 0-1,0 0 0,0 0 0,-1-1 0,1 1 0,0 0 0,1-1 0,-1 0 0,0 1 0,0-1 1,1 0-1,-1 0 0,0-1 0,1 1 0,-1 0 0,1-1 0,3 1 0,12 2 1,-1-1 0,1-1 1,28-2-1,-22 1-1,-10-1-2,0-1 0,0 0 0,0-1 0,0 0-1,0-1 1,-1-1 0,1 0 0,-1 0 0,-1-2 0,1 0 0,-1 0 0,0-1 0,19-17-1,-20 16 3,-1 0 0,0-1 0,-1 0 0,0-1 0,0 0-1,-1-1 1,-1 0 0,0 0 0,0 0 0,-1-1 0,-1 0-1,0 0 1,-1 0 0,3-19 0,-5 10 9,-2 14-1,-2 11 0,-5 26-10,1 1 0,2 0 0,1 0 0,1 33 0,2-62 2,0 0-1,0 0 1,0-1 0,1 1 0,-1 0 0,0 0 0,0-1 0,0 1 0,1 0-1,-1 0 1,0-1 0,1 1 0,-1 0 0,1-1 0,-1 1 0,1-1 0,-1 1-1,1-1 1,0 1 0,-1 0 0,1-1 0,-1 0 0,1 1 0,0-1-1,-1 1 1,1-1 0,1 0 0,27 4 3,-21-4-4,0-1 0,0 0 0,0 0 0,0-1 0,9-3 0,-8-1 1,1 1-1,-1-1 1,0-1 0,0 0-1,-1 0 1,0-1-1,0 0 1,-1 0 0,0-1-1,0 0 1,-1 0 0,0 0-1,-1-1 1,0 0 0,-1 0-1,0-1 1,0 1-1,-1-1 1,0 1 0,-1-1-1,1-12 1,-13 164 0,1-14 7,8 55-19,1-181-42,0-5-363,0-16-1155</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4.763"/>
    </inkml:context>
    <inkml:brush xml:id="br0">
      <inkml:brushProperty name="width" value="0.05" units="cm"/>
      <inkml:brushProperty name="height" value="0.05" units="cm"/>
      <inkml:brushProperty name="color" value="#004F8B"/>
    </inkml:brush>
  </inkml:definitions>
  <inkml:trace contextRef="#ctx0" brushRef="#br0">1 1 32439,'0'0'304,"30"199"-304,-10-121 0,-4-4 0,4-8 0,-7-10 0,-3-17-8,0-9-8,-7-12-32</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5.160"/>
    </inkml:context>
    <inkml:brush xml:id="br0">
      <inkml:brushProperty name="width" value="0.05" units="cm"/>
      <inkml:brushProperty name="height" value="0.05" units="cm"/>
      <inkml:brushProperty name="color" value="#004F8B"/>
    </inkml:brush>
  </inkml:definitions>
  <inkml:trace contextRef="#ctx0" brushRef="#br0">0 161 31695,'0'0'992,"19"-7"-977,307-84 9,-270 77-23,-56 14-1,0-1 0,1 1 0,-1 0 0,0 0 0,1 0 0,-1 0 0,0 0 0,1 0 0,-1 0 0,0 0 0,1 0 0,-1 0 0,0 0 0,1 0 0,-1 1 0,0-1 0,1 0 0,-1 0 0,0 0 0,1 0 0,-1 0 0,0 1 0,0-1 0,1 0 0,-1 0 0,0 1 0,0-1 0,0 0 0,1 0 0,-1 1 0,0-1 0,0 0 0,0 0 0,1 1 0,-1-1 0,0 0 0,0 1 0,0-1 0,0 0 0,0 1 0,0-1 0,0 0 0,0 1 0,0-1 0,0 0 0,0 1 0,0-1 0,0 0 0,0 1 0,0-1 0,0 0 0,0 1 0,-1-1 0,1 0 0,0 0 0,0 1 0,0-1 0,0 0 0,-1 1 0,1-1 0,0 1 0,-4 11 0,-1-1 0,0 1 0,-11 18 0,11-22 0,1 0 0,-1 0 0,1 1 0,1-1 0,0 1-1,0 0 1,1 0 0,0 0 0,0 0 0,0 9 0,2-15-1,-1 1 1,1-1 0,0 0-1,1 1 1,-1-1-1,0 0 1,1 1 0,0-1-1,0 0 1,0 0 0,2 5-1,-1-7 1,-1 0 0,1 0 0,0 1 0,-1-1 0,1 0 0,0-1-1,0 1 1,0 0 0,0 0 0,0-1 0,0 1 0,0-1 0,0 0 0,0 0-1,0 1 1,1-1 0,-1-1 0,3 1 0,5 0 0,-1 0 1,0-1-1,1 0 1,-1-1-1,0 0 1,0 0-1,14-6 1,-19 6-1,0 0 0,0 0 1,0-1-1,0 1 0,0-1 0,-1 0 1,1 0-1,-1 0 0,0-1 0,0 1 0,0-1 1,0 0-1,-1 0 0,1 0 0,-1 0 1,0 0-1,2-8 0,-2 6-17,0 0-1,0 0 1,-1-1-1,0 1 1,0 0 0,0-1-1,-1 1 1,0-1-1,-1 1 1,1-1-1,-1 1 1,0-1 0,-1 1-1,1 0 1,-1 0-1,-1 0 1,1 0 0,-1 0-1,0 0 1,0 0-1,-7-7 1,5 7-56,0 1 1,0 0-1,-1 0 0,0 0 0,0 1 1,0 0-1,-1 0 0,1 0 1,-1 1-1,0 0 0,0 1 1,0-1-1,0 1 0,-1 1 0,1-1 1,0 1-1,-1 0 0,-10 1 1,-6 0-2749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5.494"/>
    </inkml:context>
    <inkml:brush xml:id="br0">
      <inkml:brushProperty name="width" value="0.05" units="cm"/>
      <inkml:brushProperty name="height" value="0.05" units="cm"/>
      <inkml:brushProperty name="color" value="#004F8B"/>
    </inkml:brush>
  </inkml:definitions>
  <inkml:trace contextRef="#ctx0" brushRef="#br0">9 0 31815,'0'0'867,"-1"19"-829,-1-1-34,-1 5-1,1-1-1,2 1 0,3 43 1,11 25-1,11 93 5,-23-165-13,-1-24-48,-1-33-300,0 28 88,0-24-1006</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5.749"/>
    </inkml:context>
    <inkml:brush xml:id="br0">
      <inkml:brushProperty name="width" value="0.05" units="cm"/>
      <inkml:brushProperty name="height" value="0.05" units="cm"/>
      <inkml:brushProperty name="color" value="#004F8B"/>
    </inkml:brush>
  </inkml:definitions>
  <inkml:trace contextRef="#ctx0" brushRef="#br0">14 81 30374,'0'0'2302,"7"-13"-2284,1 0-15,-1 2 0,14-17 0,-19 26-2,0 1-1,0-1 1,0 1-1,1-1 1,-1 1 0,0 0-1,1 0 1,-1 0-1,0 0 1,1 1 0,-1-1-1,1 1 1,-1-1-1,1 1 1,0 0-1,-1 0 1,1 0 0,-1 0-1,1 0 1,3 1-1,6 0 3,-5-1-3,0 1 1,-1-1 0,1 1-1,0 1 1,-1-1 0,0 1-1,1 0 1,-1 0 0,0 1-1,0 0 1,0 0 0,0 1-1,6 4 1,-8-4-1,0-1-1,-1 0 1,1 1 0,-1 0-1,0-1 1,0 1-1,0 1 1,-1-1-1,0 0 1,1 1 0,-1-1-1,-1 1 1,1 0-1,-1-1 1,0 1 0,0 0-1,0 0 1,-1 0-1,1 5 1,-1-8-1,-1 0 0,1 0 0,0 0 0,-1 0-1,1 0 1,-1 0 0,0 0 0,0 0 0,1 0 0,-1 0 0,-1-1 0,1 1 0,0 0 0,0 0 0,-1-1-1,1 1 1,-1-1 0,1 1 0,-1-1 0,1 0 0,-1 0 0,0 0 0,-3 2 0,-4 1-4,-1 1 0,0-2 0,-16 5 0,19-6 2,-12 1-84,0 0 1,0 0 0,0-2 0,-26-1 0,25 0-494,-10 0-3017</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5.956"/>
    </inkml:context>
    <inkml:brush xml:id="br0">
      <inkml:brushProperty name="width" value="0.05" units="cm"/>
      <inkml:brushProperty name="height" value="0.05" units="cm"/>
      <inkml:brushProperty name="color" value="#004F8B"/>
    </inkml:brush>
  </inkml:definitions>
  <inkml:trace contextRef="#ctx0" brushRef="#br0">0 0 32015,'0'0'712,"27"229"-712,-21-145 0,1-1 0,-7-12 0,0-11 0,10-15 0,-4-16-16,21-23-16,-4-6-80,7 0-344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6.545"/>
    </inkml:context>
    <inkml:brush xml:id="br0">
      <inkml:brushProperty name="width" value="0.05" units="cm"/>
      <inkml:brushProperty name="height" value="0.05" units="cm"/>
      <inkml:brushProperty name="color" value="#004F8B"/>
    </inkml:brush>
  </inkml:definitions>
  <inkml:trace contextRef="#ctx0" brushRef="#br0">98 153 31863,'0'0'844,"-12"-2"-833,-40-4-10,51 6-1,0 0 0,-1 0 0,1 0 0,0 0 0,0 1 0,0-1 0,0 0 0,0 1 0,0-1 0,0 1 0,0-1 0,0 1 0,0-1 0,1 1 0,-1 0 0,0-1 0,0 1 0,0 0 0,1 0 0,-1-1 0,0 1 0,1 0 0,-1 0 0,1 0 0,-2 2 0,-4 22 0,5-22 0,0 15-6,0-1 0,0 1 0,4 22 0,-3-39 4,1 0 0,0 0 1,0 0-1,-1 0 0,1 0 0,0 0 0,0 0 1,0 0-1,0 0 0,0-1 0,0 1 0,0 0 1,0-1-1,0 1 0,0-1 0,0 1 0,1-1 1,-1 0-1,0 1 0,0-1 0,1 0 0,-1 0 1,0 0-1,0 0 0,0 0 0,1 0 0,0 0 1,36-3-29,-35 1 29,-1 1-1,1 0 1,-1-1 0,0 0-1,1 1 1,-1-1-1,0 0 1,0 0 0,0 0-1,-1-1 1,1 1 0,0 0-1,-1-1 1,0 1-1,1-1 1,-1 1 0,0-1-1,0 1 1,1-5 0,2-8 0,-1 1 0,2-21-1,-4 23 2,0 4 7,0 1 0,0 0-1,1-1 1,0 1 0,0 0-1,6-11 1,-8 17-7,0 1 0,1 0 1,-1 0-1,0 0 0,0-1 0,0 1 1,1 0-1,-1 0 0,0 0 0,0 0 0,1 0 1,-1 0-1,0-1 0,0 1 0,1 0 1,-1 0-1,0 0 0,1 0 0,-1 0 0,0 0 1,0 0-1,1 0 0,-1 0 0,0 0 0,1 0 1,-1 0-1,0 1 0,0-1 0,1 0 1,-1 0-1,0 0 0,0 0 0,1 0 0,-1 0 1,0 1-1,0-1 0,1 0 0,-1 0 1,0 0-1,0 1 0,0-1 0,0 0 0,1 0 1,-1 1-1,0-1 0,0 0 0,0 0 1,0 1-1,0-1 0,0 1 0,8 14 5,-7-14-5,-1 0 0,4 9 1,1 0 0,0 0 0,11 15 0,-14-23-1,0 0 0,0 0 1,0 1-1,0-2 0,0 1 0,0 0 1,0 0-1,1-1 0,-1 1 0,1-1 1,-1 0-1,1 0 0,-1 1 1,1-2-1,0 1 0,0 0 0,-1-1 1,1 1-1,4-1 0,-5 0 0,-1 0 1,1 0-1,-1 0 0,1-1 0,-1 1 0,1-1 1,-1 1-1,1-1 0,-1 1 0,0-1 0,1 0 1,-1 0-1,0 0 0,0 0 0,1 0 0,-1 0 1,0 0-1,0 0 0,0 0 0,0 0 0,-1-1 1,1 1-1,0 0 0,0-1 0,-1 1 0,1 0 1,0-3-1,2-6 1,0 0 1,-1-1 0,1-13-1,5-17 2,-4 31 0,0 0-1,0 0 1,11-17-1,-13 25-1,-1 0-1,1-1 1,-1 1 0,1 0-1,0 0 1,0 0-1,0 0 1,0 0 0,1 1-1,-1-1 1,0 1-1,1-1 1,-1 1 0,1 0-1,-1 0 1,1 0-1,0 0 1,-1 0-1,1 1 1,4-1 0,-3 1-1,-1 0 0,1 0 0,-1 0 1,1 0-1,0 1 0,-1-1 1,1 1-1,-1 0 0,1 0 0,-1 0 1,0 1-1,1-1 0,-1 1 0,0 0 1,0 0-1,0 0 0,0 0 0,-1 0 1,1 1-1,0-1 0,-1 1 1,0 0-1,0 0 0,0 0 0,0 0 1,0 0-1,0 0 0,-1 0 0,2 5 1,-1-4-56,-1 1 1,0-1 0,0 1-1,0-1 1,-1 1 0,1-1-1,-1 1 1,0 0 0,-1-1-1,1 1 1,-1-1 0,1 1-1,-2-1 1,1 1-1,0-1 1,-1 0 0,0 1-1,0-1 1,-3 5 0,-16 10-4155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8.345"/>
    </inkml:context>
    <inkml:brush xml:id="br0">
      <inkml:brushProperty name="width" value="0.05" units="cm"/>
      <inkml:brushProperty name="height" value="0.05" units="cm"/>
      <inkml:brushProperty name="color" value="#004F8B"/>
    </inkml:brush>
  </inkml:definitions>
  <inkml:trace contextRef="#ctx0" brushRef="#br0">4381 0 31943,'0'0'805,"0"12"-794,1-2-11,1 0 1,-1 0-1,2 0 1,-1-1-1,1 1 0,8 15 1,3 12 3,181 626-3,-166-534-1,-7 1 0,-5 1 0,1 166 0,-17-121 0,-4 219 0,-5-285 0,-5 0 0,-4-1 0,-5-1 0,-73 207 0,64-238 0,-5-1 0,-2-2 0,-4-2 0,-55 74 0,-227 247 0,-202 126 0,496-491 0,-116 100 0,-298 200 0,-195 58 0,500-306 0,-503 264 0,420-248 0,-238 69 0,280-109 0,-343 87 0,511-140 1,1 0-11,16-7-52,5-7-267,-3-6-727</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28.806"/>
    </inkml:context>
    <inkml:brush xml:id="br0">
      <inkml:brushProperty name="width" value="0.05" units="cm"/>
      <inkml:brushProperty name="height" value="0.05" units="cm"/>
      <inkml:brushProperty name="color" value="#004F8B"/>
    </inkml:brush>
  </inkml:definitions>
  <inkml:trace contextRef="#ctx0" brushRef="#br0">217 0 31983,'0'0'760,"-2"4"-752,-24 37-4,-44 53 0,33-46-4,7-11 0,17-22 0,0 1 0,-13 23 0,26-39 0,0 1 0,0-1 0,0 1 1,0-1-1,0 1 0,0-1 0,0 1 0,0-1 0,0 1 1,0-1-1,1 1 0,-1-1 0,0 1 0,0-1 0,0 1 1,1-1-1,-1 1 0,0-1 0,0 0 0,1 1 0,-1-1 0,0 1 1,1-1-1,-1 0 0,0 1 0,1-1 0,-1 0 0,1 1 1,-1-1-1,1 0 0,-1 0 0,1 0 0,-1 1 0,1-1 0,-1 0 1,1 0-1,-1 0 0,1 0 0,-1 0 0,1 0 0,-1 0 1,1 0-1,-1 0 0,1 0 0,-1 0 0,1 0 0,0 0 1,2 0-1,27 14 0,-1 1 0,-1 1 0,0 1 0,34 29 0,38 22-1,-94-65-5,0 0 1,0 0 0,1-1-1,-1 0 1,0 0 0,1 0-1,0-1 1,-1 0 0,1-1-1,0 1 1,11-2 0,9 1-154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41.413"/>
    </inkml:context>
    <inkml:brush xml:id="br0">
      <inkml:brushProperty name="width" value="0.05" units="cm"/>
      <inkml:brushProperty name="height" value="0.05" units="cm"/>
    </inkml:brush>
  </inkml:definitions>
  <inkml:trace contextRef="#ctx0" brushRef="#br0">2 1 32327,'0'0'424,"-1"11"-417,1 18-7,1 1 1,9 50-1,21 71 0,-7-42 0,-14-54 0,2 13 0,38 123 0,-43-169 0,-7-18-3,1-1 1,0 0 0,0 0 0,0 1 0,0-1 0,0 0 0,1 0-1,-1 0 1,1-1 0,3 5 0,-3-5-62,-2-6-311,0-16-970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41.796"/>
    </inkml:context>
    <inkml:brush xml:id="br0">
      <inkml:brushProperty name="width" value="0.05" units="cm"/>
      <inkml:brushProperty name="height" value="0.05" units="cm"/>
    </inkml:brush>
  </inkml:definitions>
  <inkml:trace contextRef="#ctx0" brushRef="#br0">0 146 32039,'0'0'704,"5"-8"-697,0 2-7,0 0 0,1 1 0,0 0 0,0 0 0,0 0 0,0 0 0,1 1 1,0 0-1,0 1 0,0-1 0,0 1 0,13-3 0,20-5 0,49-8 0,-56 13 0,41-9 0,-1 4 0,1 3 0,93 2 0,-154 6 0,-1 1 0,1 1 0,-1 0 0,1 0 0,-1 1 0,0 1 0,0 0 0,0 1 0,-1 0 0,12 8 0,-17-10 0,-1 1 0,1 1 0,-1-1 0,0 1 0,0 0 0,-1 0 0,1 0 0,-1 0 0,-1 1 0,1 0 0,-1 0 0,1 0 0,-2 0 0,1 0 0,-1 1 0,0-1 0,0 1 0,-1 0 0,0-1 0,1 10 0,-1-6 0,-1 0-1,0-1 1,0 1 0,-1-1-1,0 1 1,0-1 0,-1 0-1,-1 1 1,1-1-1,-1 0 1,-1 0 0,0-1-1,0 1 1,-1-1 0,0 0-1,0 0 1,-1 0 0,-7 7-1,-13 11 1,-1-1 0,-1-2-1,-1 0 1,-1-2-1,-1-2 1,0 0 0,-2-3-1,0 0 1,-48 15-1,77-30-1,-4 2-5,1 0 1,-1 0-1,0-1 0,1-1 0,-1 1 1,0-1-1,0 0 0,0-1 1,0 0-1,0 0 0,-11-2 1,18 2-3,1-1 1,-1 1-1,1 0 0,0 0 1,-1-1-1,1 1 1,-1 0-1,1 0 1,0-1-1,-1 1 1,1 0-1,0-1 1,-1 1-1,1-1 1,0 1-1,0 0 1,-1-1-1,1 1 0,0-1 1,0 1-1,0-1 1,-1 1-1,1-1 1,0 0-1,-1-18-644</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42.545"/>
    </inkml:context>
    <inkml:brush xml:id="br0">
      <inkml:brushProperty name="width" value="0.05" units="cm"/>
      <inkml:brushProperty name="height" value="0.05" units="cm"/>
    </inkml:brush>
  </inkml:definitions>
  <inkml:trace contextRef="#ctx0" brushRef="#br0">0 61 32271,'0'0'431,"35"4"-423,116 13-7,-126-14-1,1 0 0,0 2 0,-1 1 0,0 1 0,0 1 0,29 13 0,-46-17 0,0 0 0,0 1 0,0 0 0,0 0 0,-1 1 0,0 0 0,0 0 0,11 13 0,-15-15 0,0 0 0,-1 0 0,1 0 0,-1 0 0,1 0 0,-1 1 0,-1-1 0,1 1 0,-1 0 0,0-1 0,0 1 0,0 0 0,0 0 0,-1 0 0,0-1 0,0 1 0,0 0 0,-2 6 0,2-9 0,-1 0 0,0 0 0,0 0 0,0 0 0,0-1-1,0 1 1,-1 0 0,1-1 0,0 1 0,-1-1 0,1 1 0,-1-1 0,0 0 0,1 1 0,-1-1 0,0 0 0,0 0-1,0 0 1,1-1 0,-1 1 0,0 0 0,0-1 0,0 1 0,0-1 0,-4 1 0,-8 0-2,0 1 0,-24-2 0,24 0 3,12-1 0,-1 1-1,1 0 0,0-1 0,0 1 0,0-1 1,0 1-1,0-1 0,-1 0 0,1 0 1,1 0-1,-1 0 0,0-1 0,0 1 0,0 0 1,1-1-1,-1 1 0,0-1 0,1 0 1,0 1-1,-1-1 0,1 0 0,0 0 0,0 0 1,0 0-1,0 0 0,0 0 0,0 0 1,1 0-1,-1 0 0,1-1 0,-1 1 0,1-3 1,-1-3-2,0 0 1,1 0 0,0 0 0,0 0 0,1 0-1,0 0 1,0 0 0,3-8 0,-2 9-1,1 1 0,0 1 1,0-1-1,1 0 1,-1 1-1,1-1 1,1 1-1,-1 0 0,1 1 1,-1-1-1,10-6 1,1 1 0,0 0 0,0 1 0,19-9 0,-18 11-2,1-1 0,1 2 0,-1 0 1,1 1-1,0 1 0,0 1 0,33-2 0,-49 5 2,-1 0 0,1 1-1,0-1 1,-1 1 0,1 0-1,-1-1 1,1 1 0,-1 0-1,1 0 1,-1 0 0,0 0-1,1 0 1,-1 0 0,0 0-1,0 0 1,0 1 0,0-1-1,0 0 1,0 1 0,0-1-1,0 1 1,-1-1 0,1 1-1,-1-1 1,1 1 0,-1 0-1,1-1 1,-1 3 0,8 54 1,-7-47-1,1 10 4,-2-9-3,1 0-1,1 1 1,0-1 0,7 22-1,-8-31 0,-1-1 0,2 1 0,-1-1 0,0 0 0,0 1 0,1-1 0,-1 0 1,1 0-1,0 0 0,0 0 0,0 0 0,0 0 0,0-1 0,0 1 0,0-1 0,0 1 0,1-1 0,-1 0 0,1 0 0,-1 0 0,1 0 0,-1 0 0,1-1 0,-1 1 0,1-1 0,0 1 0,5-1 0,1 0 2,0-1-1,0 0 1,0 0 0,1-1-1,-1 0 1,-1-1-1,1 1 1,0-2-1,-1 1 1,1-1-1,-1-1 1,0 0 0,-1 0-1,1 0 1,-1-1-1,0 0 1,0 0-1,-1-1 1,0 0-1,0 0 1,0 0 0,-1-1-1,5-9 1,-8 11-2,0 0 0,0 0 0,0-1 0,-1 1 0,0-1 0,0 1 0,-1-1 0,0 0 0,0 1 1,0-1-1,-1 1 0,0-1 0,0 1 0,-3-9 0,0 10-1,0 1 0,0 0 0,0-1-1,0 2 1,-1-1 0,1 1 0,-1-1 0,0 1 0,0 1 0,0-1 0,-1 1-1,1-1 1,-1 2 0,1-1 0,-11-1 0,-6-1-9,1 1 0,-43 0 0,51 3-90,2-1 133,0 2 0,-1-1 0,1 1 0,-20 5 0,28-6-88,1 1-1,0 0 0,-1 0 1,1 0-1,-1 0 0,1 0 0,0 1 1,0-1-1,0 1 0,0-1 1,0 1-1,0 0 0,0 0 0,0 0 1,1 0-1,-1 0 0,1 0 1,0 0-1,-1 0 0,1 1 0,0-1 1,0 1-1,0-1 0,1 1 0,-1-1 1,0 5-1,1 6-3434</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58.707"/>
    </inkml:context>
    <inkml:brush xml:id="br0">
      <inkml:brushProperty name="width" value="0.05" units="cm"/>
      <inkml:brushProperty name="height" value="0.05" units="cm"/>
    </inkml:brush>
  </inkml:definitions>
  <inkml:trace contextRef="#ctx0" brushRef="#br0">0 1 32271,'0'0'423,"0"24"-407,9 267 1,5 6-30,-3-54-21,-8-213-355,-3-28-495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59.437"/>
    </inkml:context>
    <inkml:brush xml:id="br0">
      <inkml:brushProperty name="width" value="0.05" units="cm"/>
      <inkml:brushProperty name="height" value="0.05" units="cm"/>
    </inkml:brush>
  </inkml:definitions>
  <inkml:trace contextRef="#ctx0" brushRef="#br0">0 16 28662,'0'0'3600,"13"0"-3400,662-12 33,-558 11-233,-19-2 0,173 19 0,-260-14 0,8 1-1,1 0 0,36 12 0,-53-14-1,1 0 1,-1 1 0,0-1 0,0 1 0,0-1 0,0 1 0,0 0 0,0 0 0,0 0 0,0 0 0,-1 1 0,1-1 0,-1 1-1,0 0 1,0-1 0,0 1 0,0 0 0,0 0 0,0 0 0,-1 1 0,0-1 0,0 0 0,2 5 0,-3-6 0,0 1 1,0-1 0,0 0 0,0 1 0,0-1-1,-1 1 1,1-1 0,-1 0 0,1 1 0,-1-1-1,0 0 1,0 0 0,0 1 0,0-1 0,-2 2-1,-27 28 2,29-31-1,-58 47 4,-2-2 0,-2-3 0,-103 53 0,-161 67-20,317-159 2,0 0 1,0-1-1,-20 5 0,53-25-558,11-10-937</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6:59.959"/>
    </inkml:context>
    <inkml:brush xml:id="br0">
      <inkml:brushProperty name="width" value="0.05" units="cm"/>
      <inkml:brushProperty name="height" value="0.05" units="cm"/>
    </inkml:brush>
  </inkml:definitions>
  <inkml:trace contextRef="#ctx0" brushRef="#br0">1 21 32039,'0'0'409,"32"5"-395,106 18-6,-106-18-8,1 2 1,38 14-1,-55-14 0,-1 0 0,1 1 0,-1 1 0,23 17 0,-30-20 0,-1 0 0,1 1 1,-1 0-1,-1 1 0,1-1 0,-2 1 0,1 1 1,5 10-1,-9-16 0,0-1 0,-1 1 1,0 1-1,0-1 0,1 0 0,-2 0 0,1 0 1,0 0-1,-1 1 0,1-1 0,-1 0 0,0 1 1,0-1-1,-1 0 0,1 1 0,0-1 0,-1 0 1,0 0-1,0 0 0,0 1 0,0-1 1,-1 0-1,1 0 0,-1-1 0,1 1 0,-1 0 1,0 0-1,-5 4 0,-1 0 2,-1 0 0,0-1 0,0 0 0,-1-1 0,0 0 0,0-1-1,0 0 1,0 0 0,-1-1 0,1 0 0,-1-1 0,0 0 0,0-1 0,0 0 0,0 0 0,0-2 0,-12 0 0,21 0-1,1 1 1,-1 0 0,0-1 0,1 1 0,-1-1 0,0 1-1,1-1 1,-1 0 0,1 0 0,-1 0 0,1 0 0,0 0-1,-1 0 1,1 0 0,0 0 0,0-1 0,0 1-1,0 0 1,0-1 0,0 1 0,0 0 0,0-1 0,0 0-1,1 1 1,-1-1 0,1 1 0,-1-3 0,-1-4 2,1 0 0,0 0 0,1 0 0,1-13 1,-1 6-5,1 7 0,0-1 0,0 1 0,1 0 0,0 0 0,1 0 1,-1 0-1,2 1 0,-1-1 0,1 1 0,0 0 0,0 0 1,1 0-1,0 0 0,0 1 0,1 0 0,0 0 1,0 0-1,0 1 0,14-9 0,3-1-3,0 1 0,1 1 1,1 1-1,49-16 0,-43 18-208,0 2 0,1 2 0,0 1 0,0 1 0,39 0 0,-60 4-3228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0.368"/>
    </inkml:context>
    <inkml:brush xml:id="br0">
      <inkml:brushProperty name="width" value="0.05" units="cm"/>
      <inkml:brushProperty name="height" value="0.05" units="cm"/>
    </inkml:brush>
  </inkml:definitions>
  <inkml:trace contextRef="#ctx0" brushRef="#br0">165 1 31591,'0'0'892,"-24"13"-875,-75 44-14,95-55-3,1 0-1,1 0 1,-1 0 0,0 1-1,0-1 1,1 1 0,0-1-1,-1 1 1,1 0 0,0 0-1,0 0 1,1 0 0,-1 0-1,0 1 1,1-1 0,0 1 0,0-1-1,0 0 1,0 1 0,1 0-1,-1-1 1,1 1 0,0-1-1,0 1 1,0-1 0,2 8-1,-1 6-1,-1-13 1,0 1-1,0-1 1,0 1-1,1-1 1,-1 0-1,1 1 1,0-1-1,1 0 1,-1 1-1,1-1 1,-1 0-1,5 5 1,-4-6 0,1 0 0,0 0 0,0 0 1,0 0-1,1-1 0,-1 0 0,1 0 0,-1 0 1,1 0-1,0 0 0,0-1 0,0 1 0,7 1 1,2 0-1,0-1 1,0 0-1,1-1 1,-1 0 0,0-1-1,1 0 1,-1-1-1,0-1 1,1 0 0,13-4-1,-20 4 2,1 0 1,-1-1-1,1 0 0,-1 0 0,0-1 0,0 0 1,0 0-1,-1 0 0,1-1 0,-1 0 1,0 0-1,0-1 0,-1 0 0,0 0 0,0 0 1,0-1-1,-1 1 0,4-8 0,-6 9 0,1 1 0,-1-1-1,-1 0 1,1 0 0,-1 0-1,0 0 1,0 0-1,0 0 1,-1 0 0,1 0-1,-1-1 1,-1 1 0,1 0-1,-1 0 1,0 0 0,0 0-1,0 0 1,-1 0 0,1 0-1,-1 0 1,-1 1-1,1-1 1,-1 1 0,1-1-1,-1 1 1,0 0 0,-1 0-1,1 0 1,-1 1 0,0-1-1,0 1 1,-7-5 0,4 5-53,-1 0 0,0 0 1,0 1-1,0 0 0,0 1 1,-1 0-1,1 0 0,0 1 1,-13 0-1,20 0 36,-23 0-1042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0.874"/>
    </inkml:context>
    <inkml:brush xml:id="br0">
      <inkml:brushProperty name="width" value="0.05" units="cm"/>
      <inkml:brushProperty name="height" value="0.05" units="cm"/>
    </inkml:brush>
  </inkml:definitions>
  <inkml:trace contextRef="#ctx0" brushRef="#br0">189 0 31431,'0'0'1113,"-26"11"-1099,-83 37-13,105-46-1,1 0 0,-1 0 0,1 0 0,0 0 0,0 1 0,0-1 0,0 1 0,0 0 0,0 0 0,1 0 0,-1 0 0,1 0 0,0 0 0,0 1 0,0-1 0,0 1 0,-1 4 0,2-2 0,0 0-1,0 0 1,1 0-1,-1 0 1,2 0-1,-1 0 1,2 9-1,-1-2-3,0-11 4,-1 0-1,1 0 1,0 0 0,0 0-1,-1 0 1,1 0 0,0 0 0,1 0-1,-1-1 1,0 1 0,0-1-1,1 1 1,-1-1 0,1 1 0,-1-1-1,1 0 1,0 1 0,0-1-1,-1 0 1,1 0 0,0-1 0,0 1-1,0 0 1,0 0 0,0-1-1,0 1 1,0-1 0,0 0-1,4 0 1,7 2 1,0-2-1,0 1 1,19-3-1,-24 0 1,-1 0 0,1 0 0,-1 0 0,1-1 0,-1 0 0,0 0 0,0-1-1,0 0 1,-1 0 0,1-1 0,-1 0 0,0 0 0,7-8 0,-6 6 0,0-1 0,0 0 0,-1 0 0,0-1 0,0 0 0,-1 0 0,0 0 0,-1 0 0,6-18 0,-8-11-8,-3 38 11,1-1-4,0 1-1,-1 0 1,1 0 0,0 0 0,-1 0 0,1 0 0,0 0 0,-1 0 0,1 0 0,0 0 0,-1 0-1,1 0 1,0 0 0,0 0 0,-1 0 0,1 0 0,0 0 0,-1 0 0,1 0 0,0 0-1,-1 0 1,1 1 0,0-1 0,0 0 0,-1 0 0,1 0 0,0 0 0,0 1 0,-1-1 0,1 0-1,0 1 1,-1 20-12,0-9 12,1 0 1,0-1-1,1 1 1,0-1 0,4 16-1,-4-24-3,0 0 0,0-1 0,0 1 0,0-1 0,0 1 0,1-1 0,-1 1 0,1-1 0,0 0 0,-1 0 0,1 0 0,0 0 0,0 0 0,1 0 0,-1-1 0,0 1-1,0-1 1,1 1 0,-1-1 0,1 0 0,-1 0 0,1 0 0,0 0 0,-1 0 0,1-1 0,0 1 0,-1-1 0,5 0 0,45 0-991,-26-5-1717</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1.111"/>
    </inkml:context>
    <inkml:brush xml:id="br0">
      <inkml:brushProperty name="width" value="0.05" units="cm"/>
      <inkml:brushProperty name="height" value="0.05" units="cm"/>
    </inkml:brush>
  </inkml:definitions>
  <inkml:trace contextRef="#ctx0" brushRef="#br0">0 0 12259,'0'0'20316,"1"21"-20295,1 19-20,1-1 0,18 74 0,14 31 8,-5 1 0,16 243 0,-46-357-115,-3-32-132,-3-17-149,-4-21-1061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1.428"/>
    </inkml:context>
    <inkml:brush xml:id="br0">
      <inkml:brushProperty name="width" value="0.05" units="cm"/>
      <inkml:brushProperty name="height" value="0.05" units="cm"/>
    </inkml:brush>
  </inkml:definitions>
  <inkml:trace contextRef="#ctx0" brushRef="#br0">0 38 32143,'0'0'497,"22"-6"-483,71-18-13,-83 22-1,1 0-1,0 1 1,0 0-1,0 0 1,0 1 0,0 0-1,0 1 1,0 1-1,12 2 1,-18-2 0,0-1 0,0 1-1,0 1 1,0-1 0,0 1 0,0 0-1,-1 0 1,1 0 0,-1 1 0,0-1-1,0 1 1,0 0 0,-1 0 0,1 1-1,-1-1 1,4 8 0,-5-10-1,-1 1 1,0-1-1,0 1 1,0-1-1,0 1 1,0-1-1,-1 1 1,1 0-1,-1-1 1,1 1-1,-1 0 1,0 0-1,0-1 1,0 1-1,-1 0 1,1-1-1,-1 1 0,0 4 1,-1-3-2,0-1-1,0 1 1,0 0-1,-1-1 1,1 0 0,-1 1-1,0-1 1,0 0-1,0-1 1,-6 6 0,-7 2-14,0-1 1,-1 0 0,1-1-1,-24 7 1,31-12 7,-19 8-233,-44 10 0,40-16-468</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1.790"/>
    </inkml:context>
    <inkml:brush xml:id="br0">
      <inkml:brushProperty name="width" value="0.05" units="cm"/>
      <inkml:brushProperty name="height" value="0.05" units="cm"/>
    </inkml:brush>
  </inkml:definitions>
  <inkml:trace contextRef="#ctx0" brushRef="#br0">228 0 31943,'0'0'699,"-28"3"-687,-86 14-12,111-16-1,0-1 1,0 1 0,0 0 0,0 0-1,0 0 1,0 0 0,1 0 0,-1 1-1,0-1 1,1 1 0,-1 0 0,1 0-1,-1 0 1,1 0 0,0 0 0,0 0-1,0 1 1,0-1 0,0 1 0,1-1-1,-1 1 1,1 0 0,0-1 0,-2 4-1,-2 6 1,1-2-3,0-1-1,1 1 1,0 1-1,1-1 1,0 0-1,0 1 1,1-1-1,1 1 1,0-1 0,0 1-1,3 19 1,-2-28 1,0 0 1,-1 0-1,1 0 1,0 0-1,0 0 1,0 0-1,0 0 1,1 0-1,-1 0 1,0 0-1,1-1 1,-1 1-1,1 0 1,0-1-1,-1 0 1,1 1-1,0-1 1,0 0-1,0 0 1,0 0-1,0 0 1,0 0-1,0 0 1,1-1-1,-1 1 1,4 0-1,6 1 1,1-1 0,-1 0 0,22-2 0,-14 0 6,-16 1-4,1-1 0,-1 0 0,0 0 1,0 0-1,1 0 0,-1-1 1,0 0-1,-1 0 0,1 0 0,0 0 1,0 0-1,-1-1 0,0 0 0,1 1 1,-1-1-1,0-1 0,0 1 1,-1 0-1,1-1 0,-1 1 0,1-1 1,-1 0-1,0 0 0,2-7 1,0 3-1,-1-1 0,0 1 1,-1-1-1,0 1 0,0-1 1,-1 0-1,0 0 0,-1 1 1,0-1-1,0 0 0,-2-15 1,1 22-3,0 0 1,1 0-1,-1-1 0,0 1 1,0 0-1,0 0 1,0 0-1,0 0 1,-1 0-1,1 0 1,0 0-1,-1 0 0,0 1 1,1-1-1,-1 1 1,0-1-1,0 1 1,0 0-1,0-1 1,-3 0-1,-1 0-125,1 0 1,0 1-1,-1-1 1,1 2-1,-1-1 1,1 0-1,-8 1 0,-5 0-2753</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2.076"/>
    </inkml:context>
    <inkml:brush xml:id="br0">
      <inkml:brushProperty name="width" value="0.05" units="cm"/>
      <inkml:brushProperty name="height" value="0.05" units="cm"/>
    </inkml:brush>
  </inkml:definitions>
  <inkml:trace contextRef="#ctx0" brushRef="#br0">0 0 31535,'0'0'1041,"3"32"-1029,-2-4-10,19 206 6,52 386 41,-62-520-130,-10-129-99,0-15-471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2.424"/>
    </inkml:context>
    <inkml:brush xml:id="br0">
      <inkml:brushProperty name="width" value="0.05" units="cm"/>
      <inkml:brushProperty name="height" value="0.05" units="cm"/>
    </inkml:brush>
  </inkml:definitions>
  <inkml:trace contextRef="#ctx0" brushRef="#br0">0 127 32095,'0'0'581,"8"-14"-558,24-43-19,-29 53-4,-1 1 0,1 0 0,0 0 0,0 0 0,1 1 0,-1-1 0,0 1 0,1-1 0,0 1 0,-1 0 0,1 1 0,0-1 0,0 1 0,0-1 0,0 1 0,0 1 0,0-1 0,7 0 0,3-2 0,13-2 0,-1 1 0,1 2-1,0 0 1,0 2 0,-1 1 0,50 7 0,-70-6-1,0-1 1,0 1-1,0 0 1,0 0-1,-1 0 1,1 1-1,-1 0 1,1 0-1,-1 1 1,0-1-1,0 1 1,0 0 0,-1 1-1,1-1 1,-1 1-1,0 0 1,-1 0-1,1 0 1,-1 0-1,0 0 1,0 1-1,0 0 1,-1 0-1,0-1 1,0 1-1,-1 0 1,0 1-1,0-1 1,0 0-1,0 12 1,-2-15-1,1 0 1,-1 0-1,0 0 1,1 0-1,-1 0 1,-1-1-1,1 1 1,0 0 0,-1-1-1,1 1 1,-1-1-1,0 1 1,0-1-1,0 0 1,0 0-1,0 0 1,-4 3-1,-5 3 0,0-1-1,-21 10 0,21-11 0,-8 3-9,0-1 0,-1 0 1,0-1-1,0-1 0,-1-2 0,0 1 0,1-2 1,-1-1-1,-29 0 0,48-2-33,-1 0 1,1 0-1,-1 0 0,1 0 1,0 0-1,-1 0 0,1 0 1,0-1-1,-1 1 0,1-1 1,0 0-1,-1 0 0,1 0 1,0 0-1,0 0 0,0 0 1,0-1-1,0 1 0,0 0 1,0-1-1,0 0 0,1 1 1,-1-1-1,1 0 0,-1 0 1,-1-3-1,-4-27-3750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2.725"/>
    </inkml:context>
    <inkml:brush xml:id="br0">
      <inkml:brushProperty name="width" value="0.05" units="cm"/>
      <inkml:brushProperty name="height" value="0.05" units="cm"/>
    </inkml:brush>
  </inkml:definitions>
  <inkml:trace contextRef="#ctx0" brushRef="#br0">1 5 31855,'0'0'827,"-1"-5"-800,3 10-32,65 269 4,1 13 9,-26-118-8,-36-149-5,-4-16-4,-1 1 0,1 0 0,-1 0 0,0 0 0,0 0 0,-1 0 0,0 0 0,0 0 0,-1 10 0,0-18-231,-7-14-457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3.043"/>
    </inkml:context>
    <inkml:brush xml:id="br0">
      <inkml:brushProperty name="width" value="0.05" units="cm"/>
      <inkml:brushProperty name="height" value="0.05" units="cm"/>
    </inkml:brush>
  </inkml:definitions>
  <inkml:trace contextRef="#ctx0" brushRef="#br0">1 1 31087,'0'0'1428,"32"0"-1401,105 0-11,12 0 9,-146 0-25,0 0 0,0 0 1,0 1-1,0 0 0,0-1 0,0 1 0,0 0 0,0 0 1,-1 1-1,1-1 0,0 0 0,-1 1 0,1 0 0,-1 0 1,0 0-1,1 0 0,-1 0 0,0 0 0,0 0 1,0 1-1,-1-1 0,1 1 0,-1-1 0,1 1 0,-1 0 1,2 3-1,2 9 2,0 0 0,-1 1 0,3 29 0,-2-17 0,21 178 0,-25-189-913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3.218"/>
    </inkml:context>
    <inkml:brush xml:id="br0">
      <inkml:brushProperty name="width" value="0.05" units="cm"/>
      <inkml:brushProperty name="height" value="0.05" units="cm"/>
    </inkml:brush>
  </inkml:definitions>
  <inkml:trace contextRef="#ctx0" brushRef="#br0">1 66 30703,'0'0'1944,"50"-66"-2224,-34 66-1520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3.487"/>
    </inkml:context>
    <inkml:brush xml:id="br0">
      <inkml:brushProperty name="width" value="0.05" units="cm"/>
      <inkml:brushProperty name="height" value="0.05" units="cm"/>
    </inkml:brush>
  </inkml:definitions>
  <inkml:trace contextRef="#ctx0" brushRef="#br0">148 1 32071,'0'0'591,"-23"26"-583,-71 85-7,90-105-1,0-1 0,0 1 0,0 0 0,1 0 0,0 1 0,-3 8 0,5-12 0,0 0 0,1 1 0,-1-1 0,1 0 0,0 0 0,0 0 0,1 6 0,0 6 0,-1-9 0,0 0 0,0 1 0,1-1 0,0 0 0,0 0 0,0 0 0,0 0 0,5 10 0,-5-14 0,1 0 0,0 1 0,0-1 0,-1 0 0,2 0 0,-1 0 0,0 0 0,0 0 0,1 0 0,-1-1 1,0 1-1,1-1 0,0 0 0,-1 1 0,1-1 0,0-1 0,0 1 0,-1 0 0,1-1 0,6 1 0,7 1-13,1-1-1,0-1 0,0 0 1,0-1-1,0-1 0,-1-1 1,1 0-1,-1-2 0,1 1 1,-1-2-1,-1 0 1,1-1-1,-1-1 0,0 0 1,-1-1-1,20-16 0,12-11-723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4.027"/>
    </inkml:context>
    <inkml:brush xml:id="br0">
      <inkml:brushProperty name="width" value="0.05" units="cm"/>
      <inkml:brushProperty name="height" value="0.05" units="cm"/>
    </inkml:brush>
  </inkml:definitions>
  <inkml:trace contextRef="#ctx0" brushRef="#br0">21 0 32263,'0'0'476,"-4"7"-479,1-2 3,1 1 0,-1-1 0,1 1 0,1 0 0,-1 0 0,1 0 0,0 0-1,0 0 1,1 0 0,-1 0 0,1 1 0,1-1 0,1 8 0,3 14 0,15 47 0,-7-31 0,76 290-20,-85-318-29,-2-7-43,0-1 0,1 0 1,-1 0-1,2 0 0,-1 0 0,7 10 0,-4-13-1765</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4.345"/>
    </inkml:context>
    <inkml:brush xml:id="br0">
      <inkml:brushProperty name="width" value="0.05" units="cm"/>
      <inkml:brushProperty name="height" value="0.05" units="cm"/>
    </inkml:brush>
  </inkml:definitions>
  <inkml:trace contextRef="#ctx0" brushRef="#br0">0 49 28142,'0'0'4542,"19"-8"-4532,-9 4-10,4-2 0,0 0 0,0 1 0,0 0 0,1 1 0,0 1 0,-1 0 0,28 0 0,-9 2-2,-15 0-1,0 1 0,-1 1 0,1 0 0,24 6 0,-36-5 1,-1-1 1,0 1 0,0 1 0,0-1 0,0 1 0,0-1 0,0 2-1,-1-1 1,1 0 0,-1 1 0,0 0 0,0 0 0,0 0 0,-1 0 0,1 1-1,-1-1 1,0 1 0,2 6 0,-3-9-1,-1 0 1,0 1-1,0-1 1,0 1-1,-1-1 1,1 1-1,0 0 1,-1-1-1,0 1 0,0 0 1,0-1-1,0 1 1,0 0-1,0-1 1,0 1-1,-1 0 0,0-1 1,1 1-1,-1-1 1,0 1-1,0-1 1,-1 1-1,1-1 1,0 0-1,-1 1 0,1-1 1,-1 0-1,-3 2 1,-3 5-12,-1-1-1,-1-1 1,0 0 0,-21 11 0,16-9-8,2 0-50,-1-2-1,0 1 1,-1-2-1,1 0 1,-1 0-1,-1-1 1,1-1 0,-25 3-1,25-6-721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4.996"/>
    </inkml:context>
    <inkml:brush xml:id="br0">
      <inkml:brushProperty name="width" value="0.05" units="cm"/>
      <inkml:brushProperty name="height" value="0.05" units="cm"/>
    </inkml:brush>
  </inkml:definitions>
  <inkml:trace contextRef="#ctx0" brushRef="#br0">0 21 31983,'0'0'643,"13"2"-618,28 3-22,-1 1 1,1 3-1,65 22 1,-93-26-5,1 0-1,-1 1 1,0 1 0,-1 0 0,1 0 0,-1 1-1,-1 1 1,0 0 0,0 1 0,-1 0 0,0 1-1,0 0 1,-1 0 0,-1 1 0,8 13 0,-14-19-6,1 0 1,-1 0-1,0 0 0,0 0 1,-1 0-1,0 1 1,0-1-1,-1 1 1,1-1-1,-1 0 0,-1 1 1,-1 10-1,2-16 6,-1 0-1,0 1 0,0-1 0,0 0 1,0 1-1,0-1 0,0 0 1,0 0-1,0 0 0,0 0 0,-1 0 1,1 0-1,0 0 0,-1 0 0,1 0 1,-1-1-1,1 1 0,-1-1 1,1 1-1,-1-1 0,1 1 0,-1-1 1,1 0-1,-4 0 0,-44 3-4,44-3 6,-2 0 2,0 0 0,0 0 0,0-1 0,1 0 0,-1 0 0,0 0 1,0-1-1,1 0 0,-11-5 0,14 5 1,1 0-1,-1 0 1,1 0 0,-1 0-1,1 0 1,0 0 0,0-1-1,0 1 1,0-1 0,1 0-1,-1 1 1,1-1 0,-1 0-1,1 0 1,0 0 0,0 0-1,0 0 1,1 0 0,-1 0 0,1-1-1,-1 1 1,1 0 0,1-5-1,-1 3-2,1 1 0,-1-1 0,1 1-1,1-1 1,-1 1 0,1 0 0,-1 0 0,1 0-1,0 0 1,1 0 0,-1 0 0,1 0 0,0 1-1,-1-1 1,2 1 0,-1 0 0,4-4 0,10-6-3,0 0 1,26-14-1,-30 19 2,22-13 1,67-29 0,-86 43-2,1 1 0,0 1 0,0 0 0,0 2 0,1 0 0,29-2 0,-47 6 0,1-1 0,0 0 0,0 0 0,-1 0 0,1 0 0,0 1 0,0-1 0,-1 0 0,1 1 0,0-1 0,-1 0 0,1 1 0,-1-1 0,1 1 0,-1-1 0,1 1 0,-1-1 0,1 1 0,-1 0 0,1-1 0,-1 1 0,1 0 0,-1-1 0,0 1 0,1 0 0,-1-1 0,0 1 0,0 0 0,0-1 0,1 1 0,-1 0 0,0 0 0,0 1 0,-1 33 6,1-19-7,-2 7 6,-6 39 0,4-40 1,-2 42 1,6-63-5,-1 0-1,1 1 1,0-1 0,1 1 0,-1-1 0,0 0 0,0 1 0,1-1-1,-1 1 1,0-1 0,1 0 0,-1 0 0,1 1 0,0-1 0,-1 0 0,1 0-1,0 0 1,0 1 0,0-1 0,0 0 0,0 0 0,0 0 0,0-1 0,0 1-1,0 0 1,0 0 0,1-1 0,-1 1 0,0 0 0,1-1 0,1 1 0,3 0 0,0 0 1,0-1 0,0 1 0,0-2 0,0 1-1,6-1 1,-8 0 2,1 0-1,0 0 1,-1 0-1,1-1 1,0 1 0,-1-1-1,1 0 1,-1-1-1,0 1 1,1-1 0,-1 0-1,-1 0 1,1 0 0,0 0-1,-1-1 1,1 1-1,-1-1 1,0 0 0,0 0-1,-1 0 1,1-1-1,-1 1 1,0-1 0,2-4-1,-1 0 3,0 0-1,0-1 1,-1 1-1,0 0 1,0-1-1,-1 1 0,0-1 1,-1 0-1,0 1 1,-1-1-1,-2-11 1,2 17-5,0 0 1,0-1-1,-1 1 1,0 0 0,0 0-1,0 0 1,-1 0 0,1 0-1,-1 0 1,0 0-1,0 1 1,0 0 0,0 0-1,-1 0 1,1 0-1,-7-4 1,3 3-42,1 1 0,-1 0 0,0 0 0,0 0 0,0 1 0,0 0 0,0 0 0,0 1 0,-13-1 0,-9 2-870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5.312"/>
    </inkml:context>
    <inkml:brush xml:id="br0">
      <inkml:brushProperty name="width" value="0.05" units="cm"/>
      <inkml:brushProperty name="height" value="0.05" units="cm"/>
    </inkml:brush>
  </inkml:definitions>
  <inkml:trace contextRef="#ctx0" brushRef="#br0">0 1 32095,'0'0'580,"4"18"-569,49 296-10,-46-268-2,1 6 5,22 81 1,-26-110-210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5.486"/>
    </inkml:context>
    <inkml:brush xml:id="br0">
      <inkml:brushProperty name="width" value="0.05" units="cm"/>
      <inkml:brushProperty name="height" value="0.05" units="cm"/>
    </inkml:brush>
  </inkml:definitions>
  <inkml:trace contextRef="#ctx0" brushRef="#br0">0 69 32271,'0'0'320,"189"-20"-312,-90 2-8,-20 3-48,-6 0-536</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5.991"/>
    </inkml:context>
    <inkml:brush xml:id="br0">
      <inkml:brushProperty name="width" value="0.05" units="cm"/>
      <inkml:brushProperty name="height" value="0.05" units="cm"/>
    </inkml:brush>
  </inkml:definitions>
  <inkml:trace contextRef="#ctx0" brushRef="#br0">76 109 31695,'0'0'923,"6"13"-895,-4-11-28,0-1 1,0 0-1,0 1 1,0-1-1,1 0 1,-1 0 0,0-1-1,1 1 1,-1 0-1,0-1 1,1 1-1,4-1 1,35 2 6,-33-2-5,2 0 0,5 0 0,0 0-1,0-1 1,-1 0 0,1-1-1,21-6 1,-34 7-3,1-1-1,-1 1 1,1-1-1,-1 1 1,0-1-1,0 0 1,0 0-1,0 0 1,0 0-1,-1-1 1,1 1-1,-1-1 1,1 0-1,-1 0 1,0 0-1,0 0 1,0 0-1,0 0 1,-1 0-1,1-1 1,-1 1-1,0-1 1,0 1 0,0-1-1,-1 1 1,1-1-1,-1 1 1,0-1-1,0-5 1,0 8 0,0-1 1,-1 1-1,0-1 0,1 1 1,-1 0-1,0-1 1,1 1-1,-1 0 1,0 0-1,0-1 0,0 1 1,0 0-1,0 0 1,0 0-1,-1 0 1,1 0-1,0 0 1,0 0-1,-1 1 0,1-1 1,0 0-1,-1 1 1,1-1-1,-1 1 1,1-1-1,-1 1 0,-1 0 1,-50-8 8,43 8-8,-8-2 0,0 2 1,0 0-1,-20 4 0,33-3 0,-1 0 0,1 0 0,-1 1 0,1 0 0,0 0 0,0 0 1,0 1-1,0 0 0,0 0 0,0 0 0,1 1 0,-1-1 0,1 1 0,-4 5 0,-2 2 2,1 0-1,0 1 0,1 0 1,0 1-1,1-1 0,0 2 1,1-1-1,1 1 0,0 0 1,1 0-1,1 0 0,0 0 1,0 1-1,2-1 0,-1 27 1,2-39-3,0 0 1,0-1-1,1 1 1,-1 0-1,0 0 1,1 0 0,-1 0-1,1-1 1,-1 1-1,1 0 1,0 0-1,0-1 1,0 1-1,0-1 1,0 1 0,0-1-1,0 1 1,0-1-1,1 1 1,-1-1-1,1 0 1,-1 0-1,1 0 1,-1 0 0,1 0-1,-1 0 1,1 0-1,0-1 1,0 1-1,1 0 1,6 1 1,0 0 0,1-1 0,-1 0 0,18-1 0,-19 0 1,14-1 18,0 0 1,-1-2-1,1-1 1,-1 0-1,31-11 1,-2-4-971,49-26-1,-30 9-6753</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6.213"/>
    </inkml:context>
    <inkml:brush xml:id="br0">
      <inkml:brushProperty name="width" value="0.05" units="cm"/>
      <inkml:brushProperty name="height" value="0.05" units="cm"/>
    </inkml:brush>
  </inkml:definitions>
  <inkml:trace contextRef="#ctx0" brushRef="#br0">4 0 31527,'0'0'1176,"-4"12"-1176,14 9 0,-3 6 0,3-3 0,-4 3 0,-6-7 0,0-2-24,0-3-32,0-3-120,0-6-1865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6.387"/>
    </inkml:context>
    <inkml:brush xml:id="br0">
      <inkml:brushProperty name="width" value="0.05" units="cm"/>
      <inkml:brushProperty name="height" value="0.05" units="cm"/>
    </inkml:brush>
  </inkml:definitions>
  <inkml:trace contextRef="#ctx0" brushRef="#br0">1 10 32079,'0'0'536,"3"-9"-1424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6.814"/>
    </inkml:context>
    <inkml:brush xml:id="br0">
      <inkml:brushProperty name="width" value="0.05" units="cm"/>
      <inkml:brushProperty name="height" value="0.05" units="cm"/>
    </inkml:brush>
  </inkml:definitions>
  <inkml:trace contextRef="#ctx0" brushRef="#br0">0 0 29886,'0'0'2705,"4"18"-2698,-1-5-6,22 128-1,-24-89 4,-1-37-6,0-14-3,1-4-1,2-13-9,1 0 0,0 1 0,2 0 0,-1 0 0,2 0 0,0 0 0,1 1 0,0 1 1,1-1-1,1 1 0,16-17 0,-21 25 16,-1 1 1,2 0-1,-1 0 1,0 0-1,1 1 0,0 0 1,0 0-1,0 1 1,0-1-1,0 1 0,0 0 1,0 1-1,1 0 1,-1 0-1,1 0 0,-1 1 1,1-1-1,10 3 1,-14-2-2,0 1 0,0 0 0,0 0 0,-1 0 0,1 1 0,0-1 0,-1 0 0,1 1 0,-1 0 0,0 0 0,1 0 0,-1 0 0,0 0 0,0 0 0,0 0 0,-1 1 0,1-1 0,0 1 0,-1-1 0,0 1 0,1 0 0,-1-1 0,1 6 0,1 1-3,0 0 0,0 1 0,-1-1 0,0 1 0,0 19 0,-2-28-36,-1 0 0,1 0 0,0 0 0,0 1 0,0-1 0,0 0 0,0 0 0,0 1 0,0-1 0,1 0 0,-1 0 0,0 0 0,1 1 0,-1-1 0,1 0-1,-1 0 1,1 0 0,-1 0 0,1 0 0,0 0 0,0 0 0,-1 0 0,1 0 0,0 0 0,0 0 0,0-1 0,0 1 0,0 0 0,0-1 0,0 1 0,2 0 0,6 0-2894</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7.132"/>
    </inkml:context>
    <inkml:brush xml:id="br0">
      <inkml:brushProperty name="width" value="0.05" units="cm"/>
      <inkml:brushProperty name="height" value="0.05" units="cm"/>
    </inkml:brush>
  </inkml:definitions>
  <inkml:trace contextRef="#ctx0" brushRef="#br0">258 1 31247,'0'0'1360,"-24"15"-1345,-73 49-6,95-63-8,-1 1-1,1 0 1,-1 0-1,1 1 1,0-1-1,0 0 1,0 1-1,1-1 1,-1 1-1,-2 4 1,4 15 5,1-12-3,-1-7-3,0 0 0,0 1 0,0-1 0,1 0 0,0 0 0,0 1 0,-1-1 0,2 0 0,-1 0 0,0 0 0,1 0 0,-1 0 0,1 0 1,0-1-1,0 1 0,0 0 0,0-1 0,1 0 0,-1 1 0,4 1 0,4 3 0,0-1 1,0-1-1,1 0 0,17 6 0,-10-5 4,0-1-1,26 4 0,20 5 2,-49-4-9,-14-10 4,-1 1 0,0-1 0,0 0 0,1 1 0,-1-1-1,0 0 1,0 1 0,1-1 0,-1 0 0,0 1 0,0-1 0,0 1 0,0-1 0,0 0 0,0 1 0,0-1 0,1 1 0,-1-1-1,0 0 1,0 1 0,-1-1 0,1 1 0,0-1 0,0 0 0,0 1 0,0-1 0,0 1 0,0-1 0,0 0 0,-1 1-1,1-1 1,0 0 0,0 1 0,0-1 0,-1 0 0,1 1 0,0-1 0,-1 0 0,1 0 0,0 1 0,0-1 0,-1 0-1,1 0 1,-1 1 0,1-1 0,0 0 0,-1 0 0,1 0 0,-15 6 0,1-1 0,-1-1 0,-23 5 0,34-8 0,-183 29-160,91-22-384</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7.926"/>
    </inkml:context>
    <inkml:brush xml:id="br0">
      <inkml:brushProperty name="width" value="0.05" units="cm"/>
      <inkml:brushProperty name="height" value="0.05" units="cm"/>
    </inkml:brush>
  </inkml:definitions>
  <inkml:trace contextRef="#ctx0" brushRef="#br0">525 0 32223,'0'0'400,"-40"22"-384,-133 79 1,154-89-13,2 2 0,0-1-1,1 2 1,0 0 0,1 1 0,1 1-1,0 0 1,1 1 0,-13 25-1,18-31-1,-11 22 1,0 1 0,3 0 0,0 2-1,3-1 1,1 2 0,-11 58 0,15-47-1,2-1 1,3 1-1,1 0 1,10 90-1,-5-116-2,1-1 0,1 0 0,1 0 0,1 0 0,1-1 0,1 0 0,1 0 0,1-1 1,0 0-1,22 26 0,-23-33-1,1 0 1,0-1 0,1-1 0,1 0 0,-1 0-1,2-1 1,-1-1 0,2 0 0,-1-1 0,1 0-1,0-2 1,1 0 0,-1 0 0,1-1 0,24 3-1,17-3-25,1-2-1,80-7 0,-34-9-146</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8.228"/>
    </inkml:context>
    <inkml:brush xml:id="br0">
      <inkml:brushProperty name="width" value="0.05" units="cm"/>
      <inkml:brushProperty name="height" value="0.05" units="cm"/>
    </inkml:brush>
  </inkml:definitions>
  <inkml:trace contextRef="#ctx0" brushRef="#br0">4 1 31703,'0'0'1003,"-3"8"-989,3 10-14,1 1 0,1-1 0,1 1-1,1-1 1,11 34 0,5 30-7,-15-49-215,1 67-1,-6-98-621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8.748"/>
    </inkml:context>
    <inkml:brush xml:id="br0">
      <inkml:brushProperty name="width" value="0.05" units="cm"/>
      <inkml:brushProperty name="height" value="0.05" units="cm"/>
    </inkml:brush>
  </inkml:definitions>
  <inkml:trace contextRef="#ctx0" brushRef="#br0">1 95 31839,'0'0'752,"33"-14"-745,110-44-3,-130 53-2,0 2 0,0-1 0,0 1 0,0 1 1,0 1-1,1 0 0,17 1 0,-5 0 1,-1-2-3,-12 1 0,0 1 1,0 0-1,0 0 0,15 3 1,-25-3-2,-1 1 1,0-1 0,1 1 0,-1 0-1,0 0 1,0-1 0,0 1 0,0 0-1,0 1 1,0-1 0,0 0 0,0 1-1,0-1 1,0 1 0,-1-1 0,1 1-1,0 0 1,-1 0 0,0 0 0,1 0-1,-1 0 1,0 0 0,0 0 0,0 0-1,0 0 1,-1 1 0,1-1 0,0 4-1,0-2 1,-1 1 0,0 0 0,0 0 0,0 0 0,-1-1 0,1 1 0,-1 0 0,0-1 0,-1 1 0,1 0 1,-1-1-1,0 0 0,0 1 0,0-1 0,0 0 0,-6 7 0,-2 1 2,-1-1 1,-1 1-1,-21 15 1,12-10 0,-86 63-2,-20 19 6,125-96-5,20-4 13,31-6-11,-8 0-2,65-2 0,-85 9-2,-6-1-1,0 1 1,-1 0-1,1 2 1,18 3-1,-31-5 1,1 1 0,0-1 0,-1 1 0,1 0 0,-1 0-1,1 0 1,-1 1 0,1-1 0,-1 0 0,0 1 0,0 0 0,0-1-1,0 1 1,0 0 0,0 0 0,0 0 0,0 0 0,-1 1 0,1-1 0,-1 0-1,0 1 1,0-1 0,0 1 0,0-1 0,0 1 0,0-1 0,0 1 0,-1 0-1,1 2 1,-1-1 1,1 0-1,-1 0 0,1 0 0,-1 0 0,-1-1 0,1 1 1,0 0-1,-1 0 0,0 0 0,0 0 0,0-1 1,0 1-1,-1 0 0,1-1 0,-1 1 0,0-1 1,0 1-1,0-1 0,-1 0 0,1 0 0,-1 0 1,1 0-1,-1-1 0,0 1 0,0-1 0,-4 3 1,-10 6-13,0-1 0,-1 0 0,0-2 0,0 0 0,-1-1 0,0-1 0,-1 0 0,1-2 0,-1 0 0,0-1 0,0-1 0,-25-1 0,42-1-40,-1 0 1,1-1 0,0 1-1,-1-1 1,1 1 0,-1-1-1,-3-2 1,-15-15-1213</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9.238"/>
    </inkml:context>
    <inkml:brush xml:id="br0">
      <inkml:brushProperty name="width" value="0.05" units="cm"/>
      <inkml:brushProperty name="height" value="0.05" units="cm"/>
    </inkml:brush>
  </inkml:definitions>
  <inkml:trace contextRef="#ctx0" brushRef="#br0">1 448 31119,'0'0'1503,"0"4"-1463,0 9-18,3-27 3,4-32 1,30-84-26,-16 51-1,32-77 1,-50 147-5,8-16 4,-11 25 1,1-1-1,-1 1 1,0-1 0,1 1-1,-1 0 1,1-1 0,-1 1-1,0 0 1,1-1-1,-1 1 1,1 0 0,-1-1-1,1 1 1,-1 0-1,1 0 1,-1 0 0,1 0-1,-1-1 1,1 1-1,-1 0 1,1 0 0,-1 0-1,1 0 1,0 0-1,-1 0 1,1 0 0,-1 0-1,1 1 1,-1-1-1,1 0 1,-1 0 0,1 0-1,-1 1 1,1-1 0,-1 0-1,1 0 1,-1 1-1,0-1 1,1 0 0,-1 1-1,1-1 1,-1 0-1,1 1 1,8 11-1,0-1-1,-1 1 1,0 0 0,-1 1 0,8 16-1,0 1 2,3 2 3,22 61 0,-34-77-16,-1 1 0,-1 0 0,0 0 0,-1 1 0,1 30 0,-4-46-17,0-1 12,0 0-1,0-1 1,0 1-1,0-1 1,0 1-1,0-1 1,0 1-1,0-1 0,0 1 1,0-1-1,0 1 1,0-1-1,-1 1 1,1-1-1,0 1 1,0-1-1,0 1 0,-1-1 1,1 1-1,0-1 1,-1 1-1,1-1 1,0 0-1,-1 1 1,1-1-1,0 0 0,-1 1 1,1-1-1,-1 0 1,1 1-1,-1-1 1,1 0-1,-1 0 1,1 0-1,-1 1 1,-17 0-2022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09.463"/>
    </inkml:context>
    <inkml:brush xml:id="br0">
      <inkml:brushProperty name="width" value="0.05" units="cm"/>
      <inkml:brushProperty name="height" value="0.05" units="cm"/>
    </inkml:brush>
  </inkml:definitions>
  <inkml:trace contextRef="#ctx0" brushRef="#br0">1 84 31927,'0'0'728,"96"-12"-728,-53 0 0,10-12-32,-7 6-112,-10 0-1368</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0.234"/>
    </inkml:context>
    <inkml:brush xml:id="br0">
      <inkml:brushProperty name="width" value="0.05" units="cm"/>
      <inkml:brushProperty name="height" value="0.05" units="cm"/>
    </inkml:brush>
  </inkml:definitions>
  <inkml:trace contextRef="#ctx0" brushRef="#br0">0 63 31735,'0'0'968,"9"0"-959,16 0-7,-3-1 0,-1 1 0,1 1 0,24 5 0,-41-5-2,1 0 0,0 1 1,-1 0-1,1 0 0,-1 0 1,0 1-1,0-1 0,0 1 1,0 0-1,0 1 0,0-1 0,-1 1 1,0 0-1,0 0 0,0 1 1,6 7-1,-7-5 0,0 1 0,-1-1 0,0 0 0,-1 1 0,1-1 0,-1 1 0,-1 0 0,0-1 0,0 1 0,0 0 0,-2 7 0,1 13 0,-2-6 0,1-61-8,5 25 5,0-1 1,1 1-1,1 0 1,0 0-1,1 1 1,1 0-1,9-15 1,-6 12-1,-2 0 1,0 0 0,-1 0-1,8-29 1,-17 70-1,1 0 1,3 30-1,0 3 3,-2-57 0,0 1 0,0-1-1,0 0 1,0 1 0,1-1 0,-1 1 0,0-1 0,1 0-1,-1 1 1,1-1 0,0 0 0,-1 1 0,1-1 0,0 0-1,0 0 1,0 0 0,0 1 0,0-1 0,0 0 0,0 0-1,0-1 1,0 1 0,1 0 0,-1 0 0,0 0 0,0-1-1,1 1 1,-1-1 0,0 1 0,1-1 0,2 1-1,4 0-3,0 0-1,0 0 0,1-1 0,11-1 0,-5 1-12,29-1-188,-3-4-447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0.487"/>
    </inkml:context>
    <inkml:brush xml:id="br0">
      <inkml:brushProperty name="width" value="0.05" units="cm"/>
      <inkml:brushProperty name="height" value="0.05" units="cm"/>
    </inkml:brush>
  </inkml:definitions>
  <inkml:trace contextRef="#ctx0" brushRef="#br0">30 1 32063,'0'0'536,"0"166"-536,0-130 0,0-3 0,-7-7-24,-3 1-56,4-12-200,-1-6-2337</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0.758"/>
    </inkml:context>
    <inkml:brush xml:id="br0">
      <inkml:brushProperty name="width" value="0.05" units="cm"/>
      <inkml:brushProperty name="height" value="0.05" units="cm"/>
    </inkml:brush>
  </inkml:definitions>
  <inkml:trace contextRef="#ctx0" brushRef="#br0">0 0 32375,'0'0'288,"53"161"-280,-30-110 0,-6-7 0,-4 1-8,0-6 8,-3-7-8,-3-5 0,-4-6-16,-3-3-32,0-6-96</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1.344"/>
    </inkml:context>
    <inkml:brush xml:id="br0">
      <inkml:brushProperty name="width" value="0.05" units="cm"/>
      <inkml:brushProperty name="height" value="0.05" units="cm"/>
    </inkml:brush>
  </inkml:definitions>
  <inkml:trace contextRef="#ctx0" brushRef="#br0">0 96 31975,'0'0'715,"8"-8"-689,-5 5-24,0-1-1,2-1 0,-1 1 0,0-1-1,1 2 1,0-1 0,0 0-1,0 1 1,1 0 0,-1 0 0,1 0-1,8-2 1,17-5-1,-1 2 0,2 2-1,-1 0 1,1 2 0,34 0 0,-60 4-1,0 0 0,0 0 0,0 0 0,0 1-1,0 0 1,0 0 0,0 1 0,0-1 0,10 6 0,-14-6 0,0 1 0,0 0 0,0 0 0,0 0 0,0 0 0,0 0-1,0 1 1,-1-1 0,1 0 0,-1 1 0,1 0 0,-1-1 0,0 1 0,0-1-1,0 1 1,-1 0 0,1 0 0,-1 0 0,1-1 0,-1 1 0,0 0 0,0 0-1,-1 3 1,1 1 1,-1 0-1,0 1 0,0-1 0,-1 0 0,0 0 1,0-1-1,-1 1 0,0 0 0,0-1 1,0 1-1,-1-1 0,0 0 0,0 0 0,-1-1 1,-6 8-1,-11 7-3,0 0 1,-37 25-1,12-9 2,22-18 2,18-14 0,1 1 0,0-1 0,1 1 0,-1 0 0,-6 9 0,7-2-8,5-12 0,11 0 1,78-4 17,-60 1-5,0 1 1,0 2-1,49 5 0,-72-3-5,1 0 0,-1 0 1,0 0-1,0 1 0,0 0 0,0 1 0,0-1 1,0 1-1,-1 0 0,0 0 0,9 9 0,-11-10 1,0 0-1,-1 0 0,1 1 0,-1-1 0,1 0 0,-1 1 1,0-1-1,-1 1 0,1 0 0,-1 0 0,1 0 1,-1 0-1,0-1 0,0 2 0,-1-1 0,1 0 1,-1 0-1,0 0 0,0 0 0,-1 0 0,0 5 1,0-7-1,0 1 0,0 0 1,-1-1-1,1 1 1,-1-1-1,0 1 0,1-1 1,-1 0-1,0 1 1,0-1-1,-1 0 0,1 0 1,0-1-1,-4 3 1,-42 22 2,29-17-3,-122 56-6,122-59-4,1 1 0,-1-2-1,0-1 1,0 0-1,-37 2 1,54-6-3,1 0 1,0 0-1,-1 1 1,1-1-1,-1 0 1,1 0-1,0-1 1,-1 1-1,1 0 0,0 0 1,-1-1-1,1 1 1,0-1-1,-1 1 1,1-1-1,0 0 1,0 1-1,0-1 1,-1 0-1,1 0 0,0 0 1,0 0-1,0 0 1,0 0-1,1 0 1,-1 0-1,0 0 1,0 0-1,1 0 0,-1-1 1,0 1-1,1 0 1,-1-1-1,1 1 1,0 0-1,-1-1 1,1 1-1,0-2 1,-4-32-1511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2.058"/>
    </inkml:context>
    <inkml:brush xml:id="br0">
      <inkml:brushProperty name="width" value="0.05" units="cm"/>
      <inkml:brushProperty name="height" value="0.05" units="cm"/>
    </inkml:brush>
  </inkml:definitions>
  <inkml:trace contextRef="#ctx0" brushRef="#br0">275 60 22909,'0'0'9718,"1"-8"-9698,4-24-4,-5 31-15,0 0 0,0 1-1,0-1 1,0 0 0,0 1 0,0-1-1,0 0 1,0 1 0,0-1 0,0 0-1,0 1 1,-1-1 0,1 0 0,0 1 0,0-1-1,-1 1 1,1-1 0,0 0 0,-1 1-1,1-1 1,-1 1 0,1-1 0,-1 1-1,1-1 1,-1 1 0,1 0 0,-1-1 0,1 1-1,-1-1 1,1 1 0,-1 0 0,0 0-1,1-1 1,-1 1 0,-1 0 0,-24-1 2,18 2-3,2-1-1,-11 0-3,-1 0 0,-26 5 1,37-4 2,-1 1 1,1 1 0,0 0-1,0 0 1,0 0 0,0 1 0,0 0-1,-9 7 1,8-5-1,-1 0 0,2 1 1,-1 0-1,-12 17 0,17-20 1,0 0-1,0 0 1,1 1 0,0-1-1,0 1 1,0-1 0,1 1 0,-1 0-1,1 0 1,0 0 0,0-1-1,1 10 1,-1-9 0,1 0 0,0 0 0,1 0 0,-1 0 0,1 0 0,0 0 0,0-1 0,0 1 0,3 6 0,-2-9 0,-1 0 0,1 0 0,0 0 0,-1-1 0,1 1 0,0 0 0,0-1 0,0 1 0,0-1 0,1 0 0,-1 0 0,0 0 0,0 0 0,1 0 0,-1 0 0,1 0 0,-1-1 0,1 0 0,-1 1 0,5-1 0,5 1 0,-1 0-1,1-1 1,0 0 0,0-1-1,0 0 1,-1-1-1,1 0 1,0-1 0,-1 0-1,20-9 1,-23 8 0,-1 0-1,1-1 1,-1 0 0,0 0 0,0-1-1,0 0 1,-1 0 0,0 0 0,0-1-1,-1 0 1,0 0 0,0 0 0,0-1-1,-1 0 1,4-8 0,-4 5 0,-2 5 0,1 10 0,7 15 0,-7-16 0,1 1 0,-1 0 0,1-1 0,-1 1 0,1-1 0,0 0 0,0 0 0,1-1 0,-1 1 0,0-1 0,1 0 0,0 0 0,-1-1 0,1 1 0,8 1 0,-6-2-11,1 0-1,-1-1 0,0 0 0,1 0 0,-1 0 1,0-1-1,1 0 0,-1 0 0,0-1 0,10-3 1,13-11-380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2.360"/>
    </inkml:context>
    <inkml:brush xml:id="br0">
      <inkml:brushProperty name="width" value="0.05" units="cm"/>
      <inkml:brushProperty name="height" value="0.05" units="cm"/>
    </inkml:brush>
  </inkml:definitions>
  <inkml:trace contextRef="#ctx0" brushRef="#br0">1 1 31655,'0'0'845,"1"32"-802,4 107-3,14 47 33,-8-91-57,3 19 2,5 114-237</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2.740"/>
    </inkml:context>
    <inkml:brush xml:id="br0">
      <inkml:brushProperty name="width" value="0.05" units="cm"/>
      <inkml:brushProperty name="height" value="0.05" units="cm"/>
    </inkml:brush>
  </inkml:definitions>
  <inkml:trace contextRef="#ctx0" brushRef="#br0">190 1 29390,'0'0'3297,"-5"5"-3289,-23 20-4,0 0 0,-1-2 0,-51 29 0,63-38-4,15-3 0,3-9 0,1 0 0,0 0 0,-1 0 0,1 0 0,0 0 0,0-1 0,0 1 0,0-1 0,0 1 0,3 0 0,10 8 0,21 17 1,3 3 5,63 36 1,-88-58-6,1-1 0,0 0 0,1-2 0,-1 1 1,1-2-1,0 0 0,1-1 0,22 1 0,-29-3-29,0 0 1,0-1-1,0 0 1,0-1-1,0 0 1,0-1-1,0 0 1,11-4-1,7-10-780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7:14.102"/>
    </inkml:context>
    <inkml:brush xml:id="br0">
      <inkml:brushProperty name="width" value="0.05" units="cm"/>
      <inkml:brushProperty name="height" value="0.05" units="cm"/>
    </inkml:brush>
  </inkml:definitions>
  <inkml:trace contextRef="#ctx0" brushRef="#br0">80 0 32039,'0'0'673,"29"2"-659,-2-1-12,-1 0 0,0 1-1,-1 1 0,1 1 1,-1 1-1,42 14 0,-42-8 0,-1 1 0,0 0 0,0 2 0,-2 1 0,0 1 0,0 1 0,-2 0-1,0 2 1,-1 0 0,-1 1 0,-1 1 0,0 1 0,21 39 0,-19-26 0,-1 0 0,-2 2 0,-1 0 0,-2 1 0,-2 0 0,-1 1 0,-2 0 0,4 68 0,-9-55-1,-6 71 1,1-101-1,-1-1 0,-1-1 0,-1 1 0,0 0 0,-2-1 0,-11 24 0,-2-5 0,-1-1 0,-3-1 0,-1 0 0,-1-2 0,-2-1 0,-2-2 0,-1 0 0,-1-2 0,-70 50 0,38-39-6,-2-3 0,-71 30-1,22-25-54</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5.109"/>
    </inkml:context>
    <inkml:brush xml:id="br0">
      <inkml:brushProperty name="width" value="0.05" units="cm"/>
      <inkml:brushProperty name="height" value="0.05" units="cm"/>
    </inkml:brush>
  </inkml:definitions>
  <inkml:trace contextRef="#ctx0" brushRef="#br0">1 1552 32335,'0'0'405,"1"-5"-394,5-2-11,0 0 0,0 1 0,1-1 0,0 1 0,0 0 0,0 1 0,11-6 0,-1-1 0,437-263 8,18 36-8,8 24 4,793-242 0,-997 378-4,3 12 0,3 12 0,2 13 0,299-6 0,-219 46 0,-263 6 0,156 27 0,-135-6 0,225 75 0,-272-70 0,-1 2 0,-1 4 0,-1 3 0,68 50 0,60 63 0,291 287 0,-444-393 0,-2 3 0,-2 1 0,-2 3 0,-3 1 0,52 97 0,-18-7 0,-9-41 0,-28-49 0,-8-15 0,37 41 0,-61-76 0,16 15 0,1-1 0,0-1 0,2-1 0,0 0 0,33 16 0,59 26 0,-8-5 0,-91-42 0,2 7 0,-14-17 0,0-1 0,0 0 0,-1 0 0,1 1 0,-1-1 0,0 1 0,1 0 0,-1 0 0,0-1 0,0 1 0,0 1 0,0-1 0,0 0 0,0 1 0,0-1 0,0 1 0,0-1 0,0 1 0,-1 0 0,3 2 0,11 11 0,21-4 0,-27-5 0,-3-2 0,0 0 0,0 0 0,1-1 0,9 5 0,1-2 0,0 2 0,-1 0 0,0 1 0,-1 0 0,0 1 0,0 1 0,14 14 0,-25-21 0,0 0 0,0 0 0,0-1 0,0 1 0,1-1 0,-1 0 0,1-1 0,0 1 0,0-1 0,0 0 0,0 0 0,0-1 0,0 1 0,1-1 0,-1 0 0,0-1 0,1 1 0,-1-1 0,1 0 0,5-1 0,23 0 0,-18 0 0,0 1 0,22 3 0,-30-1 0,-35-2-140,14 0-328</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5.476"/>
    </inkml:context>
    <inkml:brush xml:id="br0">
      <inkml:brushProperty name="width" value="0.05" units="cm"/>
      <inkml:brushProperty name="height" value="0.05" units="cm"/>
    </inkml:brush>
  </inkml:definitions>
  <inkml:trace contextRef="#ctx0" brushRef="#br0">490 0 32463,'0'0'269,"-1"13"-259,0-4-10,1 0 1,-1 0 0,2 1 0,-1-1-1,1 0 1,1 0 0,0 1-1,0-1 1,1 0 0,4 9 0,11 20 0,3-2 0,1 0 0,1-2 0,3 0 0,0-2 1,2 0-1,47 40 0,-71-68-1,-8-1 0,-628 176-84,521-156-240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6.241"/>
    </inkml:context>
    <inkml:brush xml:id="br0">
      <inkml:brushProperty name="width" value="0.05" units="cm"/>
      <inkml:brushProperty name="height" value="0.05" units="cm"/>
    </inkml:brush>
  </inkml:definitions>
  <inkml:trace contextRef="#ctx0" brushRef="#br0">0 0 32095,'0'0'616,"5"24"-608,79 350 16,-14-57-101,-70-319-333,0-8-1071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6.780"/>
    </inkml:context>
    <inkml:brush xml:id="br0">
      <inkml:brushProperty name="width" value="0.05" units="cm"/>
      <inkml:brushProperty name="height" value="0.05" units="cm"/>
    </inkml:brush>
  </inkml:definitions>
  <inkml:trace contextRef="#ctx0" brushRef="#br0">0 23 32215,'0'0'519,"13"-4"-511,15-2-7,0 1 1,0 2 0,30-1-1,103 4 3,-79 1-5,17 0 1,-1 5 0,103 19 0,-140-13 0,-1 2 0,-1 3 0,0 3 0,81 38 0,-117-46 0,0 1 0,-1 0 0,0 2 0,27 24 0,-41-32 0,0 0 0,-1 1 0,0 0 0,0 0 0,-1 1 0,0-1 0,-1 1 0,0 1 0,0-1 0,-1 1 0,0 0 0,-1 0 0,4 17 0,-6-15 0,0 1 0,-1 0 0,0 0 0,-1 0 0,-1-1 0,0 1 0,0-1 0,-1 1 0,-1-1 0,0 0 0,-1 0 0,0 0 0,-1-1 0,0 0 0,-1 0 0,0-1 0,-1 1 0,0-1 0,-12 10 0,-6 6 0,-2-2 0,0-1 0,-2-1 0,0-1 0,-51 25 0,46-29 0,-2-1 0,0-2 0,0-1 0,-1-2 0,-65 10 0,49-14 0,-1-2-1,1-3 1,-82-8 0,119 5-3,0-1 1,0-1 0,1 0 0,-1-2-1,1 0 1,0 0 0,0-2 0,1 0-1,-29-17 1,41 22 1,1 0 0,-1 0-1,1-1 1,-1 1 0,1 0 0,0-1 0,0 0 0,0 1 0,0-1-1,0 0 1,-1-4 0,2 6-15,1-1-1,-1 1 1,1-1 0,0 1 0,0-1-1,-1 1 1,1-1 0,0 1 0,0-1-1,0 1 1,1-1 0,-1 1 0,0-1-1,0 1 1,1-1 0,-1 1 0,1 0-1,0-1 1,-1 1 0,1 0-1,0-1 1,0 1 0,-1 0 0,1 0-1,0 0 1,0-1 0,2 0 0,32-17-1275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7.082"/>
    </inkml:context>
    <inkml:brush xml:id="br0">
      <inkml:brushProperty name="width" value="0.05" units="cm"/>
      <inkml:brushProperty name="height" value="0.05" units="cm"/>
    </inkml:brush>
  </inkml:definitions>
  <inkml:trace contextRef="#ctx0" brushRef="#br0">2 0 23645,'0'0'9050,"0"2"-9038,0 37-14,-1 28 4,3-1-1,17 115 1,-12-160 23,-7-21-33,0 0 0,0 1 0,0-1 0,0 0 1,0 1-1,0-1 0,0 1 0,0-1 0,0 0 0,0 1 1,0-1-1,0 0 0,0 1 0,0-1 0,1 0 0,-1 1 1,0-1-1,0 0 0,0 1 0,1-1 0,-1 0 0,0 0 0,0 1 1,1-1-1,-1 0 0,0 0 0,1 0 0,-1 1 0,0-1 1,1 0-1,-1 0 0,0 0 0,1 0 0,-1 0 0,0 1 0,1-1 1,-1 0-1,0 0 0,1 0 0,-1 0 0,1 0 0,-1 0 1,4-8-776</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7.258"/>
    </inkml:context>
    <inkml:brush xml:id="br0">
      <inkml:brushProperty name="width" value="0.05" units="cm"/>
      <inkml:brushProperty name="height" value="0.05" units="cm"/>
    </inkml:brush>
  </inkml:definitions>
  <inkml:trace contextRef="#ctx0" brushRef="#br0">1 48 32303,'0'0'448,"0"-47"-456,0 97-40,0 4-32,0 0-496</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8.663"/>
    </inkml:context>
    <inkml:brush xml:id="br0">
      <inkml:brushProperty name="width" value="0.05" units="cm"/>
      <inkml:brushProperty name="height" value="0.05" units="cm"/>
    </inkml:brush>
  </inkml:definitions>
  <inkml:trace contextRef="#ctx0" brushRef="#br0">0 161 32159,'0'0'520,"1"19"-513,-1-6-8,1 33 6,10 63 0,16-205-5,-22 79 0,1 0 0,1 0 0,0 1 0,14-23 1,-18 35-2,0 0 1,0 0 0,0 0 0,1 0 0,-1 0 0,1 1 0,0 0 0,0 0 0,5-3 0,-7 5-1,1 0 1,-1 0 0,1 0-1,0 0 1,-1 0 0,1 1-1,-1-1 1,1 1 0,0 0-1,0-1 1,-1 1 0,1 1-1,0-1 1,-1 0 0,1 1-1,0-1 1,-1 1 0,4 1-1,-4-1 1,1 1 0,0-1 0,0 1 0,-1 0 0,0 0 0,1 0 0,-1 0-1,0 0 1,0 1 0,0-1 0,0 1 0,0-1 0,2 6 0,19 43 0,-17-36 0,29 87 1,-28-120 7,1-7-7,1 0-1,19-38 1,-23 52-2,1 1 1,1 1-1,-1-1 1,2 1-1,-1 0 1,1 1 0,1-1-1,13-9 1,-21 17-1,0 0 1,1-1 0,-1 1 0,0 0 0,1 0-1,-1 1 1,0-1 0,1 0 0,0 0-1,-1 1 1,1-1 0,-1 1 0,1-1 0,0 1-1,-1 0 1,1 0 0,0 0 0,-1 0-1,1 0 1,0 0 0,-1 0 0,1 0-1,0 1 1,-1-1 0,1 0 0,-1 1 0,1 0-1,-1-1 1,1 1 0,-1 0 0,1 0-1,-1 0 1,1 0 0,-1 0 0,0 0 0,0 0-1,0 0 1,0 1 0,1-1 0,-1 0-1,1 3 1,3 7-2,1 0 0,-2-1 0,0 2 1,0-1-1,2 13 0,2 4 0,-1-6 2,-5-13 0,1-1 0,0 1 0,1-1 0,-1 0 1,8 10-1,-9-15-1,0-1 1,-1 0 0,2 0 0,-1 0 0,0 0 0,0 0 0,1 0-1,-1-1 1,1 1 0,-1-1 0,1 0 0,0 1 0,-1-1-1,1-1 1,0 1 0,0 0 0,0-1 0,0 1 0,-1-1-1,7 0 1,0-1-6,-1 0-1,0-1 1,1 0-1,-1-1 1,0 1-1,0-2 1,0 1 0,0-1-1,-1 0 1,0-1-1,0 0 1,0 0-1,0 0 1,9-11-1,-9 10 3,-1 0-1,0-1 1,0 0-1,0 0 0,-1-1 1,0 1-1,-1-1 1,0 0-1,0 0 1,-1-1-1,0 1 1,0-1-1,-1 1 1,2-11-1,-4 10 3,1 2 10,0 0-1,-1 0 1,0 0-1,-1 0 0,-2-12 1,2 17-6,1 0 1,-1 0-1,0 0 1,0 0-1,-1 0 1,1 0-1,0 0 1,-1 0-1,1 1 1,-1-1-1,1 1 1,-1-1-1,0 1 0,1 0 1,-1-1-1,0 1 1,0 0-1,0 0 1,0 0-1,0 1 1,-4-2-1,-2 0 2,1 0 0,-1 0 0,0 1 0,0 0 0,0 1 0,1 0 0,-1 0-1,0 0 1,-11 3 0,14-2-3,0 0 0,1 0 0,-1 1 0,1-1-1,-1 1 1,1 0 0,0 0 0,0 1 0,0-1 0,0 1 0,0 0-1,1 0 1,-1 0 0,1 1 0,0-1 0,-5 7 0,5-4-1,0 0 1,0 0 0,0 0-1,0 1 1,1-1 0,0 1-1,1-1 1,0 1 0,0 0-1,0 0 1,1-1 0,-1 1-1,2 0 1,-1 0 0,1 0-1,0 0 1,4 11 0,-2-9 0,0 0 0,1 0 0,0-1-1,1 1 1,0-1 0,0 0 0,1 0 0,-1-1 0,2 0 0,-1 0 0,1 0 0,8 6 0,-5-6 0,0-1 0,0 0 0,1 0 0,0-1 0,0-1 1,0 0-1,1 0 0,-1-1 0,19 3 0,-12-4 0,0 0 0,1-1 0,-1-2 0,0 1 0,29-6 0,-36 3-1,1 0 0,-1-1-1,0 0 1,0-1 0,0 0 0,-1-1-1,0 0 1,0 0 0,0-1 0,-1-1-1,17-16 1,-19 17-1,0-1 0,-1 1 0,0-1 1,0-1-1,-1 1 0,0-1 0,0 0 0,-1 0 0,0-1 0,-1 1 0,0-1 1,0 0-1,-1 0 0,1-12 0,-2 13 1,-1 1 0,0-1 0,0 0 0,-1 1 0,0-1 0,-1 1 0,0-1 0,-3-8 0,4 15 0,-1-1 0,1 1 0,-1-1 0,1 1 0,-1-1 0,0 1 0,0 0 0,0 0 0,0 0 0,0 0 0,0 0 0,-1 1 0,1-1 0,-1 1 0,1-1 0,-1 1 0,1 0 0,-1 0 0,0 0 0,0 0 0,0 1 0,1-1 0,-1 1 0,0-1 0,0 1 0,-6 1 0,8-2 0,0 1-1,0 0 1,0 0 0,0 0 0,0 0-1,1 0 1,-1 0 0,0 1 0,0-1-1,0 0 1,0 0 0,0 1 0,0-1-1,0 0 1,0 1 0,0-1 0,1 1-1,-1-1 1,0 1 0,0 0-1,1-1 1,-1 1 0,-1 1 0,0 21-9,2-12 8,0-10 1,0 0 0,0 0 0,1 0 0,-1 0 0,0 0 0,0-1 0,1 1 1,-1 0-1,0 0 0,1 0 0,-1 0 0,1 0 0,0 0 0,-1-1 0,1 1 0,-1 0 0,1-1 0,0 1 0,0 0 0,-1-1 0,3 2 0,26 8 4,37-4 5,-57-6-7,9 1 0,0 0 0,0 1 0,1 0-1,26 9 1,-39-10-2,-1 2-1,0-1 1,1 1-1,-1-1 1,0 1-1,-1 1 1,1-1-1,0 1 1,-1 0-1,0 0 1,0 0-1,0 0 1,-1 1-1,1-1 1,-1 1-1,0 0 1,0 0-1,3 8 1,-1 4 2,0 0 0,-1 0 1,3 31-1,-5-32-3,-1-14-2,-1-1-1,0 1 1,1-1 0,0 0 0,-1 1-1,1-1 1,0 0 0,-1 1 0,1-1-1,0 0 1,0 0 0,0 0 0,0 0-1,0 0 1,0 0 0,1 0-1,-1 0 1,0 0 0,0-1 0,1 1-1,-1 0 1,0-1 0,1 1 0,-1-1-1,1 1 1,-1-1 0,1 0-1,-1 0 1,1 1 0,-1-1 0,1 0-1,-1 0 1,3-1 0,1 1-58,0-1 1,-1 1-1,1-1 1,0 0-1,-1 0 1,1-1-1,-1 1 1,1-1-1,5-3 1,-1-1-270,0-1 0,-1 0 1,0-1-1,0 0 0,-1 0 0,0-1 1,0 0-1,-1 0 0,0 0 0,0-1 1,5-13-1,-5 8 404,-1 0 0,7-27 0,-9 27 1330,-1 0 0,1-26 0,-3 38-1168,0 21-217,-3 60-16,1-31 3,4 49 0,-2-94-9,1-1 0,-1 1 1,0 0-1,1-1 0,0 1 1,-1-1-1,1 1 1,0 0-1,0-1 0,0 0 1,0 1-1,0-1 0,0 1 1,0-1-1,0 0 0,1 0 1,-1 0-1,0 0 1,1 0-1,-1 0 0,1 0 1,-1 0-1,1-1 0,0 1 1,-1 0-1,1-1 0,0 1 1,-1-1-1,1 0 1,0 0-1,-1 1 0,1-1 1,0 0-1,0-1 0,-1 1 1,1 0-1,0 0 0,-1-1 1,1 1-1,0-1 1,-1 1-1,1-1 0,1-1 1,17-13-281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8.853"/>
    </inkml:context>
    <inkml:brush xml:id="br0">
      <inkml:brushProperty name="width" value="0.05" units="cm"/>
      <inkml:brushProperty name="height" value="0.05" units="cm"/>
    </inkml:brush>
  </inkml:definitions>
  <inkml:trace contextRef="#ctx0" brushRef="#br0">17 12 32487,'0'0'256,"-17"-12"-296,17 18-2761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39.444"/>
    </inkml:context>
    <inkml:brush xml:id="br0">
      <inkml:brushProperty name="width" value="0.05" units="cm"/>
      <inkml:brushProperty name="height" value="0.05" units="cm"/>
    </inkml:brush>
  </inkml:definitions>
  <inkml:trace contextRef="#ctx0" brushRef="#br0">1 3 32279,'0'0'428,"17"0"-416,24-1-9,23 0-1,103 11 1,-161-10-4,0 1 1,0 1-1,0-1 1,-1 1-1,1 0 1,-1 1-1,7 3 1,-11-5 0,0-1 0,1 1 0,-1 1-1,0-1 1,0 0 0,0 0 0,0 0 0,0 0 0,0 1 0,0-1 0,0 0-1,0 1 1,-1-1 0,1 1 0,-1-1 0,1 1 0,-1-1 0,1 1 0,-1 0-1,0-1 1,0 1 0,0-1 0,0 1 0,0 0 0,0-1 0,0 1 0,0-1-1,-1 1 1,1-1 0,-1 1 0,0 2 0,-4 5 1,0 0-1,0-1 1,-1 1-1,0-1 1,0 0 0,-1 0-1,0-1 1,-14 11-1,-25 30 3,36-36-3,7-9 0,0 0 0,1 0 0,-1 1 0,1-1 0,0 0 0,-1 1 0,2 0 0,-1-1 0,0 1 0,1 0 0,-1 0 0,1 0 0,0 0 0,1 0 0,-1 5 0,3-8 0,0 0 0,0-1 0,1 1 0,-1 0 0,0-1 0,0 0 0,1 1 0,-1-1 0,0 0 0,5-1 0,-3 1 1,9 3 0,0 0-1,0 0 1,0 1 0,-1 1-1,0 0 1,0 1-1,0 0 1,-1 1-1,1 0 1,-2 1-1,1 0 1,12 13-1,-15-13 1,-1-1-1,0 1 0,0 1 0,-1-1 0,0 1 0,-1 0 0,0 1 0,0-1 0,-1 1 0,0 0 0,-1 0 0,0 0 0,-1 0 0,0 1 0,0-1 0,0 12 0,-2-9 3,0-9-3,1 0 0,-1 0 0,0 0 1,0 0-1,0 0 0,0 0 0,-1 0 0,0 0 1,0 0-1,0-1 0,0 1 0,0 0 1,-1-1-1,0 1 0,0-1 0,0 1 0,0-1 1,0 0-1,-3 4 0,-8 3 0,0 0 0,-1-1 0,0-1 0,0 0 0,-1-1 0,0 0 0,0-1 0,-19 5 0,-2-2 0,1-2-1,-57 5 1,83-11-2,6-1 1,0 1 0,-1-1 0,1 0 0,0 0-1,0 0 1,-1 0 0,1-1 0,0 1 0,-4-2 0,6 1-1,-1 0 0,1 0 0,0 0 1,0 0-1,0 0 0,0 0 0,0-1 1,0 1-1,0 0 0,0 0 0,1-1 1,-1 1-1,0-1 0,1 1 1,-1-1-1,1 1 0,0-1 0,-1 1 1,1-1-1,0 1 0,0-1 0,0 1 1,0-3-1,-1-11-144,2-1 0,-1 1 1,2 0-1,0 0 0,0 0 1,7-19-1,18-31-2995</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40.160"/>
    </inkml:context>
    <inkml:brush xml:id="br0">
      <inkml:brushProperty name="width" value="0.05" units="cm"/>
      <inkml:brushProperty name="height" value="0.05" units="cm"/>
    </inkml:brush>
  </inkml:definitions>
  <inkml:trace contextRef="#ctx0" brushRef="#br0">186 162 25958,'0'0'6684,"-5"8"-6663,9-7-20,1 0-1,-1 0 1,0-1 0,1 0 0,-1 0-1,0 0 1,1 0 0,-1-1-1,0 1 1,1-1 0,-1 0 0,0 0-1,0-1 1,0 0 0,0 1-1,0-1 1,0 0 0,0-1-1,-1 1 1,1-1 0,-1 0 0,0 1-1,0-1 1,0-1 0,0 1-1,0 0 1,-1-1 0,1 0 0,-1 1-1,0-1 1,0 0 0,0 0-1,-1 0 1,1 0 0,-1 0 0,0-1-1,0 1 1,-1 0 0,1-1-1,-1 1 1,0 0 0,0-1 0,-1 1-1,0-5 1,0 8-1,0-1 0,1 0 0,-1 1 0,-1 0 0,1-1 0,0 1 0,0-1 0,0 1 0,-1 0 0,1 0 0,-1 0 0,1 0 0,-1 0 0,1 0 0,-1 0 0,1 0 0,-1 1 0,0-1 0,0 1 0,1-1 0,-1 1 0,0 0 0,-3-1 0,-46-2 0,47 3 0,-5 0 0,1 1 0,-1 0 0,1 0 0,-1 1 0,1 0 0,0 0 0,0 1 0,0 0 0,0 0 0,1 1 0,-1 0 0,1 0 0,0 1 0,0 0 0,0 1 0,1-1 0,-9 11 0,8-8 1,0 1 0,0 0-1,1 1 1,1 0-1,0 0 1,0 0 0,1 0-1,0 0 1,1 1 0,0 0-1,0 0 1,2 0 0,-2 13-1,2-11 2,0 1 0,2 0-1,1 18 1,-1-27-2,0 0 1,1 0-1,-1 0 1,1 0-1,0 0 1,0-1-1,0 1 1,1-1 0,0 0-1,-1 0 1,2 0-1,5 7 1,0-3 0,0-1 0,1 0 0,-1-1 0,1 0 0,0-1 0,1 1 0,-1-2 0,1 0 0,0 0 0,0-1 0,1 0 0,14 1 0,6-1 1,1-1 1,-1-1 0,39-4 0,-45-1-3,0 0 0,0-1 0,0-2 1,-1 0-1,42-20 0,-23 6 0,-1-2 0,47-34 0,-74 46 0,-1 0 0,0-1 0,-1-1 0,16-19 0,-24 26 0,-1-1 0,0-1 0,0 1 0,-1-1 0,1 0 0,-2 0 0,1 0 0,-1-1 0,0 1 0,-1-1 0,2-11 0,-3 13 0,0 0 0,-1 0 0,0 0 0,0 0 0,0 0 1,-1 0-1,0 0 0,-4-14 0,4 19 0,0-1 0,-1 1 1,1-1-1,-1 1 0,0 0 1,1-1-1,-1 1 0,0 0 0,0 0 1,-1 1-1,1-1 0,0 0 1,-1 1-1,1-1 0,-1 1 0,1 0 1,-1 0-1,0 0 0,1 0 1,-1 0-1,0 0 0,0 1 0,0 0 1,-4-1-1,3 1 0,0-1 0,0 1 0,0 0 0,1 0-1,-1 0 1,0 0 0,0 1 0,0 0 0,1 0 0,-1 0 0,0 0 0,1 0 0,-1 1-1,-6 3 1,7-2 0,1-1 0,-1 0-1,1 1 1,0 0 0,0 0-1,0-1 1,0 1 0,1 0-1,-1 0 1,1 1-1,0-1 1,-1 0 0,1 0-1,1 1 1,-1-1 0,0 1-1,1 5 1,-2 6 0,2-1 0,-1 1 0,4 20 0,-3-29 0,2 0 0,-1 0 0,1 0 0,-1-1 0,1 1 0,1 0 0,-1-1 0,1 1 0,0-1 0,8 9 0,15 15 1,2-2 0,1-1 0,35 24 1,-25-20-1,44 43 1,-80-71-2,-1 1 0,0-1 0,0 1 0,0-1 0,0 1 0,-1 0 0,1 0 0,-1 0 0,1 0 0,-1 0 0,0 0 0,0 0 0,-1 0 0,2 5 0,-2-6 0,-1 0 0,1 0 0,0 1 0,-1-1 0,1 0 0,-1 0 0,1 0 0,-1 1 0,0-1 0,0 0 0,0 0 0,0 0 0,-1 0 0,1-1 0,0 1 0,-1 0 0,1 0 0,-1-1 0,0 1 0,1-1 0,-1 0 0,0 1 0,-3 0 0,-18 12 0,-1-2-1,-1-1 1,-41 13 0,33-13-3,-79 25-58,1-7-170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56.004"/>
    </inkml:context>
    <inkml:brush xml:id="br0">
      <inkml:brushProperty name="width" value="0.05" units="cm"/>
      <inkml:brushProperty name="height" value="0.05" units="cm"/>
    </inkml:brush>
  </inkml:definitions>
  <inkml:trace contextRef="#ctx0" brushRef="#br0">0 51 31783,'0'0'873,"0"-9"-830,0-24-24,0 24-10,1 22-2,4 14-10,33 173 9,-27-154-16,2-1-1,25 59 1,-37-102-87,-1 0 0,1 1-1,0-1 1,0 0 0,0 0 0,0 0 0,1 0 0,-1 0 0,1 0 0,-1 0 0,1 0 0,-1 0 0,1-1 0,0 1 0,0-1-1,0 1 1,0-1 0,0 0 0,0 0 0,0 0 0,1 0 0,-1 0 0,4 1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56.243"/>
    </inkml:context>
    <inkml:brush xml:id="br0">
      <inkml:brushProperty name="width" value="0.05" units="cm"/>
      <inkml:brushProperty name="height" value="0.05" units="cm"/>
    </inkml:brush>
  </inkml:definitions>
  <inkml:trace contextRef="#ctx0" brushRef="#br0">1 119 32039,'0'0'600,"129"-29"-592,-63 11 0,4-3-8,-4 0 8,-7 3-8,-16 6-16,-13 12-48,-17 0-184,-13 6-984</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57.025"/>
    </inkml:context>
    <inkml:brush xml:id="br0">
      <inkml:brushProperty name="width" value="0.05" units="cm"/>
      <inkml:brushProperty name="height" value="0.05" units="cm"/>
    </inkml:brush>
  </inkml:definitions>
  <inkml:trace contextRef="#ctx0" brushRef="#br0">0 263 25317,'0'0'7174,"29"-4"-7147,3 0-22,146-26 15,61-20-12,-229 49-9,-26 26 15,-1-7-9,1 1 0,0 1-1,-16 27 1,28-40-5,0 0-1,1 0 1,0 1-1,0-1 1,0 1-1,1 0 1,0 0-1,1 0 1,-1 0 0,2 0-1,-1 0 1,1 0-1,0 0 1,2 11-1,-1-17 1,0 0 1,0 0-1,0 0 0,0 0 0,0 0 0,1-1 0,-1 1 0,0 0 0,1-1 0,-1 1 1,1-1-1,0 1 0,-1-1 0,1 0 0,0 0 0,0 0 0,0 0 0,0 0 1,0 0-1,0 0 0,0-1 0,0 1 0,0-1 0,1 1 0,-1-1 0,2 0 0,12 2 6,0-1-1,24-1 0,-25 0-2,-3 0-2,0 0 1,0-1 0,0-1 0,0 0 0,22-6-1,-31 7 0,0 0-1,0 0 1,0-1-1,0 1 1,0-1-1,-1 1 1,1-1-1,-1 0 0,1 0 1,-1 0-1,0-1 1,0 1-1,0 0 1,0-1-1,0 1 1,0-1-1,-1 0 1,1 0-1,-1 1 1,0-1-1,1 0 0,-1 0 1,-1 0-1,1 0 1,0-1-1,-1 1 1,0 0-1,0-4 1,1-8 0,-1 10-1,1-1-1,-1 1 1,0 0-1,0 0 1,-1 0-1,0 0 1,1 0-1,-2 0 1,1 0-1,0 1 1,-1-1-1,0 0 1,0 1-1,-1-1 0,-3-6 1,-3 2-1,1 0-1,-2 0 1,1 1 0,-1 0-1,-13-8 1,22 16 1,0-1-1,0 0 1,0 1 0,0-1-1,0 0 1,1 0 0,-1 0-1,0 0 1,1 1 0,-1-1-1,0 0 1,1 0 0,-1 0-1,1 0 1,0 0 0,-1 0-1,1 0 1,0-1 0,0 1 0,-1 0-1,1 0 1,0 0 0,0 0-1,0 0 1,0 0 0,0 0-1,1 0 1,-1-1 0,0 1-1,0 0 1,1 0 0,-1 0-1,1 0 1,-1 0 0,1 0-1,-1 0 1,1 0 0,0 1-1,-1-1 1,2-2 0,5-5-6,0 1 1,0-1-1,14-10 0,-8 7 1,5-6-7,-10 10 3,0 0-1,-1 0 0,10-13 0,-15 16 9,0 0-1,0 1 1,0-1-1,0 0 0,-1 0 1,1 0-1,-1 0 1,0 0-1,-1-1 1,1 1-1,-1 0 0,1-6 1,-2 9 0,1 1 0,-1-1 1,1 0-1,-1 0 0,1 0 1,-1 1-1,0-1 0,1 0 0,-1 1 1,0-1-1,0 1 0,1-1 0,-1 1 1,0-1-1,0 1 0,0-1 1,0 1-1,0 0 0,0-1 0,1 1 1,-1 0-1,0 0 0,0 0 0,0 0 1,0 0-1,0 0 0,0 0 0,-1 0 1,-39 0-19,31 0 12,2 0 3,2 0 4,1 0 0,-1 0 0,1 0 0,-1 1 0,1 0 0,-1 0 0,-7 2 1,12-2 0,-1 0 0,1 0 1,0 0-1,-1 0 1,1 0-1,0 0 0,0 1 1,0-1-1,0 0 1,0 0-1,0 1 0,0-1 1,1 1-1,-1-1 1,0 1-1,1-1 1,-1 1-1,1-1 0,0 1 1,-1-1-1,1 1 1,0 0-1,0-1 0,0 1 1,0-1-1,0 1 1,1 0-1,-1-1 1,1 4-1,0-3 0,0 0 1,-1 0 0,1 0-1,0 0 1,1 0-1,-1 0 1,0 0-1,0 0 1,1 0-1,-1 0 1,1-1-1,0 1 1,0-1 0,-1 1-1,4 1 1,37 21 21,-22-13-10,-2 1-9,0 1 1,0 1-1,-1 0 0,21 24 0,-32-31-12,0 0-1,0 0 1,-1 1 0,0-1 0,0 1-1,-1 1 1,0-1 0,0 0 0,-1 1 0,0 0-1,-1 0 1,0 0 0,2 13 0,-4 38-778,0-41-363</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57.888"/>
    </inkml:context>
    <inkml:brush xml:id="br0">
      <inkml:brushProperty name="width" value="0.05" units="cm"/>
      <inkml:brushProperty name="height" value="0.05" units="cm"/>
    </inkml:brush>
  </inkml:definitions>
  <inkml:trace contextRef="#ctx0" brushRef="#br0">1 224 31535,'0'0'888,"5"8"-879,-1-4-6,-1 0 0,0 1 0,0-1-1,-1 1 1,0 0 0,0 0 0,0 0-1,0 0 1,-1 1 0,1-1 0,-1 0-1,-1 0 1,1 11 0,-2-6 3,0 12-11,2-19-11,1-14-13,3-2 25,0-1-1,1 1 1,0 0-1,1 1 1,0 0 0,1 0-1,1 0 1,0 1-1,20-20 1,-27 29 4,1 0-1,-1 1 1,1-1-1,0 0 1,-1 1 0,1-1-1,0 1 1,0 0 0,0 0-1,0 0 1,0 0 0,0 1-1,0-1 1,0 1-1,0 0 1,0 0 0,0 0-1,0 0 1,0 0 0,0 1-1,0-1 1,0 1 0,0 0-1,0 0 1,0 0-1,0 0 1,0 1 0,-1-1-1,1 1 1,0-1 0,-1 1-1,0 0 1,1 0 0,-1 0-1,0 1 1,0-1-1,0 0 1,0 1 0,0-1-1,-1 1 1,1 0 0,-1 0-1,2 3 1,-1 5 5,1-1 0,-2 1 0,1 0 0,-2 0 0,0 17-1,0-16 0,0-11 12,1-1-13,-1 0-1,1 1 1,-1-1-1,1-1 1,0 1-1,-1 0 1,1 0-1,-1 0 1,1 0-1,0 0 1,-1 0-1,1-1 1,-1 1-1,1 0 1,-1 0-1,1-1 1,-1 1-1,1 0 1,-1-1-1,1 1 1,-1-1-1,0 1 1,1-1-1,33-66 1,-28 51-5,2 1 1,0 0-1,0 0 1,13-16-1,-20 30 2,-1 0-1,1 0 1,0 0 0,0 0 0,-1 0 0,1 0-1,0 0 1,0 0 0,0 0 0,0 1-1,0-1 1,0 0 0,0 1 0,0-1 0,0 1-1,1-1 1,-1 1 0,0 0 0,0-1-1,0 1 1,1 0 0,-1 0 0,0 0 0,0 0-1,0 0 1,1 0 0,-1 0 0,0 0-1,0 0 1,1 1 0,-1-1 0,0 0 0,0 1-1,0-1 1,0 1 0,2 0 0,1 3-2,1 0 0,-1 1 0,0-1 0,0 1 0,0 0 0,4 6 0,13 16-1,-17-24 5,1 0 0,-1 0 0,1-1 0,-1 1 0,1-1 0,0 0 0,0 0 0,0-1 0,0 1 1,1-1-1,-1 0 0,0 0 0,1-1 0,-1 0 0,0 0 0,0 0 0,10-2 0,-12 1 0,1 1-1,-1-1 0,1-1 1,-1 1-1,0 0 0,1-1 1,-1 0-1,0 1 0,0-1 1,0 0-1,0-1 0,-1 1 0,1 0 1,-1-1-1,1 0 0,-1 1 1,0-1-1,0 0 0,0 0 1,0-1-1,-1 1 0,1 0 1,-1 0-1,0-1 0,0 1 1,1-7-1,0-6-5,-1 0 0,-1 0 0,-1 0 0,0-1 0,-1 1 0,0 0 0,-9-27 0,10 39 1,1 4-10,3 1 12,1 1-1,-1-1 1,0 1 0,1 0 0,-1 0-1,0 0 1,0 0 0,0 1-1,-1-1 1,1 1 0,3 4 0,1 1 0,117 105 25,-122-111-27,-1 1 1,0-1-1,0 1 1,0-1-1,0 1 1,0-1-1,-1 1 1,1-1-1,-1 1 1,0 0-1,0-1 1,0 1-1,0 0 1,0-1-1,0 1 1,-1-1-1,1 1 1,-1 0-1,0-1 1,0 1-1,0-1 1,0 0-1,0 1 1,-3 3-1,-11 10-349,-2 0 0,-21 17 0,-1-3-2586</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58.381"/>
    </inkml:context>
    <inkml:brush xml:id="br0">
      <inkml:brushProperty name="width" value="0.05" units="cm"/>
      <inkml:brushProperty name="height" value="0.05" units="cm"/>
    </inkml:brush>
  </inkml:definitions>
  <inkml:trace contextRef="#ctx0" brushRef="#br0">264 1 31839,'0'0'668,"-28"7"-648,-90 24-3,112-29-13,0 0 0,0 0 0,0 0-1,1 0 1,-1 1 0,1 0 0,-1 0 0,1 1-1,0 0 1,0 0 0,0 0 0,1 0 0,-1 1-1,1-1 1,0 1 0,1 0 0,-1 0 0,1 1-1,-5 8 1,6-9-2,-1 0 0,1 0 0,0 0 0,1 0-1,-1 0 1,1 0 0,0 0 0,0 1 0,0-1-1,1 0 1,0 1 0,0-1 0,0 1 0,2 7-1,-1-10 0,0 0-1,0 1 0,1-1 1,-1 0-1,1 0 0,0 0 1,-1 0-1,1-1 0,1 1 1,-1 0-1,0-1 0,1 1 1,-1-1-1,1 0 0,0 0 1,-1 0-1,1 0 0,0 0 1,0-1-1,1 0 0,-1 1 1,6 1-1,14 1-2,0 0 0,-1-1 0,2-2 0,-1 0 0,0-1 0,0-2 0,0 0 0,0-1 0,0-2 0,-1 0 0,33-12 0,-34 7-113,-1 0 1,0-1-1,-1-1 1,0-1-1,-1 0 1,0-2-1,-1 0 1,19-22-1,6-11-1527</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58.762"/>
    </inkml:context>
    <inkml:brush xml:id="br0">
      <inkml:brushProperty name="width" value="0.05" units="cm"/>
      <inkml:brushProperty name="height" value="0.05" units="cm"/>
    </inkml:brush>
  </inkml:definitions>
  <inkml:trace contextRef="#ctx0" brushRef="#br0">25 10 30607,'0'0'1921,"-4"-3"-1909,-9-3-14,6 12-3,7-2 5,0 0-1,-1 0 0,1 0 1,1 0-1,-1 0 1,1 0-1,1 7 0,37 127 17,-23-87-10,-3 0-1,8 55 0,-21-103-3,0-3-2,0 1 0,0-1 0,0 1 1,0-1-1,0 1 0,0-1 0,0 1 0,0-1 1,0 1-1,0-1 0,1 1 0,-1-1 1,0 1-1,0-1 0,0 1 0,1-1 1,-1 1-1,0-1 0,1 0 0,-1 1 0,0-1 1,1 0-1,-1 1 0,0-1 0,1 0 1,-1 1-1,1-1 0,0 0 0,0-27 4,1-2-7,1-1-1,2 1 0,9-36 1,-12 57 3,1-1 0,-1 1 0,2 0 0,-1 0 0,1 0 0,0 0 0,1 1 0,0 0 0,0 0 1,0 0-1,1 0 0,0 1 0,1 0 0,-1 0 0,12-7 0,-15 11-1,1 1-1,-1 0 1,0-1-1,1 1 1,-1 0-1,1 1 1,-1-1-1,1 1 1,-1-1 0,1 1-1,-1 0 1,6 1-1,-7-1 1,0 1-1,0-1 0,0 1 1,0-1-1,0 1 0,0 0 1,0-1-1,0 1 1,0 0-1,-1 0 0,1 1 1,0-1-1,-1 0 0,1 1 1,0-1-1,-1 0 0,0 1 1,1 0-1,-1-1 1,0 1-1,2 2 0,3 12-73,0 1-1,-1 0 1,0 0-1,-1 0 1,-1 0-1,-1 0 1,0 23-1,-2-27-1345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59.208"/>
    </inkml:context>
    <inkml:brush xml:id="br0">
      <inkml:brushProperty name="width" value="0.05" units="cm"/>
      <inkml:brushProperty name="height" value="0.05" units="cm"/>
    </inkml:brush>
  </inkml:definitions>
  <inkml:trace contextRef="#ctx0" brushRef="#br0">159 1 32039,'0'0'549,"-18"6"-533,-58 21-13,72-25-3,0 0 1,1-1-1,-1 1 1,0 1-1,1-1 0,-1 1 1,1-1-1,0 1 1,0 0-1,0 0 1,0 0-1,1 1 0,-1-1 1,1 1-1,0-1 1,0 1-1,-2 5 0,1-2 2,1 1-1,1 0 0,0 0 0,0 0 0,0 0 1,2 10-1,-1-12-1,0-5 0,0 0 1,0 0-1,0 0 0,0 0 0,0 0 1,1 0-1,-1 0 0,0 0 0,1 0 1,-1 0-1,1 0 0,-1 0 0,1 0 1,0 0-1,-1 0 0,1 0 1,0 0-1,-1 0 0,1-1 0,0 1 1,0 0-1,0-1 0,0 1 0,0-1 1,1 1-1,1 1 1,0-1-1,1 0 1,-1 0-1,0 0 1,1-1-1,-1 1 1,1-1-1,4 0 1,0 0 0,-1-1-1,1 1 1,0-1 0,0-1 0,-1 0 0,15-5-1,-15 3 1,0 0-1,0-1 1,0 0-1,-1 0 1,1 0 0,-1-1-1,6-7 1,-9 10-1,0-1 0,-1 0 0,1 0 0,0 0 0,-1 0 1,0 0-1,0-1 0,-1 1 0,1-1 0,-1 1 0,0-1 1,0 0-1,1-8 0,-2 13 0,0-1 0,0 1-1,0 0 1,0 0 0,0-1 0,0 1 0,0 0 0,0 0-1,0-1 1,0 1 0,0 0 0,0 0 0,1-1 0,-1 1-1,0 0 1,0 0 0,0 0 0,0-1 0,1 1-1,-1 0 1,0 0 0,0 0 0,0-1 0,1 1 0,-1 0-1,0 0 1,0 0 0,1 0 0,-1 0 0,0 0-1,0 0 1,1 0 0,-1-1 0,0 1 0,1 0 0,-1 0-1,0 0 1,0 0 0,1 0 0,-1 0 0,0 1 0,0-1-1,1 0 1,-1 0 0,0 0 0,0 0 0,1 0-1,-1 0 1,0 0 0,0 0 0,1 1 0,-1-1 0,0 0-1,0 0 1,0 0 0,1 1 0,-1-1 0,12 9-13,-2 3 8,-2-3 8,1 1 0,17 14 0,-23-21-8,0-1 0,0 0 0,0 0 0,1 0 0,-1 0 1,1-1-1,-1 1 0,1-1 0,-1 0 0,1 0 0,0 0 0,0-1 0,6 1 0,10-1-259,-3 0-560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8:59.607"/>
    </inkml:context>
    <inkml:brush xml:id="br0">
      <inkml:brushProperty name="width" value="0.05" units="cm"/>
      <inkml:brushProperty name="height" value="0.05" units="cm"/>
    </inkml:brush>
  </inkml:definitions>
  <inkml:trace contextRef="#ctx0" brushRef="#br0">0 106 32231,'0'0'331,"8"10"-313,-5-6-18,40 57 8,-39-54-8,-1-1 0,1 1 0,-2 0 1,1 0-1,0 0 0,-1 1 0,-1-1 0,1 0 0,0 12 1,-2-18-15,0-15 2,-1-6 11,1-1 0,1 0-1,1 1 1,1-1 0,1 1-1,1 0 1,0 0 0,16-37-1,-20 55 3,0 0-1,0 0 1,0 0-1,1 0 1,-1 0-1,0 0 1,1 0-1,0 1 1,-1-1-1,1 0 1,0 1-1,0 0 1,2-2-1,-3 2 0,0 1 0,1-1-1,-1 1 1,0 0 0,0-1-1,1 1 1,-1 0-1,0 0 1,0 0 0,1 0-1,-1 0 1,0 0 0,0 0-1,1 1 1,-1-1 0,0 0-1,0 1 1,2 0-1,0 1 1,1 0-1,-1 1 1,1-1-1,-1 1 0,0 0 1,0 0-1,0 0 0,0 0 1,-1 0-1,1 1 1,-1-1-1,2 6 0,3 2-87,-2 1 0,1 0 0,-1 1 0,-1-1 0,-1 1 0,1 0 0,-2 0 0,0 0 0,1 19 0,-3-25-2042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0.531"/>
    </inkml:context>
    <inkml:brush xml:id="br0">
      <inkml:brushProperty name="width" value="0.05" units="cm"/>
      <inkml:brushProperty name="height" value="0.05" units="cm"/>
    </inkml:brush>
  </inkml:definitions>
  <inkml:trace contextRef="#ctx0" brushRef="#br0">1 702 31959,'0'0'580,"5"7"-541,0-2-38,0 0 0,-1 1 1,0 0-1,0 0 0,-1 1 1,1-1-1,-1 1 0,-1-1 1,1 1-1,-1 0 0,-1 0 1,1 0-1,-1 0 0,1 9 1,-3-1-2,1-18-14,2-23-12,2 9 17,1 1 1,0 0 0,1 0 0,8-15 0,-10 23 7,0 0 1,0 0-1,1 1 0,0 0 1,1 0-1,0 0 1,0 1-1,0 0 1,11-9-1,-15 14 1,0-1 0,0 1 0,0-1 0,0 1 0,0 0 0,0 0 1,0 0-1,1 0 0,-1 0 0,0 1 0,1-1 0,-1 1 0,0-1 0,1 1 0,-1 0 0,1 0 0,-1 0 0,0 0 0,1 0 1,-1 1-1,0-1 0,1 1 0,-1-1 0,0 1 0,1 0 0,-1 0 0,0 0 0,0 0 0,3 3 0,1 1 2,-1 2 0,1-1 0,-1 1 0,-1-1 0,0 1 0,1 0 0,2 9 0,-4-8 0,1-1 0,0 0 0,1 0 0,-1 0 0,10 9 1,-12-15-3,-1 1 1,1-1 0,0-1 0,0 1 0,1 0-1,-1 0 1,0-1 0,0 1 0,0-1 0,0 0-1,0 0 1,1 0 0,-1 0 0,0 0-1,0 0 1,0 0 0,0-1 0,1 1 0,-1-1-1,0 1 1,0-1 0,0 0 0,0 0 0,0 0-1,0 0 1,-1 0 0,1-1 0,2 0 0,7-6-1,-1 0 1,0 0-1,11-12 1,-7 6 0,0-1 0,14-20 0,-25 30-1,0 0 1,0 0-1,0-1 1,0 1 0,-1-1-1,0 1 1,0-1-1,-1 0 1,1 0-1,-1 0 1,0-10-1,-1 8 2,1 5-2,-1-1 1,0 0 0,0 1 0,0-1 0,-1 1 0,1-1 0,-1 1 0,0-1 0,-2-5 0,2 8-1,-1 0 0,1-1 0,0 1 1,-1 0-1,0 0 0,1 0 1,-1 0-1,0 0 0,0 0 0,1 0 1,-1 1-1,0-1 0,0 0 1,0 1-1,0 0 0,0-1 0,0 1 1,0 0-1,-3 0 0,1 0 1,-1-1-1,0 1 1,1 0-1,-1 0 1,0 0-1,1 1 1,-1-1-1,-5 3 1,8-3-1,1 1 0,-1 0 0,1 0 0,0 0 0,-1 0 0,1 1 0,0-1 0,0 0 1,0 0-1,0 1 0,0-1 0,0 1 0,0-1 0,0 1 0,0-1 0,1 1 0,-1 0 0,0-1 0,1 1 1,0 0-1,-1-1 0,1 1 0,0 3 0,-2 7 2,1 1-1,0-1 1,0 1-1,4 23 1,-3-34-2,0 1 1,1 0-1,-1-1 0,1 1 0,0-1 1,-1 1-1,1-1 0,1 0 0,-1 1 1,0-1-1,0 0 0,1 0 0,-1 0 1,1 0-1,0 0 0,0 0 1,0 0-1,-1 0 0,2-1 0,-1 1 1,0-1-1,0 0 0,0 1 0,1-1 1,-1 0-1,1 0 0,-1-1 0,1 1 1,4 0-1,-1 0 1,0 0 0,0-1 1,1 0-1,-1-1 0,0 1 0,1-1 0,-1 0 1,0-1-1,0 1 0,0-1 0,0 0 0,0-1 0,-1 0 1,8-4-1,-5 2-3,-1-1 1,1 0-1,-1-1 0,-1 0 1,1 0-1,-1 0 0,0 0 1,8-16-1,-5 5-4,0-1 1,0-1 0,-2 0-1,-1 0 1,0 0 0,-1-1-1,-2 0 1,2-21 0,-4-165 3,-1 199 2,0-6 11,0 0-1,-1 0 1,-1 0-1,-1 0 1,0 0-1,0 0 1,-11-23-1,4 24 24,10 12-34,0 1 1,0 0-1,0 0 1,-1 0-1,1 0 1,0 0-1,0 0 1,-1-1 0,1 1-1,0 0 1,0 0-1,-1 0 1,1 0-1,0 0 1,0 0-1,-1 0 1,1 0-1,0 0 1,0 0 0,-1 0-1,1 0 1,0 0-1,0 1 1,-1-1-1,1 0 1,0 0-1,0 0 1,0 0 0,-1 0-1,1 0 1,0 1-1,0-1 1,0 0-1,-1 0 1,1 0-1,0 0 1,0 1-1,0-1 1,-3 8-1,0 0-1,1 0 1,0 1-1,1-1 1,0 1-1,0-1 1,0 1-1,1-1 1,2 13-1,-1-1 2,-1-1-1,-1 4 0,1-1 0,1 0 0,1 0 0,8 33-1,-8-47 2,1-2-1,-1 1 1,1 0-1,1 0 0,-1-1 1,1 0-1,0 0 1,1 0-1,-1 0 0,1 0 1,0-1-1,1 0 1,-1 0-1,1-1 0,0 1 1,0-1-1,13 6 1,-7-6-10,1 0 1,0 0-1,-1-1 0,1 0 1,1-1-1,-1-1 1,0 0-1,0-1 1,1-1-1,-1 0 0,0 0 1,0-1-1,18-6 1,2-5-503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3.914"/>
    </inkml:context>
    <inkml:brush xml:id="br0">
      <inkml:brushProperty name="width" value="0.05" units="cm"/>
      <inkml:brushProperty name="height" value="0.05" units="cm"/>
    </inkml:brush>
  </inkml:definitions>
  <inkml:trace contextRef="#ctx0" brushRef="#br0">493 36 32111,'0'0'577,"-13"-5"-563,-38-17-5,44 20-8,1 0 0,0 1 0,-1-1 1,0 1-1,1 1 0,-1-1 0,1 1 0,-1 0 0,0 1 0,1-1 1,-1 1-1,1 1 0,-9 2 0,-1 1-1,0 2 1,0-1-1,1 2 1,0 0-1,-21 16 0,-66 57 5,88-69-5,1 1 0,0 0 1,0 1-1,-15 23 0,23-30 0,1 0 0,0 1 0,1-1 0,0 1 0,0 0 0,0 0 0,1 0 0,0 0 0,1 1 0,0-1 0,0 0 0,1 14 0,1-19 0,-1 0 0,1 0 0,0 0 0,0 0 0,0 0 0,0 0 0,0-1 0,1 1 0,-1 0 0,1-1 0,0 0 0,0 1 0,0-1 0,0 0 0,0 0 0,0 0 0,0 0 0,1 0 0,-1 0 0,1-1 0,-1 1 0,1-1 0,0 0 0,0 0 0,0 0 0,-1 0 0,1 0 0,4 0 0,11 3 0,1-1-1,-1-1 1,28 0 0,0-1-32,0-3 1,0-1 0,-1-2 0,88-22 0,-38-2-380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4.727"/>
    </inkml:context>
    <inkml:brush xml:id="br0">
      <inkml:brushProperty name="width" value="0.05" units="cm"/>
      <inkml:brushProperty name="height" value="0.05" units="cm"/>
    </inkml:brush>
  </inkml:definitions>
  <inkml:trace contextRef="#ctx0" brushRef="#br0">303 176 32103,'0'0'592,"-9"-10"-584,2 2-6,6 5-2,-1 0 1,-1 0-1,1 0 0,0 0 1,-1 1-1,1-1 0,-1 1 1,0-1-1,0 1 0,0 0 1,0 0-1,0 1 0,0-1 1,-1 1-1,1-1 0,0 1 1,-1 0-1,1 0 0,-1 1 1,1-1-1,-5 0 0,-4 2 1,0 1-1,0 0 0,0 1 1,0 0-1,0 0 0,1 1 1,-1 1-1,1 0 0,1 1 0,-1 0 1,1 0-1,0 1 0,0 0 1,0 1-1,1 0 0,-15 18 1,22-23-2,0 0 1,0 0 0,0 0-1,1 0 1,-1 1-1,1-1 1,-1 0 0,1 1-1,0-1 1,0 1 0,1-1-1,-1 1 1,1-1-1,0 1 1,0 0 0,0-1-1,0 1 1,1 4-1,0-5 2,0-1-1,0 1 0,0-1 0,0 1 0,1-1 0,-1 1 0,1-1 0,0 0 0,-1 0 0,1 0 0,0 0 0,0 0 0,0 0 0,0 0 0,1-1 0,-1 1 0,0-1 0,1 0 0,-1 1 0,1-1 0,0 0 0,-1-1 0,6 2 0,9 1-2,1-1-1,-1-1 1,0 0 0,1-1 0,-1-1-1,0-1 1,1 0 0,-1-2 0,0 0-1,0 0 1,-1-2 0,0 0 0,0-1-1,0 0 1,-1-1 0,0-1-1,0-1 1,-1 0 0,24-22 0,-35 29 2,0-1 0,0 0-1,-1 0 1,1 0 0,-1 0 0,0 0 0,0 0 0,0-1 0,0 1 0,-1-1 0,0 1 0,0-1 0,0 0 0,-1 1 0,1-1-1,-1 0 1,0 0 0,-1-8 0,1 12 0,-1 0 1,1 0 1,0 0-1,-1 0 0,1 0 0,0 1 0,-1-1 1,0 0-1,1 0 0,-1 0 0,1 1 0,-1-1 0,0 0 1,1 1-1,-1-1 0,0 1 0,0-1 0,0 1 0,1-1 1,-1 1-1,0-1 0,0 1 0,0 0 0,0 0 0,0-1 1,0 1-1,0 0 0,1 0 0,-1 0 0,0 0 0,0 0 1,0 0-1,-2 0 0,2 10 0,2-6 0,-1 0-1,1 0 0,0-1 0,0 1 1,0 0-1,0 0 0,1-1 0,0 1 1,-1-1-1,1 1 0,1-1 0,-1 0 1,0 0-1,1 0 0,-1 0 0,1 0 1,0 0-1,0-1 0,0 0 0,1 1 0,-1-1 1,0 0-1,1 0 0,-1-1 0,1 1 1,0-1-1,4 1 0,7 3 0,0-1 0,0 0 0,0-2 0,1 0 0,27 1 0,-29-4 0,0 0 0,0 0 0,0-1 0,0-1 0,-1 0 0,23-8 1,-29 8-2,0-1 1,0 1-1,0-1 1,-1 0-1,1 0 0,-1-1 1,0 0-1,0 0 1,0 0-1,-1-1 1,0 0-1,0 0 1,6-11-1,-8 13 1,-1 0-1,-1 0 0,1 0 1,-1 0-1,1 0 0,-1-1 1,0 1-1,-1 0 0,1-1 1,-1 1-1,0-1 0,0 1 1,0-1-1,-1 1 0,1 0 1,-1-1-1,-2-5 0,2 7 1,0 0 0,-1 1 0,1-1 0,-1 0-1,1 1 1,-1-1 0,0 1 0,0-1 0,0 1-1,-1 0 1,1 0 0,0 0 0,-1 0 0,1 0-1,-1 1 1,0-1 0,1 1 0,-1-1-1,0 1 1,0 0 0,0 0 0,0 1 0,0-1-1,0 0 1,-4 1 0,4 0 1,-16 0-9,18 0 7,1 0 1,-1 1-1,1-1 1,-1 0-1,1 0 1,-1 1-1,1-1 1,0 0-1,-1 1 1,1-1 0,0 1-1,-1-1 1,1 0-1,0 1 1,0-1-1,-1 1 1,1-1-1,0 1 1,0-1-1,0 1 1,0-1-1,0 1 1,-1-1 0,1 1-1,0-1 1,0 1-1,0-1 1,0 1-1,0-1 1,1 1-1,-1-1 1,0 2-1,0-1 1,1 1 0,-1 0 0,1-1 0,0 1 0,-1 0 0,1-1 0,0 1 0,0-1-1,0 1 1,0-1 0,0 0 0,1 1 0,-1-1 0,0 0 0,0 0 0,1 0 0,1 1 0,31 16 0,-21-12 0,48 23 4,88 28 0,-145-56-4,1 1 0,0 0 0,-1 1 0,0-1 0,1 1 0,-1-1 0,0 1 0,-1 1 0,6 3 0,-8-5 0,0-1 0,0 0 0,0 0 0,0 1 0,0-1 0,0 0 0,-1 1 0,1-1 0,0 1 0,-1-1 0,1 1 0,-1-1 0,1 1 0,-1 0 0,0-1 0,0 1 0,0 0 0,0-1 0,0 1 0,0-1 0,0 1 0,0 0 0,-1-1 0,1 1 0,-1-1 0,1 1 0,-1-1 0,1 1 0,-1-1 0,0 1 0,0-1 0,-2 3 0,-6 4-3,-1 0 0,1-1 0,-2 0 0,1 0 0,-1-1 0,0-1 0,0 1 1,-1-2-1,-14 4 0,-85 24-707,73-26-1144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5.141"/>
    </inkml:context>
    <inkml:brush xml:id="br0">
      <inkml:brushProperty name="width" value="0.05" units="cm"/>
      <inkml:brushProperty name="height" value="0.05" units="cm"/>
    </inkml:brush>
  </inkml:definitions>
  <inkml:trace contextRef="#ctx0" brushRef="#br0">1 0 31831,'0'0'867,"0"13"-842,0 17-24,-1 51 5,4-1 1,15 94-1,87 283-15,-103-448-14,-2-10-31,0-17-178,-1 5-110,1-25-1615</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5.428"/>
    </inkml:context>
    <inkml:brush xml:id="br0">
      <inkml:brushProperty name="width" value="0.05" units="cm"/>
      <inkml:brushProperty name="height" value="0.05" units="cm"/>
    </inkml:brush>
  </inkml:definitions>
  <inkml:trace contextRef="#ctx0" brushRef="#br0">1 52 31903,'0'0'787,"24"-8"-769,-1-1-16,-7 2-2,1 1 1,0 1-1,0 1 0,1 0 0,-1 1 1,1 1-1,23-1 0,-31 3 1,10 0-1,1 0 1,-1 1 0,0 1-1,0 1 1,24 6 0,-39-7-1,-1-1 0,0 1 0,0 0 0,0 0 0,0 0 0,0 0 0,0 0 0,0 1 0,-1 0 1,0 0-1,1 0 0,-1 0 0,0 1 0,0-1 0,-1 1 0,1 0 0,-1-1 0,0 1 0,0 0 0,0 1 0,0-1 0,-1 0 0,0 0 1,1 1-1,-2-1 0,1 1 0,0-1 0,-1 1 0,0 6 0,-1-6 0,1-1-1,-1 1 1,0 0 0,0-1-1,-1 1 1,1-1 0,-1 1-1,0-1 1,-1 0 0,1 0-1,0 0 1,-1 0 0,0 0 0,0-1-1,0 1 1,-1-1 0,1 0-1,-1 0 1,0 0 0,0 0-1,-6 3 1,-6 3-4,0-1 0,-1 0-1,1-1 1,-26 6 0,41-13-37,-13 4 92,0 0-1,-22 2 1,3-9-500,32 3 350,0-1 1,0 1-1,0-1 1,0 1-1,0-1 1,0 1-1,0-1 1,0 0-1,0 1 1,0-1-1,0 0 1,0 0-1,1 0 0,-1 0 1,0 0-1,1 0 1,-1 0-1,0 0 1,1 0-1,-1 0 1,1-1-1,-3-23-8201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6.156"/>
    </inkml:context>
    <inkml:brush xml:id="br0">
      <inkml:brushProperty name="width" value="0.05" units="cm"/>
      <inkml:brushProperty name="height" value="0.05" units="cm"/>
    </inkml:brush>
  </inkml:definitions>
  <inkml:trace contextRef="#ctx0" brushRef="#br0">193 144 31623,'0'0'1068,"-15"-4"-1044,-45-9-20,57 13-4,0 0 0,0 0 0,0 0 0,1 0 0,-1 0 0,0 1 0,0-1 0,1 1 0,-1 0 0,0 0 0,1 0 0,-1 0 0,1 0 0,-1 1 0,1-1 0,-1 1 0,1-1 0,0 1 0,0 0 0,-3 3 0,0 1 0,-1 1 0,1 0 0,1 0 0,-6 10 0,7-13 0,-1 4-1,0 0 1,1 0-1,-1 0 0,1 1 1,1-1-1,0 1 1,0 0-1,1 0 0,-1 17 1,2-23-1,0-1 1,0 1 0,0-1 0,1 1 0,-1-1-1,1 1 1,0-1 0,0 1 0,0-1-1,0 0 1,0 1 0,0-1 0,1 0 0,-1 0-1,1 0 1,-1 0 0,1 0 0,0 0-1,0-1 1,0 1 0,0-1 0,0 1 0,0-1-1,0 1 1,1-1 0,-1 0 0,0 0 0,1 0-1,-1-1 1,1 1 0,-1-1 0,1 1-1,-1-1 1,1 0 0,-1 1 0,1-1 0,4-1-1,5 1 0,1 0-1,0-1 1,-1 0-1,1-1 1,0 0-1,19-7 1,-28 8 1,0-1 0,0 0 0,-1 0 0,1-1 0,0 1 0,-1-1 0,0 0 0,1 0 0,-1 0 0,0 0 0,0-1 0,-1 1 0,1-1 0,-1 0 0,0 1 0,0-1 0,0 0 0,0 0 0,-1 0 0,1-1 0,-1 1 0,1-9 0,-1 5 1,1 3 2,-1 0 0,0 0 0,-1 0 1,1 0-1,-1 0 0,0 0 0,-2-9 0,5 20-3,0 0 0,0 0 0,0-1 0,1 1 0,0-1 0,0 0 0,0 0 0,0 0 0,1 0-1,0-1 1,0 0 0,0 0 0,1 0 0,-1-1 0,1 0 0,0 0 0,0 0 0,0-1 0,10 3 0,-3-1 0,0-1 0,1-1 0,0 0 0,-1-1 0,1-1 0,0 0 0,0 0 0,22-5 0,-26 2-1,0 0-1,-1 0 1,1-1 0,-1-1-1,0 1 1,0-2 0,-1 1-1,1-1 1,-1 0 0,0-1-1,-1 0 1,0 0 0,0-1-1,0 1 1,-1-1 0,0-1-1,-1 0 1,0 1 0,0-1-1,-1-1 1,0 1 0,0-1-1,-1 0 1,-1 1 0,1-1-1,-2 0 1,2-18 0,-2 13 8,-3-27 10,2 41-17,0 0 1,0 0-1,-1 0 0,1 0 1,0 0-1,-1 0 1,1 0-1,-1 0 0,1 0 1,-1 0-1,1 1 0,-1-1 1,0 0-1,1 0 0,-1 0 1,0 1-1,0-1 0,0 0 1,0 1-1,1-1 0,-1 1 1,0-1-1,0 1 1,0-1-1,0 1 0,0 0 1,0-1-1,0 1 0,0 0 1,0 0-1,-1 0 0,0 0 1,2 3-3,0-1 0,0 1 1,0 0-1,0 0 1,0 0-1,1-1 0,-1 1 1,2 3-1,11 17 4,1-1-1,2 0 1,0-1-1,23 23 1,-34-38-2,26 25 0,22 26 0,-49-53 0,-1 1 0,1 0 0,-1 0 0,0 0 0,-1 0 0,1 0 0,-1 0 0,0 1 0,0-1 0,1 8 0,-3-12 0,0 0 0,0 0 0,0 1 0,0-1 0,0 0 0,0 0 0,-1 1 0,1-1 0,0 0 0,-1 0 0,1 0 0,0 0 0,-1 1 0,0-1 0,1 0 0,-1 0 0,1 0 0,-1 0 0,0 0 0,0 0 0,0-1 0,0 1 0,0 0 0,-2 1 0,0 0-1,0 0 0,-1-1 0,1 1 0,-1-1 0,0 0 1,1 0-1,-1 0 0,-5 0 0,-4 0-13,-1 0 0,1-1 0,0-1-1,-15-2 1,25 2-6,0 1-1,0-1 1,0 0 0,1 0-1,-1 0 1,0 0-1,0-1 1,-4-2-1,-9-18-492</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6.585"/>
    </inkml:context>
    <inkml:brush xml:id="br0">
      <inkml:brushProperty name="width" value="0.05" units="cm"/>
      <inkml:brushProperty name="height" value="0.05" units="cm"/>
    </inkml:brush>
  </inkml:definitions>
  <inkml:trace contextRef="#ctx0" brushRef="#br0">42 204 32151,'0'0'505,"9"1"-490,3-1-12,-4 2 0,-1-2 0,1 1 0,0-1-1,0 0 1,0-1 0,-1 0 0,1 0 0,0 0 0,-1-1-1,1-1 1,-1 1 0,12-6 0,-13 4-4,0 0 0,0 0 0,0-1 0,0 0-1,-1 0 1,0 0 0,0-1 0,0 1 0,-1-1 0,1 0 0,-2-1 0,1 1 0,-1-1 0,0 0-1,0 1 1,0-1 0,-1 0 0,0-1 0,-1 1 0,0 0 0,0-1 0,0-12 0,-1 19 0,0-1 0,0 1 0,0 0 0,-1-1 1,1 1-1,0 0 0,-1 0 0,1-1 0,-1 1 0,1 0 1,-1 0-1,0 0 0,1 0 0,-1-1 0,0 1 0,0 0 1,0 0-1,1 1 0,-1-1 0,0 0 0,0 0 0,-1 0 1,-1-1-1,0 1 0,-1-1 1,1 1-1,-1 0 1,1 0-1,-1 0 1,1 1-1,-1-1 1,-7 1-1,4 0 2,1 0-1,-1 0 0,0 1 1,0 0-1,1 1 0,-1-1 0,1 1 1,-1 1-1,1-1 0,-7 5 0,4 0 2,0 0 0,1 1 0,0 0-1,1 1 1,-1 0 0,2 0 0,-1 0 0,1 1-1,1 0 1,-5 11 0,2-2 2,1 0 0,0 0-1,2 0 1,-6 38 0,10-47-2,-1 0-1,2-1 1,0 1-1,0 0 1,0-1-1,1 1 1,1 0-1,3 15 1,-3-22-2,0 1 1,-1-1-1,1 0 0,0 0 1,0 0-1,1 0 0,-1 0 1,1 0-1,-1-1 0,1 1 1,0-1-1,0 1 0,0-1 1,0 0-1,0 0 0,1-1 1,-1 1-1,1-1 0,-1 1 1,1-1-1,-1 0 0,1-1 1,0 1-1,-1 0 0,7-1 1,10 2-11,1-1 0,0-1 0,0-1 0,0 0 0,0-2 0,0-1 0,-1 0 0,1-1 0,32-14 0,3-8-265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7.044"/>
    </inkml:context>
    <inkml:brush xml:id="br0">
      <inkml:brushProperty name="width" value="0.05" units="cm"/>
      <inkml:brushProperty name="height" value="0.05" units="cm"/>
    </inkml:brush>
  </inkml:definitions>
  <inkml:trace contextRef="#ctx0" brushRef="#br0">1 113 32055,'0'0'696,"5"0"-688,-2 0-8,201-4 7,-161 0-7,1-1 0,69-19 0,-103 22-33,17-5-114,-1-1-1,-1-1 0,48-23 1,-47 14-2406</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7.838"/>
    </inkml:context>
    <inkml:brush xml:id="br0">
      <inkml:brushProperty name="width" value="0.05" units="cm"/>
      <inkml:brushProperty name="height" value="0.05" units="cm"/>
    </inkml:brush>
  </inkml:definitions>
  <inkml:trace contextRef="#ctx0" brushRef="#br0">401 224 31975,'0'0'757,"9"-9"-746,26-32-3,-32 36-8,0 0 1,0 0-1,0 0 1,-1 0-1,1 0 1,-1 0-1,-1-1 0,1 1 1,-1-1-1,0 0 1,0 1-1,0-1 0,-1 0 1,0 1-1,0-1 1,-1 0-1,1 0 1,-4-9-1,3 12 0,0 0 0,0 0 0,0 0 0,0 0 0,-1 0 0,0 1 0,1-1 0,-1 1 0,0-1 0,0 1 0,-1 0 0,1 0 0,0 0 0,-1 0 0,1 0 0,-1 0 0,0 0 0,1 1 0,-1 0 0,0-1 0,0 1 0,0 0 0,0 0 0,0 1 0,0-1 0,-4 0 0,-11-2 0,-1 1 0,1 1 0,-20 0 0,31 1 0,-20-1 0,1 2 0,-1 1 0,0 0 0,1 2 0,-33 9 0,53-11 0,0 0 0,0 0 0,1 1 0,-1 0 0,0 0 0,1 0 0,-1 0 0,1 1 0,0 0 0,1 0 0,-1 1 0,0-1 0,1 1 0,0 0 0,0 0 0,1 0 0,0 1 0,0-1 0,0 1 0,0 0 0,1 0 0,0 0 0,0 0 0,0 0 0,1 0 0,0 1 0,0 11 0,0-11 0,1 1 0,0-1 0,0 1 0,1-1 0,0 1 0,0-1 0,0 1 0,4 7 0,-3-11 0,-1-1 0,1 0 0,1 1 0,-1-1 0,0 0 0,1 0 0,0 0 0,-1 0 0,1-1 0,0 1 0,1-1 0,-1 0 0,0 0 0,1 0 0,-1 0 0,1 0 0,5 1 0,8 2 0,1 0 0,0-1 0,-1-1 0,1-1 0,21 1 0,92-8 0,-115 4 0,0-2 0,0 0 0,22-7 0,-31 8 0,-1-1 0,1 1 0,-1-1 0,0 0 0,0-1 0,0 0 0,0 0 0,-1 0 0,0 0 0,8-9 0,-9 22 1,-4 21-2,-3 42 1,3-69 0,-4 96 0,3 0 0,6-1 0,17 103 0,-21-192 3,0-1-1,0 1 1,0 0 0,-1-1-1,-1 1 1,0 8-1,0-13-30,0 0 0,0-1-1,0 1 1,-1 0 0,1 0-1,-1-1 1,0 1 0,0-1-1,0 0 1,0 0 0,-1 1-1,1-1 1,-1-1 0,-5 6-1,-33 17-1644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8.779"/>
    </inkml:context>
    <inkml:brush xml:id="br0">
      <inkml:brushProperty name="width" value="0.05" units="cm"/>
      <inkml:brushProperty name="height" value="0.05" units="cm"/>
    </inkml:brush>
  </inkml:definitions>
  <inkml:trace contextRef="#ctx0" brushRef="#br0">1 1 32367,'0'0'372,"7"26"-355,115 417-7,-9 67-9,-93-369-1,6 256 0,-26-11 0,-3-377 0,2-9 0,1 0 0,-1 0 0,1-1 0,-1 1 0,1 0 0,-1-1 0,1 1 0,-1-1 0,1 1 0,-1-1 0,1 1 0,0-1 0,-1 1 0,1-1 0,0 1 0,-1-1 0,1 1 0,0-1 0,0 0 0,0 1 0,-1-1 0,1 1 0,0-1 0,0 0 0,0 1 0,0-1 0,-31-115-80,14 56-224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9.066"/>
    </inkml:context>
    <inkml:brush xml:id="br0">
      <inkml:brushProperty name="width" value="0.05" units="cm"/>
      <inkml:brushProperty name="height" value="0.05" units="cm"/>
    </inkml:brush>
  </inkml:definitions>
  <inkml:trace contextRef="#ctx0" brushRef="#br0">0 111 32599,'0'0'149,"15"25"-139,0 0-10,92 139 1,-95-148-1,8 12 0,1-1 0,1-1 0,38 33-1,-54-53 2,1 0-1,1-1 1,-1 0-1,1 0 1,0 0-1,0-1 1,0-1-1,1 1 0,-1-1 1,1-1-1,0 0 1,0 0-1,0 0 1,0-1-1,0-1 1,0 0-1,0 0 1,12-2-1,-13 0 0,0 0 0,0-1 0,0 0 0,-1-1 0,1 1 0,-1-1 0,0-1 0,0 0 0,-1 0 0,1 0 0,-1 0 0,0-1 0,0 0 0,5-8 0,9-13 0,0-1 0,16-33 0,-21 30-60,0 0 0,-2-1 1,-2-1-1,0 0 0,-3 0 0,7-48 0,-6 10-1641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09.625"/>
    </inkml:context>
    <inkml:brush xml:id="br0">
      <inkml:brushProperty name="width" value="0.05" units="cm"/>
      <inkml:brushProperty name="height" value="0.05" units="cm"/>
    </inkml:brush>
  </inkml:definitions>
  <inkml:trace contextRef="#ctx0" brushRef="#br0">787 103 31375,'0'0'1376,"-16"-16"-1369,-2-3-7,-33-26 1,46 42-1,0 0 0,0 0 0,0 1 0,0 0 0,0 0 0,0 0 0,-1 1 0,1-1 0,-1 1 0,1 1 0,-1-1 0,1 1 0,-1 0 0,1 0 0,-1 1 0,-5 0 0,-12 1 0,4-1 0,0 1 0,1 1 0,-1 1 0,0 1 0,1 0 0,0 1 0,-24 12 0,5 1 0,0 2 1,-45 34-1,57-37 1,1 2 1,0 0-1,2 2 0,1 0 0,-36 49 0,46-55-1,1 1 0,0 0 0,2 1 0,0 0 0,0 0 0,2 1 0,1 0 0,0 0 0,1 0 0,-2 29 0,6-39 0,-1 0 0,1 0 0,1 1 0,0-1 0,0 0 0,0 0 0,2 0 0,-1-1 0,1 1 0,0 0 0,0-1 0,1 0 0,1 0 0,-1 0 0,1 0 0,1-1 0,-1 1 0,1-1 0,0-1 0,1 1 0,0-1 0,0 0 0,0-1 0,0 0 0,12 6 0,1 0 0,1-1 0,0-1 0,1 0 0,-1-2 0,2 0 0,-1-2 0,1-1 0,26 3 0,7-4 0,0-2-1,75-8 1,-72 0-9,-1-3 1,-1-2 0,73-26-1,-10-6-92</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10.405"/>
    </inkml:context>
    <inkml:brush xml:id="br0">
      <inkml:brushProperty name="width" value="0.05" units="cm"/>
      <inkml:brushProperty name="height" value="0.05" units="cm"/>
    </inkml:brush>
  </inkml:definitions>
  <inkml:trace contextRef="#ctx0" brushRef="#br0">309 161 23805,'0'0'8929,"-9"-16"-8921,-30-47-6,37 61-1,1 1-1,-1-1 0,0 0 0,1 1 1,-1 0-1,0-1 0,0 1 1,0 0-1,0 0 0,0 0 0,0 0 1,0 1-1,0-1 0,0 0 0,0 1 1,-1 0-1,1-1 0,0 1 0,0 0 1,0 0-1,-1 0 0,1 1 1,0-1-1,-3 1 0,-7 0 0,-1-1 0,1 0 0,-1 1 0,0 1 0,1 0 0,-1 0 0,-15 6 0,22-6 0,1 1 0,0-1 0,0 1 0,0 0 0,0 0 0,1 1 0,-1-1-1,1 1 1,0 0 0,0 0 0,0 0 0,0 1 0,1 0 0,0-1 0,0 1 0,-4 9 0,3-3-1,1 1 0,0-1 0,1 1 1,0-1-1,1 1 0,0 0 0,1 0 1,2 19-1,-2-28 1,0-1 0,1 0 0,-1 1 0,1-1 0,-1 0 0,1 0 0,0 1 0,0-1 0,0 0 0,0 0 0,0 0 0,1 0 0,-1 0 0,1 0 0,-1 0 0,1-1 0,-1 1 0,1-1 0,3 3 0,0-1 0,-1-1 0,1 1 0,0-1 0,-1-1 0,1 1 0,0-1 0,0 1 0,10 0 0,-1-1 0,-1-1 0,1 0 0,0-1 0,0 0 0,-1-1 0,20-5 0,-15 0-3,-1 0 1,0-2-1,0 0 1,0 0-1,-1-2 1,-1 0-1,0 0 1,0-2-1,20-22 1,-30 28 4,0 1 0,0-1 1,0-1-1,-1 1 0,0-1 0,0 1 1,-1-1-1,0 0 0,-1 0 1,4-16-1,-6 30-2,-1 7 0,1 0 0,1 1 0,0-1 0,1 0 0,4 15 0,-4-23 0,0 0 0,0 0 0,1 0 0,-1 0 0,1-1 0,0 1 0,1-1 0,-1 0 0,1 0 0,0 0 0,0-1 0,0 1 0,0-1 0,1 0 0,-1 0 0,7 3 0,-2-2 0,-1 0 0,0-1 0,1-1 0,-1 1 0,1-1 0,0-1 0,0 1 0,0-2 0,-1 1 0,1-1 0,0 0 0,0-1 1,0 0-1,0-1 0,0 0 0,16-5 0,-11 1-1,-1 1 0,1-2 0,-1 0 0,0 0 0,-1-1 0,0-1 1,0 0-1,0 0 0,13-16 0,-22 21 0,1 0 0,-1 0 0,0 0-1,0-1 1,0 1 0,-1-1 0,1 0 0,-1 0 0,0 0 0,-1 0 0,1 0-1,-1 0 1,0 0 0,0 0 0,-1-1 0,1 1 0,-1 0 0,-1-10 0,0 10 0,0 1 1,-1-1 0,1 1 0,-1-1 0,0 1 0,0 0 0,0 0 0,-1 0-1,1 0 1,-1 1 0,0-1 0,0 0 0,0 1 0,-1 0 0,1 0 0,-1 0 0,0 0-1,0 1 1,0-1 0,0 1 0,-4-2 0,1 1 1,0 1 0,-1-1 0,1 1 0,-1 0 0,1 1 0,-1 0 0,-11-1 0,18 3-1,1-1 0,0 0 0,-1 0 0,1 1 0,-1-1 0,1 0 0,0 0 0,-1 1 0,1-1 0,0 0 0,-1 1 0,1-1 0,0 1 0,0-1 0,0 0 0,-1 1 0,1-1 0,0 1 0,0-1 0,0 0 0,0 1 0,0-1 0,-1 1 0,1-1 0,0 1 0,0-1 0,0 1 0,0-1 0,0 0 0,1 1 0,-1-1 0,0 1 0,0-1 0,0 1 0,0 0 0,5 16 0,4-4 0,1-1 0,1 1 0,0-2 0,1 1 0,0-2 0,27 19 0,-12-9 0,-2-1 0,-10-8 0,0 1 0,-1 0 0,0 1 0,-1 0 0,19 25 0,-31-37 0,-1-1 0,1 1 0,-1 0-1,1 0 1,-1 0 0,1 0 0,-1 0 0,0-1 0,0 1-1,1 0 1,-1 0 0,0 0 0,0 0 0,0 0 0,0 0 0,0 0-1,0 0 1,0 0 0,-1 0 0,1 0 0,0 0 0,0-1 0,-1 1-1,0 2 1,0-2-1,0 1 0,-1-1 0,1 1 1,0-1-1,-1 1 0,0-1 0,1 0 0,-1 1 0,0-1 0,0 0 0,-1 0 0,-8 4-9,0-1-1,1-1 1,-16 3-1,22-5 5,-16 3-781,1-2 1,-35 0-1,17-2-8985</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10.724"/>
    </inkml:context>
    <inkml:brush xml:id="br0">
      <inkml:brushProperty name="width" value="0.05" units="cm"/>
      <inkml:brushProperty name="height" value="0.05" units="cm"/>
    </inkml:brush>
  </inkml:definitions>
  <inkml:trace contextRef="#ctx0" brushRef="#br0">0 0 31119,'0'0'1619,"0"25"-1607,0-14-12,14 282 2,75 216 5,-88-505-8,4 19 3,-5-23-3,0 1 1,0 0 0,0 0-1,1-1 1,-1 1-1,0 0 1,1-1-1,-1 1 1,0-1 0,1 1-1,-1 0 1,0-1-1,1 1 1,-1-1 0,1 1-1,-1-1 1,1 1-1,0-1 1,-1 1-1,1-1 1,-1 0 0,1 1-1,0-1 1,0-1-4,0-1 0,0 0-1,-1 0 1,1 0 0,-1 0 0,0 1 0,0-1 0,1 0 0,-1 0 0,0 0 0,0 0 0,-1-3 0,1 1-10,0-37-237,0-6-614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10.994"/>
    </inkml:context>
    <inkml:brush xml:id="br0">
      <inkml:brushProperty name="width" value="0.05" units="cm"/>
      <inkml:brushProperty name="height" value="0.05" units="cm"/>
    </inkml:brush>
  </inkml:definitions>
  <inkml:trace contextRef="#ctx0" brushRef="#br0">0 12 23277,'0'0'9417,"14"-2"-9409,16-3-5,58 1 1,-77 4-4,-1 1 0,1 0 0,-1 0 1,1 1-1,-1 1 0,1-1 0,-1 2 0,0-1 1,-1 2-1,17 8 0,-20-9 0,0 1 0,0 0 0,0 0 0,0 0 0,-1 1 0,0 0 0,0 0 0,8 13 1,-11-16-2,-1-1 1,0 1 0,0 0-1,0 0 1,0 0 0,0 0 0,-1 0-1,1 0 1,-1 0 0,0 0 0,0 0-1,0 0 1,0 0 0,0 0 0,-1 0-1,1 0 1,-1 0 0,0 0 0,0 0-1,0 0 1,0 0 0,-1-1 0,1 1-1,-1 0 1,1-1 0,-1 1 0,-2 1-1,-6 7-1,-1-1 0,0-1-1,0 1 1,-1-2-1,-22 13 1,-70 32-74,83-44 45,-32 15-537,14-13-1593</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11.695"/>
    </inkml:context>
    <inkml:brush xml:id="br0">
      <inkml:brushProperty name="width" value="0.05" units="cm"/>
      <inkml:brushProperty name="height" value="0.05" units="cm"/>
    </inkml:brush>
  </inkml:definitions>
  <inkml:trace contextRef="#ctx0" brushRef="#br0">237 143 32047,'0'0'601,"-29"1"-581,-91 6-16,116-6-3,0-1-1,1 1 1,-1 0-1,0 0 1,0 0-1,1 0 1,-1 1-1,1 0 1,-5 2 0,-6 15 6,10-11-4,0-2-1,0 0 0,1 1 0,0-1 0,0 1-1,1 0 1,-1 0 0,2 0 0,-1 0 0,1 1-1,0-1 1,0 0 0,1 0 0,0 1 0,0-1-1,1 0 1,1 8 0,0-12-2,-1-1 0,1 0 0,0 0 0,0 0 0,0 0 0,0 0 0,0 0 0,0 0 0,0-1 0,1 1 0,-1-1 0,1 0 0,-1 1 0,1-1 0,-1 0 0,1-1 0,0 1 0,0 0 0,-1-1 0,1 1 0,5-1 0,0 1 0,0-1 0,0 1 0,0-2 0,0 1 0,0-1 0,15-3 0,-15 1-1,1-1 0,-1 0 0,-1-1 0,1 0 0,0 0 0,-1 0 0,0-1 0,-1 0 0,1-1 0,-1 1 0,0-1 0,-1 0 0,1-1 0,-2 1 0,1-1 0,-1 0 0,0 0 0,0-1 0,-1 1 0,-1-1 0,1 0 0,-1 1 0,1-16 0,-3 37-4,-1 2 5,1 1 0,1-1 0,0 0 0,5 21 0,-6-33 1,1 0-1,0 1 0,0-1 0,0 0 0,0 1 1,0-1-1,1 0 0,0 0 0,-1 0 1,1 0-1,0 0 0,0 0 0,1-1 0,-1 1 1,1-1-1,-1 0 0,1 1 0,0-1 0,0 0 1,0-1-1,0 1 0,0 0 0,0-1 0,0 0 1,1 0-1,-1 0 0,7 1 0,0-1 2,0 0 0,0-1-1,0-1 1,-1 0-1,1 0 1,0-1 0,0 0-1,0-1 1,-1 0 0,0 0-1,1-1 1,12-7-1,4-6-6,-1-1 0,40-36 0,-57 48 2,-1 0 1,1 0 0,-2-1 0,1 0-1,-1-1 1,0 1 0,-1-1 0,1 0-1,-2-1 1,1 1 0,-1-1-1,-1 0 1,1 0 0,-1 0 0,-1-1-1,0 1 1,0-1 0,-1 1 0,0-14-1,-1 21 4,0 0-1,0 0 1,0 0-1,0 0 1,0 0-1,-1 1 1,1-1-1,-1 0 0,1 0 1,-1 0-1,0 1 1,0-1-1,1 0 1,-1 1-1,0-1 1,-1 1-1,1-1 1,0 1-1,0-1 1,-1 1-1,1 0 0,-1 0 1,1 0-1,-1-1 1,1 2-1,-3-3 1,-2 2 3,1-1 0,-1 0 1,1 1-1,-1 0 0,0 1 0,1-1 1,-10 1-1,15 1-4,-1-1 1,0 1-1,0-1 0,0 1 0,1-1 1,-1 1-1,0-1 0,1 1 0,-1 0 1,0 0-1,1-1 0,-1 1 1,1 0-1,-1 0 0,1 0 0,0-1 1,-1 1-1,1 0 0,0 0 0,-1 0 1,1 0-1,0 0 0,0 0 1,0 0-1,0 0 0,0 0 0,0 0 1,0 0-1,0 0 0,1 1 1,3 36-1,2-24 1,0 1 0,1-1 0,1-1-1,1 1 1,-1-2 0,2 1 0,15 15 0,-9-9 2,23 36 1,-37-51-4,0 0 0,0 1 0,0 0 0,-1-1 0,0 1 0,0 0 0,0 0 0,-1-1 0,1 1 0,-1 0 0,-1 7 0,1 0 0,0-11-1,-1 0 1,1 1-1,0-1 1,0 0-1,-1 1 1,1-1-1,-1 0 1,0 1-1,1-1 1,-1 0-1,0 0 1,1 1-1,-1-1 1,0 0-1,0 0 1,0 0-1,0 0 1,0 0-1,-1-1 1,1 1-1,0 0 1,0 0-1,0-1 1,-1 1 0,1-1-1,0 1 1,-3 0-1,-43 8-104,40-9 50,-19 1-402</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12.061"/>
    </inkml:context>
    <inkml:brush xml:id="br0">
      <inkml:brushProperty name="width" value="0.05" units="cm"/>
      <inkml:brushProperty name="height" value="0.05" units="cm"/>
    </inkml:brush>
  </inkml:definitions>
  <inkml:trace contextRef="#ctx0" brushRef="#br0">58 161 32287,'0'0'384,"33"0"-375,101-3 3,-130 4-11,-1-1-1,1-1 1,0 1-1,-1 0 1,1-1-1,-1 0 0,0 0 1,1 0-1,-1 0 1,1-1-1,-1 1 1,0-1-1,0 0 1,0 1-1,0-2 1,0 1-1,-1 0 0,1 0 1,0-1-1,1-3 1,-2 3 1,0-1-1,-1 0 1,0 1 0,0-1-1,0 0 1,0 0 0,-1 0 0,1 0-1,-1 0 1,0 0 0,-1-5-1,1 0 4,0 6-4,-1 1-1,0-1 1,1 1-1,-1-1 1,0 0-1,0 1 1,-1-1 0,1 1-1,0 0 1,-1 0-1,0-1 1,1 1-1,-1 0 1,0 0-1,0 0 1,0 1 0,0-1-1,0 0 1,-1 1-1,1-1 1,0 1-1,-1 0 1,1 0 0,-1 0-1,1 0 1,-5-1-1,-3-1 0,-1 0 1,0 1-1,0 0 0,0 0 0,-15 1 0,20 0 0,1 1 0,-1 0 0,0 0 0,1 1 0,-1 0 0,1 0 0,-1 0 0,1 1 0,-1 0 0,1 0 0,0 0 0,0 0 0,0 1 0,0 0 0,0 0 0,1 0 0,-1 1 0,1-1 0,0 1 0,0 0 0,0 0 0,1 1 0,0-1 0,-1 1 0,1 0 0,-3 8 0,-2 3 0,2 0 0,-1 1 0,2 0 0,0 0 1,2 1-1,0-1 0,0 1 0,2 0 0,0 0 0,2 20 0,-1-34 1,0 0-1,0-1 0,0 1 1,1 0-1,-1-1 0,1 1 1,0-1-1,0 1 0,0-1 1,0 1-1,1-1 0,0 0 1,-1 0-1,1 0 0,0 0 1,0 0-1,1 0 0,-1 0 1,4 2-1,-2-2 0,0 0 0,1-1 0,0 1 0,-1-1 0,1 0 0,0 0 0,0-1 0,0 0 0,0 0 0,0 0 0,0 0 0,10-1 0,5 1 0,-1 0 0,0-2 0,0 0 0,1-2 0,-1 0 0,-1-1 0,1 0 0,26-11 0,164-68-141,-121 41-406</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12.793"/>
    </inkml:context>
    <inkml:brush xml:id="br0">
      <inkml:brushProperty name="width" value="0.05" units="cm"/>
      <inkml:brushProperty name="height" value="0.05" units="cm"/>
    </inkml:brush>
  </inkml:definitions>
  <inkml:trace contextRef="#ctx0" brushRef="#br0">420 298 29750,'0'0'2990,"14"-16"-2980,45-52-8,-56 65-1,-1 0-1,1 0 0,-1-1 1,0 1-1,0-1 0,0 1 1,-1-1-1,1 0 1,-1 0-1,0 1 0,0-1 1,0 0-1,0 0 0,-1 0 1,1-1-1,-1 1 0,0 0 1,-1-5-1,0-8 0,1 13 0,0 0 0,0 0 0,-1 0 0,0 0 0,0 0 0,0 0 0,0 1 0,0-1 0,-1 0 0,1 1 0,-1-1 0,0 1 0,0-1 0,0 1 0,-1 0 0,-4-5 0,2 3 0,0 1 0,-1 0 0,1 0 0,-1 1 0,0-1 0,0 1 0,-1 0 0,1 1 0,-7-2 0,-9-2 0,0 2 0,1 1 0,-2 0 0,1 2 0,-24 1 0,33 1 0,0 1 0,0 0 0,0 1 0,0 0 0,1 1 0,-1 1 0,1 0 0,0 0 0,0 1 0,1 1 0,0 0 0,0 1 0,1 0 0,-1 0 0,2 1 0,-1 0 0,1 1 0,1 0 0,0 1 0,0-1 0,1 1 0,1 1 0,-7 14 0,11-21 0,0 1 0,1-1 0,-1 1 0,1 0 0,1-1 0,-1 1 0,1 0 0,0 0 0,0-1 0,1 1 0,1 8 0,-1-10 0,0-1 0,0 0 0,0 0 0,1-1 0,-1 1 0,1 0 0,-1 0 0,1-1 0,0 1 0,0-1 0,1 1 0,-1-1 0,0 0 0,1 0 0,-1 0 0,1 0 0,0 0 0,-1-1 0,1 1 0,0-1 0,6 2 0,13 2 0,0-1 0,1-1 0,-1-1 0,1-1 0,34-2 0,-10 0 0,-25 0 0,0-1 0,0-1 0,36-11 0,-29 7 0,38-4 0,-66 11 0,-1 0 0,1 0 0,-1 0 0,1-1 0,-1 1 0,0 1 0,1-1 0,-1 0 0,1 0 0,-1 0 0,1 0 0,-1 0 0,1 0 0,-1 0 0,1 1 0,-1-1 0,0 0 0,1 0 0,-1 1 0,0-1 0,1 0 0,-1 0 0,1 1 0,-1-1 0,0 0 0,0 1 0,1-1 0,-1 1 0,0-1 0,0 0 0,1 1 0,-1-1 0,0 1 0,0-1 0,0 1 0,0-1 0,0 1 0,0-1 0,1 1 0,-1-1 0,0 0 0,0 1 0,0-1 0,-1 1 0,1-1 0,0 1 0,0-1 0,0 1 0,0-1 0,0 1 0,-1 0 0,1 1 0,0 334 0,1-311 1,1 0 0,2 0 0,0 0 1,1-1-1,2 1 0,16 41 0,-16-57-7,-7-14-13,0-18-76</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4.614"/>
    </inkml:context>
    <inkml:brush xml:id="br0">
      <inkml:brushProperty name="width" value="0.035" units="cm"/>
      <inkml:brushProperty name="height" value="0.035" units="cm"/>
      <inkml:brushProperty name="color" value="#5B2D90"/>
    </inkml:brush>
  </inkml:definitions>
  <inkml:trace contextRef="#ctx0" brushRef="#br0">87 214 32559,'0'0'184,"-2"13"-177,-17 173-3,-10 81 1,-6-32-5,34-228 1,7-131 3,30-176-1,-23 213-3,-2 9 0,3 0 0,36-111 0,-25 134 0,-25 54 0,0 0 0,1 1 0,-1-1 0,0 1 0,1-1 0,-1 1 0,0-1 0,1 1 0,-1-1 0,1 1 0,-1-1 0,1 1 0,-1 0 0,1-1 0,-1 1 0,1-1 0,-1 1 0,1 0 0,0 0 0,-1-1 0,1 1 0,-1 0 0,1 0 0,0 0 0,-1 0 0,1 0 0,0 0 0,-1 0 0,1 0 0,0 0 0,-1 0 0,1 0 0,0 0 0,-1 0 0,1 0 0,-1 1 0,1-1 0,0 0 0,-1 1 0,1-1 0,-1 0 0,1 1 0,-1-1 0,2 1 0,20 21 0,3 15 0,-1 1 0,-2 2 0,-2 0 0,17 51 0,43 175 0,-73-237 0,-5-18 0,0 0 0,2 0 0,5 14 0,-9-24 0,0-1 0,0 1 0,0-1 0,1 0 0,-1 1 0,0-1 0,0 0 0,0 1 0,1-1 0,-1 0 0,0 1 0,1-1 0,-1 0 0,0 1 0,1-1 0,-1 0 0,0 0 0,1 1 0,-1-1 0,0 0 0,1 0 0,-1 0 0,1 0 0,-1 1 0,0-1 0,1 0 0,-1 0 0,1 0 0,-1 0 0,1 0 0,-1 0 0,0 0 0,1 0 0,-1 0 0,1 0 0,-1-1 0,0 1 0,1 0 0,-1 0 0,1 0 0,0-1 0,11-13 0,42-111 0,-12 24 0,-3 19 0,88-134 0,-126 214 0,0 0 0,0 0 0,0 1 0,0-1 0,1 0 0,-1 1 0,1-1 0,-1 1 0,1-1 0,-1 1 0,1 0 0,0 0 0,0-1 0,0 1 0,0 0 0,0 1 0,0-1 0,0 0 0,3 0 0,-3 1 0,-1 1 0,1-1 0,0 1 0,-1 0 0,1-1 0,-1 1 0,1 0 0,-1 0 0,1 0 0,-1 0 0,1 0 0,-1 0 0,0 1 0,0-1 0,0 0 0,0 1 0,1-1 0,-2 1 0,1-1 0,0 1 0,0-1 0,0 1 0,0 2 0,17 37 0,-1 1 0,16 64 0,11 94 0,-1-8-1,-42-186-4,1 0 0,0 1 0,1-1 0,0 0 0,4 8 0,-6-14-3,-1 0 0,1 0 1,-1 0-1,1 0 0,-1 0 0,1 0 0,-1 0 0,1 0 0,-1 0 0,1 0 0,-1-1 0,0 1 0,1 0 0,-1 0 1,1 0-1,-1 0 0,1-1 0,-1 1 0,0 0 0,1 0 0,-1-1 0,0 1 0,1 0 0,-1-1 0,0 1 0,1 0 0,-1-1 1,0 1-1,0-1 0,1 1 0,-1 0 0,0-1 0,7-18-508</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4.901"/>
    </inkml:context>
    <inkml:brush xml:id="br0">
      <inkml:brushProperty name="width" value="0.035" units="cm"/>
      <inkml:brushProperty name="height" value="0.035" units="cm"/>
      <inkml:brushProperty name="color" value="#5B2D90"/>
    </inkml:brush>
  </inkml:definitions>
  <inkml:trace contextRef="#ctx0" brushRef="#br0">1 0 31311,'0'0'1431,"0"19"-1422,0-5-8,0 47 1,2 1 1,13 74-1,-9-105-2,53 208 8,-54-218 23,-2-10-139,-4-18-283,-5-17-1253</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5.188"/>
    </inkml:context>
    <inkml:brush xml:id="br0">
      <inkml:brushProperty name="width" value="0.035" units="cm"/>
      <inkml:brushProperty name="height" value="0.035" units="cm"/>
      <inkml:brushProperty name="color" value="#5B2D90"/>
    </inkml:brush>
  </inkml:definitions>
  <inkml:trace contextRef="#ctx0" brushRef="#br0">1 0 15835,'0'0'16900,"3"20"-16892,44 278 8,-42-249-16,3-1 0,2 1 0,20 58 0,-29-158-184,-9 14-328</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5.395"/>
    </inkml:context>
    <inkml:brush xml:id="br0">
      <inkml:brushProperty name="width" value="0.035" units="cm"/>
      <inkml:brushProperty name="height" value="0.035" units="cm"/>
      <inkml:brushProperty name="color" value="#5B2D90"/>
    </inkml:brush>
  </inkml:definitions>
  <inkml:trace contextRef="#ctx0" brushRef="#br0">0 90 31087,'0'0'1600,"26"0"-1592,14 0 0,10 0 0,13-9-8,9-3 0,34-12-16,-16 3-104,-21-3-1576</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5.810"/>
    </inkml:context>
    <inkml:brush xml:id="br0">
      <inkml:brushProperty name="width" value="0.035" units="cm"/>
      <inkml:brushProperty name="height" value="0.035" units="cm"/>
      <inkml:brushProperty name="color" value="#5B2D90"/>
    </inkml:brush>
  </inkml:definitions>
  <inkml:trace contextRef="#ctx0" brushRef="#br0">232 0 32095,'0'0'639,"-23"11"-631,-75 39-7,91-46-1,0 1 0,1 0 0,0 0 0,-1 1 0,1-1 0,1 1 0,-1 1 0,1-1 0,1 1 0,-1 0 0,1 0 0,0 0 0,0 1 0,1-1 0,0 1 0,1 0 0,-3 10 0,1-5 0,-1 8 0,1-1 0,0 1 0,2 0 0,0 0 0,2 26 0,-1-44 0,1 1 0,1-1 0,-1 1 0,1 0 0,-1-1 0,1 1 0,0-1 0,0 1 0,1-1 0,-1 1 0,1-1 0,-1 0 0,1 0 0,0 0 0,0 0 0,1 0 0,-1 0 0,5 4 0,-3-4 0,1 0 0,-1-1 0,1 1 0,0-1 0,0 1 0,0-2 0,0 1 0,0 0 0,0-1 0,0 0 0,1 0 0,6 0 0,6 0 0,-1 0 0,0-1 0,20-3 0,-30 2-1,-1-1 1,1 1-1,-1-1 1,0 0-1,1-1 1,-1 1-1,0-1 1,0 0-1,-1-1 0,1 0 1,5-4-1,-3 1 1,-1 0 0,0 0 0,0-1 0,0 0 0,-1 0 0,-1-1-1,1 0 1,-1 0 0,-1 0 0,0 0 0,4-12 0,-4 6 0,-1 0 0,0-1 0,-1 1 0,-1-1 0,-1 1 0,-2-28 0,2 38-3,-1-1 0,0 1 0,-1-1 1,1 1-1,-1 0 0,0 0 0,0 0 0,-1 0 0,0 0 0,0 0 0,0 1 1,0-1-1,0 1 0,-1 0 0,0 0 0,0 0 0,0 1 0,0-1 1,-1 1-1,0 0 0,-7-4 0,8 6-6,1-1 0,-1 0 0,0 1 0,0 0 0,1 0 0,-1 0 0,0 1 0,0-1 0,0 1 0,0 0 0,0 0 0,0 0 0,0 1 0,0-1 0,0 1 0,0 0 1,0 0-1,0 0 0,1 1 0,-1-1 0,0 1 0,1 0 0,0 0 0,-1 0 0,1 0 0,0 1 0,0 0 0,0-1 0,-4 7 0,-15 20-571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6.097"/>
    </inkml:context>
    <inkml:brush xml:id="br0">
      <inkml:brushProperty name="width" value="0.035" units="cm"/>
      <inkml:brushProperty name="height" value="0.035" units="cm"/>
      <inkml:brushProperty name="color" value="#5B2D90"/>
    </inkml:brush>
  </inkml:definitions>
  <inkml:trace contextRef="#ctx0" brushRef="#br0">193 0 31647,'0'0'1080,"-28"11"-1067,-88 37-10,113-46-3,0-1 0,0 1 0,0 0 0,0 0 0,1 0 0,-1 0 0,0 1 0,1-1 0,0 1 0,-1-1 0,1 1 0,0 0 0,1 0 0,-1 0 0,0 0 0,1 0 0,-1 0 0,1 1 0,0-1 0,0 0 0,1 1 0,-1-1 0,1 0 0,-1 1 0,1-1 0,0 5 0,0 3 0,-1-3 0,0 0 0,1 0 0,0 0 0,1 0 0,0 0 0,0 0 0,0 0 0,1 0 0,5 14 0,-5-18 0,1 0 0,-1-1 0,1 1 0,0-1 0,0 1 0,0-1 0,0 0 0,0 0 0,1 0 0,0-1 0,-1 1 0,1-1 0,0 0 0,0 0 0,0 0 0,0 0 0,1-1 0,-1 0 0,6 2 0,2-1-5,0 1 0,0-1 0,0-1 0,1 0 0,-1-1 0,0-1 0,1 1 0,-1-2 1,0 0-1,0 0 0,0-1 0,0-1 0,-1 0 0,1 0 0,-1-1 0,19-12 0,28-24-451,-15-1-1252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6.351"/>
    </inkml:context>
    <inkml:brush xml:id="br0">
      <inkml:brushProperty name="width" value="0.035" units="cm"/>
      <inkml:brushProperty name="height" value="0.035" units="cm"/>
      <inkml:brushProperty name="color" value="#5B2D90"/>
    </inkml:brush>
  </inkml:definitions>
  <inkml:trace contextRef="#ctx0" brushRef="#br0">1 0 31895,'0'0'856,"0"5"-849,-1 10-7,1-1 0,1 1 0,1 0 1,0-1-1,7 26 0,1 9 0,18 141 0,24 125 0,-51-314 0,0 7 10,1-1 1,1 1-1,-1 0 0,1-1 0,4 8 1,-6-13-34,0-1 0,-1 0 0,1 0-1,0 0 1,0 0 0,0 0 0,-1 0 0,1 0 0,0 0 0,0 0 0,1-1 0,-1 1 0,0 0 0,0 0 0,0-1 0,0 1 0,1-1 0,-1 1 0,0-1 0,0 0 0,1 1-1,-1-1 1,0 0 0,1 0 0,-1 0 0,0 0 0,1 0 0,-1 0 0,0 0 0,1-1 0,-1 1 0,0 0 0,0-1 0,1 1 0,-1-1 0,0 1 0,0-1 0,2-1-1,15-15-3051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6.559"/>
    </inkml:context>
    <inkml:brush xml:id="br0">
      <inkml:brushProperty name="width" value="0.035" units="cm"/>
      <inkml:brushProperty name="height" value="0.035" units="cm"/>
      <inkml:brushProperty name="color" value="#5B2D90"/>
    </inkml:brush>
  </inkml:definitions>
  <inkml:trace contextRef="#ctx0" brushRef="#br0">0 1 31983,'0'0'752,"0"181"-744,14-109-8,2-1 0,1-5 8,-1-7-8,1-11 0,-7-10 0,-7-11-8,4-9-24,-7-15-24,-7-3-160,-6 0-2129</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7.035"/>
    </inkml:context>
    <inkml:brush xml:id="br0">
      <inkml:brushProperty name="width" value="0.035" units="cm"/>
      <inkml:brushProperty name="height" value="0.035" units="cm"/>
      <inkml:brushProperty name="color" value="#5B2D90"/>
    </inkml:brush>
  </inkml:definitions>
  <inkml:trace contextRef="#ctx0" brushRef="#br0">0 145 30919,'0'0'1757,"4"0"-1734,49-2-23,0-2 0,99-21 0,102-42-9,-88 20 6,-179 52 5,0 1 1,0 0-1,0 0 0,0 1 1,1 1-1,1 0 0,-1 1 1,1 0-1,1 1 0,-1 0 1,-10 15-1,11-14 0,1 0 1,0 1-1,1 1 0,0-1 1,1 1-1,1 1 0,0-1 1,1 1-1,0 0 0,1 0 1,-3 23-1,7-36-2,-1 6 0,0 1 0,1-1 0,0 1 0,0-1 0,2 10 0,-1-15 0,-1-1 0,1 1-1,-1-1 1,1 1 0,0 0 0,0-1-1,-1 1 1,1-1 0,0 0 0,0 1-1,1-1 1,-1 0 0,0 0 0,0 1-1,1-1 1,-1 0 0,0 0 0,1 0 0,-1-1-1,1 1 1,-1 0 0,1 0 0,-1-1-1,1 1 1,0-1 0,-1 0 0,4 1-1,4 0 1,1 0 1,0-1-1,0 0 0,0-1 0,-1 0 0,1-1 0,0 0 0,-1 0 1,1-1-1,-1 0 0,0 0 0,0-1 0,0-1 0,-1 1 0,1-2 1,-1 1-1,0-1 0,0 0 0,-1 0 0,0-1 0,0 0 1,-1-1-1,0 1 0,0-1 0,0 0 0,-1-1 0,0 0 0,-1 1 1,0-1-1,-1 0 0,0-1 0,0 1 0,0-1 0,-2 1 0,1-1 1,0-11-1,-2 13 0,0 0 0,-1 0 0,1 1 0,-1-1-1,-1 0 1,0 1 0,-3-12 0,3 16-1,0-1-1,0 1 1,0 0-1,0 0 0,-1 0 1,1 0-1,-1 0 0,0 1 1,1-1-1,-1 1 1,0-1-1,-1 1 0,1 0 1,0 0-1,-1 1 1,1-1-1,-6-1 0,-3 0-47,0 1-1,0 0 1,0 1-1,-1 0 1,-14 1-1,26 0 41,-36 0-862</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7.513"/>
    </inkml:context>
    <inkml:brush xml:id="br0">
      <inkml:brushProperty name="width" value="0.035" units="cm"/>
      <inkml:brushProperty name="height" value="0.035" units="cm"/>
      <inkml:brushProperty name="color" value="#5B2D90"/>
    </inkml:brush>
  </inkml:definitions>
  <inkml:trace contextRef="#ctx0" brushRef="#br0">7 331 31279,'0'0'1360,"-1"18"-1347,-4 56-9,4-56 3,2-18-6,-1 0 0,0 0 0,0 0 0,0 0 1,0 1-1,0-1 0,1 0 0,-1 0 0,0 0 0,0 0 0,0 0 0,0 0 1,1 0-1,-1 0 0,0 0 0,0 0 0,0 0 0,0 0 0,1 0 0,-1 0 0,0 0 1,0 0-1,0 0 0,1 0 0,-1 0 0,0 0 0,0-1 0,0 1 0,0 0 1,0 0-1,1 0 0,-1 0 0,0 0 0,0 0 0,0 0 0,0-1 0,0 1 1,0 0-1,1 0 0,-1 0 0,0 0 0,0 0 0,0-1 0,0 1 0,0 0 0,0 0 1,0 0-1,0 0 0,0-1 0,0 1 0,0 0 0,0 0 0,0 0 0,0-1 1,0 1-1,35-144 26,9-34-29,-37 154 2,-5 13 0,1 1 0,0 1 0,1-1 0,0 0 0,5-8 0,-8 17 0,-1 1 0,0-1 0,1 1 0,-1-1 0,0 1 0,1-1 0,-1 1 0,1-1 0,-1 1 0,1-1 0,-1 1 0,1 0 0,-1-1-1,1 1 1,-1 0 0,1-1 0,0 1 0,-1 0 0,1 0 0,-1 0 0,1 0 0,0-1 0,-1 1 0,1 0 0,0 0 0,-1 0 0,1 0 0,0 0 0,-1 1 0,1-1 0,-1 0 0,1 0 0,0 0 0,-1 0 0,1 1 0,-1-1 0,1 0 0,-1 1 0,1-1 0,0 0-1,-1 1 1,0-1 0,1 1 0,0 0 0,19 23-4,-19-23 3,41 66 0,35 49 1,-67-103 0,0-1 0,0 0 0,2-1 0,-1 0 0,1-1 0,20 13 0,-30-21 0,1-1 1,-1 0-1,0 1 0,1-1 0,-1 0 1,1 0-1,-1 0 0,1 0 0,0-1 1,-1 1-1,1-1 0,0 1 0,-1-1 1,1 0-1,0 0 0,0-1 0,-1 1 1,1 0-1,0-1 0,-1 1 0,1-1 1,-1 0-1,1 0 0,-1 0 0,1 0 1,-1-1-1,1 1 0,-1-1 1,0 1-1,0-1 0,0 0 0,0 0 1,0 0-1,0 0 0,1-2 0,4-9 2,-2-1-1,0 1 0,-1-1 0,0 0 0,-1 0 1,0 0-1,-2 0 0,1-1 0,-2-14 0,0 20-5,0-1-1,-1 1 1,0-1 0,0 1-1,-1 0 1,-1-1-1,0 1 1,0 0-1,0 1 1,-1-1-1,-1 0 1,1 1 0,-1 0-1,-9-11 1,7 13-304,0 5-851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7.752"/>
    </inkml:context>
    <inkml:brush xml:id="br0">
      <inkml:brushProperty name="width" value="0.035" units="cm"/>
      <inkml:brushProperty name="height" value="0.035" units="cm"/>
      <inkml:brushProperty name="color" value="#5B2D90"/>
    </inkml:brush>
  </inkml:definitions>
  <inkml:trace contextRef="#ctx0" brushRef="#br0">1 1 32327,'0'0'416,"0"173"-416,0-120 0,0-2 0,6-10 0,-2-2 0,2-12-16,-6-6-8,0-15-40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8.008"/>
    </inkml:context>
    <inkml:brush xml:id="br0">
      <inkml:brushProperty name="width" value="0.035" units="cm"/>
      <inkml:brushProperty name="height" value="0.035" units="cm"/>
      <inkml:brushProperty name="color" value="#5B2D90"/>
    </inkml:brush>
  </inkml:definitions>
  <inkml:trace contextRef="#ctx0" brushRef="#br0">0 37 32287,'0'0'464,"19"-6"-457,-14 4-7,17-5 0,0 1 0,1 1 1,-1 1-1,1 1 0,24 0 0,-29 3 0,1 1 0,0 1 0,-1 0 0,1 1 0,-1 2 0,0-1 0,31 14 0,-42-15 0,1 1 0,-1 0 0,0 1 0,0-1 0,0 1 0,0 0 0,-1 1 0,0 0 0,0 0-1,-1 0 1,0 1 0,0-1 0,0 1 0,-1 0 0,0 1 0,0-1 0,-1 1 0,0 0 0,4 15 0,-5-14-1,0 1 0,-1-1 0,0 1 0,-1-1 0,0 1 1,0 0-1,-4 16 0,3-21 1,0 1 0,-1-1 0,0 1 0,0-1 0,-1 0 0,1 0 0,-1 0 0,0-1 0,-1 1 0,1-1 0,-1 1 0,0-1 0,0 0 0,-4 3 0,-3 1-1,1 0-1,-1-1 1,0 0-1,-1-1 1,1 0-1,-1-1 1,0 0 0,-1-1-1,1 0 1,-1-1-1,0-1 1,1 0-1,-16 0 1,25-1 4,0-1 1,1 0-1,-1 0 0,0-1 1,0 1-1,0-1 0,0 1 1,0-1-1,1 0 1,-1 0-1,0 0 0,1 0 1,-1-1-1,1 1 0,-1-1 1,1 1-1,-4-4 0,3 2-215,1-1 0,-1 1 0,1 0 0,0-1 1,0 0-1,0 0 0,1 1 0,-1-1 0,1 0 0,0 0 0,-1-7 0,-3-33-10168</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8.549"/>
    </inkml:context>
    <inkml:brush xml:id="br0">
      <inkml:brushProperty name="width" value="0.035" units="cm"/>
      <inkml:brushProperty name="height" value="0.035" units="cm"/>
      <inkml:brushProperty name="color" value="#5B2D90"/>
    </inkml:brush>
  </inkml:definitions>
  <inkml:trace contextRef="#ctx0" brushRef="#br0">0 438 27574,'0'0'5094,"0"18"-5075,1 58-6,2-56-5,4-18 1,2-11 1,-6 1-9,-1 0 0,1 0 0,-1 0 0,0-1 0,-1 1 0,1-15 0,3-14 0,3-6-1,3-18 0,23-74 0,-29 119 0,1-1 0,1 1 0,1 0 0,0 1 0,0 0 0,2 0 0,0 1 0,1 0 0,14-15 0,-21 26-1,-1 0 1,1 0-1,0 0 1,0 1-1,0 0 1,0-1-1,0 2 1,0-1-1,0 0 1,1 1-1,-1 0 1,1 0-1,-1 0 1,1 0-1,8 1 1,-10 0 0,0 0-1,0 0 1,0 1 0,0-1-1,0 1 1,0 0 0,0 0-1,0 0 1,0 0 0,0 1-1,0-1 1,-1 1-1,1-1 1,-1 1 0,1 0-1,-1 0 1,0 0 0,1 1-1,-1-1 1,0 0 0,0 1-1,1 3 1,1 2 0,0 0 0,-1 0 0,0 1 0,0-1 0,-1 1 0,0 0 0,-1 0 0,1 17 0,-1-20 0,-1-1 0,-1 0 0,1 0 0,-1 1 0,0-1 0,0 0 0,0 0 0,-1 0 0,0 0 0,0 0 0,0 0 0,0-1 0,-1 1 0,0-1 0,0 1 0,-4 4 0,-16 10-1,1 0-1,-2-2 1,-1 0 0,-36 18-1,-5 3 2,89-30 8,1 0-6,-1 0-1,0 2 1,-1 0-1,0 2 1,25 17-1,-3 2-10,53 50 0,-78-65-79,-7-8-168</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8.757"/>
    </inkml:context>
    <inkml:brush xml:id="br0">
      <inkml:brushProperty name="width" value="0.035" units="cm"/>
      <inkml:brushProperty name="height" value="0.035" units="cm"/>
      <inkml:brushProperty name="color" value="#5B2D90"/>
    </inkml:brush>
  </inkml:definitions>
  <inkml:trace contextRef="#ctx0" brushRef="#br0">0 0 32407,'0'0'344,"20"143"-344,-10-83 0,-3-1 0,-1-8 0,1-10 0,0-5-16,-4-12-56,4-12-504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9.090"/>
    </inkml:context>
    <inkml:brush xml:id="br0">
      <inkml:brushProperty name="width" value="0.035" units="cm"/>
      <inkml:brushProperty name="height" value="0.035" units="cm"/>
      <inkml:brushProperty name="color" value="#5B2D90"/>
    </inkml:brush>
  </inkml:definitions>
  <inkml:trace contextRef="#ctx0" brushRef="#br0">0 498 32319,'0'0'431,"4"-19"-425,0 0-6,1-8-2,1 1 1,15-39-1,-5 16 0,12-70 0,8-26-2,-35 143 4,-1 0 0,1 0 0,0 0 0,0 0 0,0 0 0,0 0 0,0 0 0,1 0 0,-1 1 0,0-1 0,3-2 0,-3 4 0,0-1 0,0 1 0,-1-1 0,1 1 0,0 0 0,0 0 0,0-1 0,0 1 0,0 0 0,0 0 0,-1 0 0,1 0 0,0 0 0,0 0 0,0 0 0,0 0 0,0 0 0,0 1 0,0-1 0,-1 0 0,1 0 0,0 1 0,0-1 0,0 1 0,-1-1 0,1 1 0,0-1 0,0 1 0,-1-1 0,1 1 0,0 0 0,0 0 0,12 13 0,-1 1 0,-1 0 0,0 1 0,13 23 0,-6-8 0,2 1 0,11 17-1,28 62 1,-57-106-20,1 1 0,-1-1 0,-1 1 0,1-1 0,-1 1 0,0 0 0,0 0 0,0 0 0,-1 0 0,0-1 0,0 1 0,-1 0 0,0 0 0,-2 9 0,-11 3-839</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9.250"/>
    </inkml:context>
    <inkml:brush xml:id="br0">
      <inkml:brushProperty name="width" value="0.035" units="cm"/>
      <inkml:brushProperty name="height" value="0.035" units="cm"/>
      <inkml:brushProperty name="color" value="#5B2D90"/>
    </inkml:brush>
  </inkml:definitions>
  <inkml:trace contextRef="#ctx0" brushRef="#br0">1 99 31975,'0'0'648,"198"-99"-1584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09.521"/>
    </inkml:context>
    <inkml:brush xml:id="br0">
      <inkml:brushProperty name="width" value="0.035" units="cm"/>
      <inkml:brushProperty name="height" value="0.035" units="cm"/>
      <inkml:brushProperty name="color" value="#5B2D90"/>
    </inkml:brush>
  </inkml:definitions>
  <inkml:trace contextRef="#ctx0" brushRef="#br0">1 1 11931,'0'0'20793,"0"25"-20782,0 3-9,3 125 5,0-53 0,2 42 0,-5-136-7,1 0 0,0 0 0,0 0 1,0-1-1,1 1 0,0 0 0,3 7 0,-4-11 0,1 0 0,-1-1 0,0 1 0,1-1 0,-1 1 0,1-1 0,0 0 0,0 1 0,-1-1 0,1 0 0,0 0 0,0 0 0,0 0 0,0-1 0,0 1 0,0 0 0,0-1 0,0 0 0,0 1 0,1-1 0,-1 0 0,0 0 0,3 0 0,15-1 0,-1 0 1,1-1-1,-1-1 1,33-8-1,63-34-24,-81 30 7,56-23-112</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0.063"/>
    </inkml:context>
    <inkml:brush xml:id="br0">
      <inkml:brushProperty name="width" value="0.035" units="cm"/>
      <inkml:brushProperty name="height" value="0.035" units="cm"/>
      <inkml:brushProperty name="color" value="#5B2D90"/>
    </inkml:brush>
  </inkml:definitions>
  <inkml:trace contextRef="#ctx0" brushRef="#br0">639 12 31183,'0'0'1423,"-35"-3"-1385,10 0-31,7 0-3,0 1 0,0 1 0,-30 2 0,39 0-2,-1 0 0,1 1 1,-1 0-1,1 1 0,0 0 0,0 1 1,0-1-1,0 2 0,1-1 0,-1 1 0,-11 10 1,-5 7 1,1 0 1,1 2 0,2 1 0,0 0-1,2 2 1,0 0 0,-16 34 0,2 7 0,-48 139 1,67-164-5,2 1 0,2-1 0,2 2 1,2-1-1,2 1 0,2 55 0,2-83-1,1 1 0,1-1 0,0 0 0,1 0 0,1 0 0,0 0 0,2-1 0,8 19 0,-10-25 0,1-1 0,0 0 0,1 0 0,0-1 0,1 0 0,0 0 0,0 0 0,0-1 0,1 0 0,0 0 0,1-1 0,0 0 0,-1-1 0,2 0 0,9 4 0,-4-3 2,0-1 0,1-1 0,-1-1 1,1 0-1,0-1 0,0-1 0,0 0 0,0-1 0,0-1 0,1 0 0,17-4 1,-8-1-141,-1-1 0,0 0 0,0-2 0,0-1 0,43-24 0,21-22-2981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0.302"/>
    </inkml:context>
    <inkml:brush xml:id="br0">
      <inkml:brushProperty name="width" value="0.035" units="cm"/>
      <inkml:brushProperty name="height" value="0.035" units="cm"/>
      <inkml:brushProperty name="color" value="#5B2D90"/>
    </inkml:brush>
  </inkml:definitions>
  <inkml:trace contextRef="#ctx0" brushRef="#br0">0 1 30959,'0'0'1792,"23"86"-1792,-9-29 0,-1 8 0,0-2 0,-3-7 0,-7-8 0,7-12-8,-10-10-16,0-14-32,0-6-232,-16-6-2345</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0.478"/>
    </inkml:context>
    <inkml:brush xml:id="br0">
      <inkml:brushProperty name="width" value="0.035" units="cm"/>
      <inkml:brushProperty name="height" value="0.035" units="cm"/>
      <inkml:brushProperty name="color" value="#5B2D90"/>
    </inkml:brush>
  </inkml:definitions>
  <inkml:trace contextRef="#ctx0" brushRef="#br0">1 90 31775,'0'0'952,"221"-89"-952,-132 89 0,-3 0 0,-10 18-16,-23 38-40,-20-5-104,-26-4-896</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1.033"/>
    </inkml:context>
    <inkml:brush xml:id="br0">
      <inkml:brushProperty name="width" value="0.035" units="cm"/>
      <inkml:brushProperty name="height" value="0.035" units="cm"/>
      <inkml:brushProperty name="color" value="#5B2D90"/>
    </inkml:brush>
  </inkml:definitions>
  <inkml:trace contextRef="#ctx0" brushRef="#br0">1 230 31791,'0'0'927,"18"0"-919,29 1-7,100-2 7,-121 0-10,0-1-1,0-1 1,43-12 0,-52 10 32,3-1-81,0-1 1,-1 0 0,0-1 0,21-13 0,-36 19 27,0-1 0,0 0 0,0 0 0,0 0 0,0-1 1,-1 1-1,0-1 0,1 0 0,-1 0 0,-1 0 0,1-1 0,0 1 0,-1 0 0,0-1 0,0 0 0,-1 0 0,1 1 0,-1-1 0,0 0 0,0 0 0,-1 0 0,1-6 1,-1-43 743,0 54-702,0 6-11,2 5-8,0 0 0,1 0 0,0 0 0,0 0 0,1 0 0,1 0 0,0-1 0,1 0 0,-1 0 0,2-1 0,7 10 0,-12-17-1,0 0 0,0-1 0,0 1 1,0-1-1,0 1 0,0-1 0,0 0 0,1 0 1,-1 0-1,1 0 0,-1 0 0,0 0 1,1-1-1,-1 1 0,1-1 0,0 0 1,-1 0-1,1 0 0,-1 0 0,1 0 0,-1 0 1,1-1-1,-1 1 0,1-1 0,-1 1 1,1-1-1,-1 0 0,0 0 0,1-1 1,-1 1-1,0 0 0,0-1 0,0 1 0,0-1 1,0 0-1,0 1 0,3-5 0,-1-4 1,0-1 1,-1 0-1,0 0 0,0 0 0,-1 0 0,1-15 0,1-6 14,-4 32-14,0-1 0,0 1 0,0-1 0,0 1 1,0-1-1,1 1 0,-1-1 0,0 1 0,0 0 0,1-1 0,-1 1 0,0-1 0,0 1 1,1 0-1,-1-1 0,0 1 0,1 0 0,-1-1 0,1 1 0,-1 0 0,0 0 1,1-1-1,-1 1 0,1 0 0,-1 0 0,1 0 0,-1 0 0,1 0 0,-1-1 0,1 1 1,-1 0-1,0 0 0,1 0 0,-1 0 0,1 0 0,-1 1 0,1-1 0,-1 0 0,1 0 1,-1 0-1,1 0 0,-1 0 0,1 1 0,-1-1 0,0 0 0,1 0 0,-1 1 1,1-1-1,-1 0 0,0 0 0,1 1 0,21 16 2,7 25-2,-21-31 0,0 0-1,17 19 1,-23-28-8,1 0 0,-1 0-1,1-1 1,0 1 0,-1-1 0,1 1 0,0-1 0,0 0 0,0 0 0,0-1 0,0 1 0,0-1 0,1 1 0,-1-1 0,0 0 0,0 0 0,0 0 0,0-1-1,0 1 1,0-1 0,4 0 0,16-9-413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1.270"/>
    </inkml:context>
    <inkml:brush xml:id="br0">
      <inkml:brushProperty name="width" value="0.035" units="cm"/>
      <inkml:brushProperty name="height" value="0.035" units="cm"/>
      <inkml:brushProperty name="color" value="#5B2D90"/>
    </inkml:brush>
  </inkml:definitions>
  <inkml:trace contextRef="#ctx0" brushRef="#br0">0 0 32271,'0'0'445,"0"37"-433,1 121 0,0-109-10,2 1 1,2-1-1,2 0 0,20 69 0,-24-104-2,0 0 0,1 0 0,1-1-1,0 1 1,1-1 0,0 0 0,1-1 0,12 16 0,-19-28-3,0 0 0,0 1 0,0-1 1,0 0-1,1 1 0,-1-1 1,0 0-1,0 0 0,1 1 0,-1-1 1,0 0-1,1 0 0,-1 1 0,0-1 1,1 0-1,-1 0 0,0 0 0,1 0 1,-1 0-1,0 1 0,1-1 0,-1 0 1,0 0-1,1 0 0,-1 0 0,0 0 1,1 0-1,-1 0 0,0 0 1,1 0-1,-1 0 0,1-1 0,-1 1 1,0 0-1,1 0 0,-1 0 0,0 0 1,1 0-1,-1-1 0,0 1 0,1 0 1,5-15-737,-4-10-2215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1.429"/>
    </inkml:context>
    <inkml:brush xml:id="br0">
      <inkml:brushProperty name="width" value="0.035" units="cm"/>
      <inkml:brushProperty name="height" value="0.035" units="cm"/>
      <inkml:brushProperty name="color" value="#5B2D90"/>
    </inkml:brush>
  </inkml:definitions>
  <inkml:trace contextRef="#ctx0" brushRef="#br0">0 1 32311,'0'0'232,"215"9"-232,-142-9-64,-10 0-336</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1.905"/>
    </inkml:context>
    <inkml:brush xml:id="br0">
      <inkml:brushProperty name="width" value="0.035" units="cm"/>
      <inkml:brushProperty name="height" value="0.035" units="cm"/>
      <inkml:brushProperty name="color" value="#5B2D90"/>
    </inkml:brush>
  </inkml:definitions>
  <inkml:trace contextRef="#ctx0" brushRef="#br0">0 87 32447,'0'0'288,"29"5"-281,94 16-6,-106-18-1,-1 1 0,1 0 0,-1 2 0,0 0 0,-1 0 0,20 12 0,-30-15 0,0 1 0,0 0 0,0 0 0,0 0 0,0 0 0,-1 1 0,1 0-1,-1 0 1,-1 0 0,1 0 0,-1 1 0,0-1 0,0 1 0,0 0 0,-1 0 0,2 7 0,-3-10-1,-1 0 0,1 0 0,-1 0 0,0-1 0,0 1 0,0 0 0,0 0 0,-1 0 0,1 0 0,-1 0 0,0 0 0,0-1 0,0 1 0,0 0 0,0 0 0,0-1 0,-1 1 0,1-1 0,-1 0 0,0 1 0,0-1 0,0 0 0,0 0 0,0 0 0,0 0 0,-1 0 0,1-1 0,0 1 0,-1 0 0,0-1 0,1 0 0,-1 0 0,-4 1 0,-6 3-3,-1-1-1,0 0 0,0-1 1,0-1-1,-22 2 0,34-4 5,0 0 1,0 1-1,0-1 0,0 0 0,0 0 0,0 0 0,0 0 0,0-1 0,0 1 1,0 0-1,0-1 0,0 0 0,0 1 0,0-1 0,0 0 0,0 0 1,-3-2-1,4 1 0,0-1 0,-1 1 1,1-1-1,1 0 0,-1 1 1,0-1-1,1 0 0,-1 1 0,1-1 1,0 0-1,0 0 0,0 0 1,0-3-1,-1-6 0,1 0 0,0 1 0,1-1 0,0 0-1,1 1 1,1-1 0,-1 1 0,2 0 0,-1 0 0,2 0 0,6-12 0,-3 7-2,2 1 1,0 1 0,0 0 0,2 0 0,-1 1 0,16-13-1,-21 21 2,0 0 0,1 1-1,-1 0 1,1 1-1,0-1 1,0 1 0,0 0-1,0 1 1,0 0 0,0 0-1,1 0 1,-1 1-1,1 0 1,-1 1 0,1 0-1,13 1 1,-16 0 0,-1 1 1,0-1-1,1 1 0,-1 0 1,0 0-1,0 1 1,0-1-1,0 1 0,0 0 1,-1 0-1,1 0 1,-1 0-1,0 1 0,0-1 1,0 1-1,0 0 0,-1 0 1,0 0-1,1 0 1,2 9-1,2 3 2,-1 1-1,0 0 1,-1 0-1,3 23 1,-4 22-59,-7-56-351,-11-5-1143</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2.079"/>
    </inkml:context>
    <inkml:brush xml:id="br0">
      <inkml:brushProperty name="width" value="0.035" units="cm"/>
      <inkml:brushProperty name="height" value="0.035" units="cm"/>
      <inkml:brushProperty name="color" value="#5B2D90"/>
    </inkml:brush>
  </inkml:definitions>
  <inkml:trace contextRef="#ctx0" brushRef="#br0">0 1 32399,'0'0'328,"24"27"-456,-5-7-1008</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2.461"/>
    </inkml:context>
    <inkml:brush xml:id="br0">
      <inkml:brushProperty name="width" value="0.035" units="cm"/>
      <inkml:brushProperty name="height" value="0.035" units="cm"/>
      <inkml:brushProperty name="color" value="#5B2D90"/>
    </inkml:brush>
  </inkml:definitions>
  <inkml:trace contextRef="#ctx0" brushRef="#br0">0 1 32375,'180'171'167,"-147"-135"-125,-27-22-16,0 16 33,15 43 0,-13-52-58,-2 0 0,-1 0 0,0 0 0,-1 0 0,0 26 0,-4-47-8,0-4 0,1-12 7,1 1 0,0-1 0,1 0-1,0 1 1,1 0 0,1 0 0,11-22 0,-7 17 0,1 1 0,1 0 0,1 1 0,1 0 0,16-17 0,-23 28-1,1 0 1,0 1-1,1 0 0,14-9 0,-19 13 1,0 0 0,1 0-1,-1 1 1,0-1 0,1 1-1,-1 0 1,1 0-1,-1 0 1,1 1 0,0-1-1,-1 1 1,1 0 0,0 0-1,0 0 1,4 1 0,-6 0-1,-1-1 1,1 1 0,-1 0 0,1 0-1,-1 0 1,0 0 0,1 0-1,-1 0 1,0 0 0,0 0 0,0 0-1,0 1 1,0-1 0,0 0-1,0 1 1,0-1 0,0 1 0,-1-1-1,1 1 1,-1-1 0,1 1 0,-1 0-1,1-1 1,-1 4 0,2 45 0,-2-40 0,-12 229-61,12-236-26,-1-1 27,1-1 1,-1 0 0,1 0-1,0 0 1,0 0-1,0 1 1,0-1-1,0 0 1,0 0-1,0 0 1,0 1-1,1-1 1,-1 0-1,0 0 1,1 0 0,0 2-1,7-2-2558</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2.828"/>
    </inkml:context>
    <inkml:brush xml:id="br0">
      <inkml:brushProperty name="width" value="0.035" units="cm"/>
      <inkml:brushProperty name="height" value="0.035" units="cm"/>
      <inkml:brushProperty name="color" value="#5B2D90"/>
    </inkml:brush>
  </inkml:definitions>
  <inkml:trace contextRef="#ctx0" brushRef="#br0">199 1 29494,'0'0'3230,"-24"4"-3219,-75 19-4,95-22-7,0 0 0,1 1 0,-1-1 0,1 1 1,-1-1-1,1 1 0,-7 5 0,0 9 0,7-8 0,0-3 0,2 0 0,-1 0 0,0 0 0,1 0 0,0 0 0,0 0 0,1 0 0,-1 0 0,1 0 0,1 8 0,-1-2-1,0-10 0,0 0 1,1 0 0,-1 0 0,0 0 0,1 0-1,-1 0 1,1 0 0,-1 0 0,1 0-1,-1 0 1,1 0 0,0 0 0,-1 0 0,1-1-1,0 1 1,0 0 0,0 0 0,-1-1-1,1 1 1,0-1 0,0 1 0,0-1 0,0 1-1,0-1 1,0 1 0,0-1 0,0 0-1,0 0 1,1 1 0,-1-1 0,1 0 0,42 2 5,-36-2-3,31-1-1,42 1-1,-73 0 0,0 1 0,0 0 0,0 1-1,0-1 1,0 1 0,0 1 0,8 3 0,-16-6-1,1 0 0,0 1 0,0-1 1,0 0-1,-1 1 0,1-1 1,0 0-1,-1 1 0,1-1 0,0 1 1,-1-1-1,1 1 0,0 0 0,-1-1 1,1 1-1,-1-1 0,1 1 0,-1 0 1,1 0-1,-1-1 0,0 1 1,1 0-1,-1 0 0,0-1 0,0 1 1,1 0-1,-1 0 0,0 0 0,0-1 1,0 1-1,0 0 0,0 0 0,0 0 1,0 0-1,0-1 0,0 1 0,-1 0 1,1 0-1,0 0 0,-1-1 1,1 1-1,0 0 0,-1 0 0,1-1 1,-1 1-1,1 0 0,-1-1 0,1 1 1,-1 0-1,1-1 0,-1 1 0,0-1 1,1 1-1,-2 0 0,-3 2-1,0 1 0,0 0 0,0-1 0,-1 0-1,-9 4 1,-12 2-49,0-1 1,-1-1-1,1-1 0,-1-1 0,-1-2 0,-35 0 0,45-3-874</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3.050"/>
    </inkml:context>
    <inkml:brush xml:id="br0">
      <inkml:brushProperty name="width" value="0.035" units="cm"/>
      <inkml:brushProperty name="height" value="0.035" units="cm"/>
      <inkml:brushProperty name="color" value="#5B2D90"/>
    </inkml:brush>
  </inkml:definitions>
  <inkml:trace contextRef="#ctx0" brushRef="#br0">0 0 3417,'0'0'29326,"14"122"-29326,-14-92 0,0-6 0,0 0 8,0-7-8,0-2-16,0-3-40,0-9-200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3.209"/>
    </inkml:context>
    <inkml:brush xml:id="br0">
      <inkml:brushProperty name="width" value="0.035" units="cm"/>
      <inkml:brushProperty name="height" value="0.035" units="cm"/>
      <inkml:brushProperty name="color" value="#5B2D90"/>
    </inkml:brush>
  </inkml:definitions>
  <inkml:trace contextRef="#ctx0" brushRef="#br0">0 16 32295,'0'0'360,"37"-15"-1608</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3.479"/>
    </inkml:context>
    <inkml:brush xml:id="br0">
      <inkml:brushProperty name="width" value="0.035" units="cm"/>
      <inkml:brushProperty name="height" value="0.035" units="cm"/>
      <inkml:brushProperty name="color" value="#5B2D90"/>
    </inkml:brush>
  </inkml:definitions>
  <inkml:trace contextRef="#ctx0" brushRef="#br0">239 1 21269,'0'0'11474,"-24"25"-11466,-77 80-1,83-87-7,2 0 1,0 1-1,-22 33 0,34-45 0,0 1 0,1 0 0,0 0 0,0 1 0,1-1 0,0 0 0,0 1 0,1 0 0,0-1 0,1 15 0,0-23 0,0 1 0,0 0 0,0 0 0,1 0 0,-1-1 0,0 1 0,0 0 0,1-1 0,-1 1 0,0 0 0,1 0 0,-1-1 0,1 1 0,-1-1 0,1 1 0,-1 0 0,1-1 0,-1 1 0,1-1 0,0 1 0,-1-1 0,1 0 0,0 1 0,-1-1 0,3 1 0,27 5 0,37-8-1,-63 2 1,5-2-1,0 1 1,0-1 0,0 0 0,0-1-1,0 0 1,-1-1 0,1 1 0,13-10-1,-2 0-124,-1-1-1,21-21 0,5-9-1237</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3.732"/>
    </inkml:context>
    <inkml:brush xml:id="br0">
      <inkml:brushProperty name="width" value="0.035" units="cm"/>
      <inkml:brushProperty name="height" value="0.035" units="cm"/>
      <inkml:brushProperty name="color" value="#5B2D90"/>
    </inkml:brush>
  </inkml:definitions>
  <inkml:trace contextRef="#ctx0" brushRef="#br0">288 1 32495,'0'0'232,"34"31"-224,-4-4-6,-6-6 0,0 1 0,-1 1-1,-1 1 1,-1 1 0,-2 1 0,0 1-1,25 50 1,-22-30 0,-2 2 0,-3 0-1,-1 1 1,-3 1 0,-2 0 0,-2 1-1,-3 0 1,0 55 0,-5-85-2,-2 0 0,0 0 0,-1 0 0,-1 0 0,-1-1 0,-1 0 0,-1 1 0,-1-2 0,-1 1 0,-1-1 0,0 0 0,-2-1 0,0 0 0,-22 28 0,10-21-1,-2-1 0,-1 0-1,0-2 1,-2-1 0,-1-1 0,0-2 0,-43 21 0,-82 38-31,8-23-71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19.998"/>
    </inkml:context>
    <inkml:brush xml:id="br0">
      <inkml:brushProperty name="width" value="0.035" units="cm"/>
      <inkml:brushProperty name="height" value="0.035" units="cm"/>
      <inkml:brushProperty name="color" value="#FF0066"/>
    </inkml:brush>
  </inkml:definitions>
  <inkml:trace contextRef="#ctx0" brushRef="#br0">682 23 31727,'0'0'957,"-12"6"-882,5-7-75,0 0 0,0 0 0,-1 0 0,-12-6 0,-23-3 0,23 7 0,1 1 0,-1 0 0,0 2 0,0 1 0,0 0 0,0 1 0,1 1 0,-1 1 0,1 1 0,0 1 0,0 0 0,-20 11 0,8-2 0,1 2 0,1 2 0,1 0 0,0 2 0,-33 33 0,51-44 0,1 0 0,0 1 0,0 0 0,2 0 0,-1 1 0,1 1 0,1-1 0,0 1 0,1 0 0,0 0 0,1 0 0,1 1 0,0-1 0,1 1 0,0 0 0,0 16 0,3-23 0,-1 0 0,1 1 0,0-1 0,0 0 0,1 0 0,0 0 0,1 0 0,-1 0 0,1 0 0,0 0 0,1-1 0,6 10 0,-3-7 0,1 0 0,0-1 0,1 0 0,-1 0 0,1 0 0,1-1 0,13 7 0,-3-3 0,0-1 0,1-1 0,0-1 0,1-1 0,0 0 0,0-2 0,40 4 0,-26-6-1,1-1-1,68-7 1,-84 2-13,1-1 0,-1-1 0,0-1 1,-1 0-1,40-19 0,0-10-219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0.795"/>
    </inkml:context>
    <inkml:brush xml:id="br0">
      <inkml:brushProperty name="width" value="0.035" units="cm"/>
      <inkml:brushProperty name="height" value="0.035" units="cm"/>
      <inkml:brushProperty name="color" value="#FF0066"/>
    </inkml:brush>
  </inkml:definitions>
  <inkml:trace contextRef="#ctx0" brushRef="#br0">174 66 31975,'0'0'729,"0"-10"-715,-2-30-5,2 40-9,0-1 1,0 0 0,-1 0-1,1 0 1,0 1-1,-1-1 1,1 0-1,-1 0 1,1 1-1,-1-1 1,0 0-1,1 1 1,-1-1-1,0 1 1,1-1-1,-1 0 1,0 1-1,1 0 1,-1-1-1,0 1 1,0-1-1,0 1 1,0 0-1,1 0 1,-1-1-1,0 1 1,-1 0-1,-25-1 2,21 2-2,-2-2 0,1 1 0,-1 1 0,1-1 0,-1 1 0,1 0 0,0 1 0,0 0 0,-8 3 0,12-3 0,0-1 0,0 1 0,1 0 0,-1 0 0,0 1 0,1-1 0,0 0 0,0 1 0,-1 0 0,1-1 0,1 1 0,-1 0 0,0 0 0,1 0 0,-1 0 0,1 0 0,0 1 0,0-1 0,0 0 0,0 6 0,-1-1-1,1 0 1,0 1-1,0-1 1,1 1-1,0 0 1,2 13-1,-2-20 1,1 0 0,-1 0 0,1 1-1,0-1 1,-1 0 0,1 0 0,0 1 0,1-1 0,-1 0 0,0 0-1,0 0 1,1-1 0,-1 1 0,1 0 0,0 0 0,0-1 0,-1 1 0,1-1-1,0 0 1,0 1 0,0-1 0,0 0 0,1 0 0,-1 0 0,0-1-1,0 1 1,1 0 0,2 0 0,5 0-4,1 0 0,-1 0 0,1-1 0,-1 0 0,1-1 0,-1 0 0,1 0 0,-1-2 0,0 1 0,0-1 0,0 0 0,12-6 0,-17 6 2,0 0 0,-1 1 0,1-1 0,0-1 0,-1 1 0,0-1-1,0 0 1,0 0 0,0 0 0,-1 0 0,1-1 0,-1 1 0,0-1 0,-1 0 0,1 0 0,-1 0 0,0 0 0,0-1-1,0 1 1,-1 0 0,0-1 0,0 1 0,0-1 0,-1-8 0,0 11 6,0-1-1,0 1 1,0 0 0,-1-1 0,1 1-1,-1 0 1,-2-7 0,3 9-3,-1 0 1,0 0-1,1 0 0,-1 0 1,0 0-1,0 0 0,0 0 0,0 1 1,0-1-1,0 0 0,0 1 1,0-1-1,0 0 0,0 1 1,0-1-1,0 1 0,0 0 0,0-1 1,-1 1-1,1 0 0,0 0 1,0-1-1,-1 1 0,1 0 1,-2 1-1,3-1-1,-1 1 0,1-1 0,-1 1 0,1-1 0,0 1 0,-1-1 0,1 1 1,0 0-1,0-1 0,-1 1 0,1-1 0,0 1 0,0 0 0,0-1 0,0 1 0,0 0 0,0-1 0,0 1 0,0 0 0,0-1 0,0 1 0,1 1 1,-1-1-2,0 4-1,0 0-1,0 0 1,1 0 0,0 0-1,0-1 1,0 1-1,0 0 1,1-1-1,0 1 1,0-1-1,0 0 1,0 1 0,1-1-1,0 0 1,-1 0-1,2-1 1,-1 1-1,0-1 1,1 1-1,-1-1 1,1 0 0,0 0-1,0-1 1,0 1-1,1-1 1,-1 0-1,1 0 1,-1 0 0,1-1-1,-1 0 1,1 1-1,0-2 1,0 1-1,-1 0 1,1-1-1,0 0 1,0 0 0,0-1-1,0 1 1,-1-1-1,1 0 1,0 0-1,-1-1 1,1 1-1,-1-1 1,9-4 0,-2-1-170,-1 0 0,1-1 0,-2 1 0,1-2 1,8-9-1,7-10-1565</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1.384"/>
    </inkml:context>
    <inkml:brush xml:id="br0">
      <inkml:brushProperty name="width" value="0.035" units="cm"/>
      <inkml:brushProperty name="height" value="0.035" units="cm"/>
      <inkml:brushProperty name="color" value="#FF0066"/>
    </inkml:brush>
  </inkml:definitions>
  <inkml:trace contextRef="#ctx0" brushRef="#br0">14 120 31287,'0'0'1233,"-2"11"-1205,0-3-24,-1-1-1,1 0 0,1 1-1,0-1 1,0 1 0,0-1-1,1 9 1,0-13-3,0-1 1,1 0-1,-1 0 0,1 0 1,-1 0-1,1 0 0,0 0 1,0 0-1,0 0 0,0 0 1,0 0-1,0 0 0,0-1 1,1 1-1,-1 0 0,1-1 1,-1 1-1,1-1 1,-1 1-1,1-1 0,0 0 1,0 0-1,0 0 0,0 0 1,0 0-1,0 0 0,0 0 1,0-1-1,0 1 0,3 0 1,2 0-33,0 0 0,0 0 1,0-1-1,0 0 0,0 0 1,0 0-1,0-1 0,0 0 1,0-1-1,0 1 0,0-1 1,0-1-1,-1 1 0,1-1 1,-1 0-1,0-1 0,0 1 1,0-1-1,0-1 0,-1 1 1,1-1-1,-1 0 0,0 0 0,-1 0 1,1-1-1,-1 1 0,5-9 1,-7 8 62,0 1 0,0 0 0,0-1 0,-1 0 0,0 1 0,0-1 0,0 0 0,0 0 1,-1 1-1,0-1 0,-1 0 0,-1-10 0,2 16-20,0 0 1,-1 0-1,1-1 0,0 1 1,-1 0-1,1 0 1,0 0-1,-1 0 1,1-1-1,0 1 0,-1 0 1,1 0-1,0 0 1,-1 0-1,1 0 0,0 0 1,-1 0-1,1 0 1,0 0-1,-1 0 0,1 0 1,-1 0-1,1 0 1,0 0-1,-1 0 0,1 1 1,0-1-1,-1 0 1,1 0-1,0 0 0,-1 0 1,1 1-1,0-1 1,0 0-1,-1 0 0,1 1 1,-1-1-1,1 12-5,0 0 0,0 0 0,0 1 0,2-1 0,-1 0 0,6 21 0,-6-30-6,1 0 0,-1 0 0,0 0 0,1 0 0,0 0 0,0-1 0,0 1 0,0-1 0,0 1 0,0-1 0,1 0 0,-1 1 0,1-1 0,-1 0 0,1-1 0,0 1 0,0 0 0,0-1 0,0 0 0,0 0 0,0 0 0,0 0 0,0 0 0,0 0 0,1-1 0,-1 0 0,4 1 0,-2-1-10,0 0 0,0 0 0,0 0 0,0-1 0,-1 1 0,1-1 0,0-1 0,0 1 0,0 0 1,-1-1-1,1 0 0,0 0 0,-1-1 0,0 1 0,0-1 0,0 0 0,0 0 0,0 0 0,0-1 1,-1 1-1,1-1 0,-1 0 0,0 0 0,0 0 0,-1 0 0,1-1 0,-1 1 0,0-1 0,0 1 0,-1-1 1,1 0-1,-1 0 0,0 0 0,1-8 0,0-2 21,-1-1 1,0 1-1,-1-1 0,0 1 1,-4-22-1,3 36-4,1 0 0,-1 0 0,1 0 0,-1-1-1,1 1 1,-1 0 0,0 0 0,0 0 0,0 0 0,1 0 0,-1 0 0,0 0 0,0 1 0,0-1 0,0 0-1,-1 0 1,1 1 0,0-1 0,0 1 0,0-1 0,0 1 0,-1-1 0,1 1 0,0 0 0,0 0 0,-1-1-1,1 1 1,0 0 0,-1 0 0,1 0 0,0 0 0,-2 1 0,2 0-6,1 0 0,-1 0 0,1 0-1,-1 0 1,1 0 0,-1 0 0,1 0 0,0 0 0,-1 0 0,1 1 0,0-1 0,0 0-1,0 0 1,0 0 0,0 0 0,0 0 0,0 1 0,0-1 0,1 1 0,-1 3 2,1-1-2,0 0 0,0 1 0,0-1 0,0 0 0,1 0 0,-1 0 0,1 0 0,0 0 0,1-1 0,-1 1 0,0-1 0,1 1 0,0-1 0,0 0 0,0 0 0,5 4 0,10 8 1,35 23 0,-38-29 0,4 3-2,27 19 0,-43-29 0,-1 0 0,0 0 0,1 0 0,-1 0 0,0 1 0,0-1 0,0 0 0,0 1 0,-1 0 0,1-1 0,-1 1 0,1 0 0,0 3 0,-1-3-1,-1-1 0,0 1-1,1-1 1,-1 1 0,0-1 0,0 1 0,0-1-1,0 1 1,-1 0 0,1-1 0,-1 1 0,0-1-1,1 0 1,-1 1 0,0-1 0,0 1 0,-1-1-1,1 0 1,0 0 0,-4 4 0,1-2-35,-1 0 0,-1 0 1,1-1-1,0 1 0,-1-1 1,-8 4-1,1-1-112,-11 6-453</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2.039"/>
    </inkml:context>
    <inkml:brush xml:id="br0">
      <inkml:brushProperty name="width" value="0.035" units="cm"/>
      <inkml:brushProperty name="height" value="0.035" units="cm"/>
      <inkml:brushProperty name="color" value="#FF0066"/>
    </inkml:brush>
  </inkml:definitions>
  <inkml:trace contextRef="#ctx0" brushRef="#br0">1 181 31847,'0'0'640,"23"-4"-627,77-18-10,-94 21-4,0-1 1,0 1-1,-1-1 1,1-1-1,0 1 1,-1-1-1,0 0 1,0 0-1,0-1 1,0 0-1,0 1 1,-1-2-1,7-6 1,-9 7 1,1 0 0,-1-1 0,0 1 0,0-1 1,0 1-1,-1-1 0,0 0 0,0 0 0,0 0 0,0 1 1,-1-1-1,0-9 0,0 12 0,0 1 0,0 0 0,0 0 1,0-1-1,-1 1 0,1 0 0,0 0 0,-1-1 1,1 1-1,-1 0 0,1 0 0,-1 0 0,0 0 0,0 0 1,1 0-1,-1 0 0,0 0 0,0 0 0,0 0 1,0 0-1,0 0 0,-2 0 0,0-1 1,-1 0 0,1 1 0,-1-1 0,0 1 0,1 0 0,-1 0 0,-6 0 0,-3 0-3,0 0 1,0 1 0,-23 4-1,32-3 2,0 0-1,0 0 0,0 1 1,0 0-1,0-1 0,0 1 0,1 1 1,-1-1-1,1 0 0,-1 1 1,1 0-1,0 0 0,0 0 1,0 0-1,0 0 0,1 1 1,-1-1-1,1 1 0,0 0 1,0 0-1,0-1 0,1 1 0,-1 0 1,-1 8-1,-1 5 6,1 0 0,0 0 0,1 0 0,0 30 0,2-40-5,0 0 1,0 0-1,1 0 1,0 0 0,0 0-1,1-1 1,0 1-1,0 0 1,0-1 0,5 10-1,-4-13 0,-1 0 0,1 0 0,-1 0 0,1 0 1,0 0-1,0-1 0,0 1 0,0-1 0,1 0 0,-1 0 0,1 0 0,-1-1 0,1 1 0,0-1 0,0 0 0,-1 0 0,1 0 0,0 0 1,0-1-1,6 1 0,0 0-1,-1 0 1,1-1 0,-1 0-1,1-1 1,-1 0 0,0 0-1,1-1 1,-1 0 0,0 0-1,0-1 1,0-1 0,0 0-1,9-5 1,0-1-1,113-70-9,-117 70 8,-1-1 0,0 0 0,0 0 0,-1-2 0,0 1 0,18-28 0,-29 38 1,1-1 0,-1 1 1,0 0-1,1-1 0,-1 1 0,0-1 0,0 1 1,-1-1-1,1 0 0,-1 1 0,1-1 0,-1 0 1,0 1-1,0-1 0,0 0 0,0 1 0,0-1 1,-1 0-1,1 1 0,-2-5 0,0 5 1,1 0-1,0 0 1,-1 0-1,1 0 0,-1 0 1,0 1-1,1-1 1,-1 1-1,0-1 1,0 1-1,0 0 0,0-1 1,-1 1-1,1 0 1,0 0-1,0 1 1,-1-1-1,1 0 1,0 1-1,-1-1 0,1 1 1,0 0-1,-4 0 1,-5-1 5,5 0-2,-1 0-1,1 1 1,-1 0 0,1 0 0,-1 1 0,-9 1 0,15-1-3,1 0-1,-1-1 1,0 1-1,1 0 1,-1 0-1,0 0 1,1-1 0,-1 1-1,1 0 1,-1 0-1,1 0 1,-1 0 0,1 0-1,0 0 1,0 0-1,-1 0 1,1 0 0,0 0-1,0 0 1,0 0-1,0 0 1,0 0-1,0 0 1,0 0 0,1 0-1,-1 0 1,0 1-1,1 2 1,0-1 0,-1 1 0,1-1 0,1 1-1,-1-1 1,0 0 0,4 5 0,5 4 0,0-1 1,1-1-1,1 0 1,0-1-1,19 12 1,17 13-2,-30-20-1,-8-7 2,0 1-1,16 16 1,-24-22-2,0 0 1,-1 1-1,1-1 1,0 0-1,-1 1 0,1-1 1,-1 1-1,0-1 1,0 1-1,0 0 1,0 0-1,-1-1 0,1 1 1,-1 0-1,1 0 1,-1 0-1,0 5 1,-1-7-2,0 1 1,1 0-1,-1-1 0,0 1 1,0-1-1,0 1 1,0-1-1,0 0 1,-1 1-1,1-1 1,0 0-1,-1 0 1,1 0-1,-1 0 0,1 0 1,-1 0-1,1 0 1,-1 0-1,-2 0 1,-35 12-216,9-10-478</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2.228"/>
    </inkml:context>
    <inkml:brush xml:id="br0">
      <inkml:brushProperty name="width" value="0.035" units="cm"/>
      <inkml:brushProperty name="height" value="0.035" units="cm"/>
      <inkml:brushProperty name="color" value="#FF0066"/>
    </inkml:brush>
  </inkml:definitions>
  <inkml:trace contextRef="#ctx0" brushRef="#br0">1 123 21629,'0'0'11098,"208"-36"-11090,-158 15-8,6-8-32,-17 8-88,-9 6-1224</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3.138"/>
    </inkml:context>
    <inkml:brush xml:id="br0">
      <inkml:brushProperty name="width" value="0.035" units="cm"/>
      <inkml:brushProperty name="height" value="0.035" units="cm"/>
      <inkml:brushProperty name="color" value="#FF0066"/>
    </inkml:brush>
  </inkml:definitions>
  <inkml:trace contextRef="#ctx0" brushRef="#br0">579 14 32335,'0'0'367,"0"-1"-366,0 1 0,0-1 1,0 1-1,0-1 1,0 1-1,0-1 0,0 1 1,-1-1-1,1 1 0,0-1 1,0 1-1,0-1 1,-1 1-1,1-1 0,0 1 1,-1 0-1,1-1 0,0 1 1,-1-1-1,1 1 1,0 0-1,-1-1 0,1 1 1,-1 0-1,1 0 1,-1-1-1,1 1 0,-1 0 1,-3 0-2,-12-1 0,1 1 0,-1 0 0,1 1 0,0 1 0,-1 0 1,1 2-1,0-1 0,0 2 0,-18 8 0,-7 6 1,2 3 0,1 1 0,1 2-1,-35 30 1,53-39 0,1 0-1,0 2 1,1 0-1,1 1 0,1 0 1,1 1-1,0 1 1,-18 43-1,27-54 0,1 0 0,0 0 0,0 1 0,1-1 0,0 1 0,1 0 0,0 0 0,1-1 0,0 1 0,1 0 0,0 0 0,0-1 0,5 16 0,-3-19 0,-1 0 0,1 0 0,0-1 0,1 0 0,0 0 0,0 0 0,0 0 0,0 0 0,1-1 0,0 0 0,0 0 0,1 0 0,-1-1 0,1 1 0,0-1 0,0-1 0,1 1 0,-1-1 0,1 0 0,12 3 0,1-1 0,1-1 0,0-2 0,0 0 0,0-1 0,22-1 0,-17 0 0,-16-1 0,-1 0 0,1 0-1,0-1 1,-1 0 0,0-1 0,1 0 0,-1 0-1,0-1 1,0 0 0,-1-1 0,1 0-1,-1 0 1,0-1 0,13-11 0,-16 12 0,0 1-1,-1-1 1,0 0 0,0 0 0,0-1 0,0 1-1,-1-1 1,0 0 0,0 0 0,0 0-1,-1 0 1,0 0 0,0-1 0,0 1 0,-1-1-1,0 1 1,-1-1 0,1 1 0,-1-1 0,0 0-1,-1 1 1,-2-12 0,2 15 0,-1-1 0,0 1-1,0 0 1,0-1 0,0 1 0,0 0-1,0 0 1,-1 1 0,0-1 0,0 0 0,1 1-1,-1 0 1,-1-1 0,1 1 0,0 1-1,0-1 1,-1 0 0,1 1 0,-5-2 0,-5-2-2,-1 1 1,-24-4 0,35 7 9,22 1-8,89 4 0,-96-3 0,0 1 0,1 1 0,-1 0 0,0 1 0,-1 0 0,19 10 0,-23-10 0,0 1 0,-1 0 0,1 0 0,-1 0 0,-1 1 0,1 0 0,-1 0 0,0 0 0,0 1 0,6 11 0,3 9 0,15 43 0,-13-29-1,-11-29-13,-5-11 9,0 0 0,1 1-1,-1-1 1,0 0 0,1 1-1,-1-1 1,1 0 0,0 1-1,-1-1 1,1 0 0,0 0-1,0 0 1,0 0 0,0 0-1,0 0 1,0 0 0,0 0-1,0 0 1,0 0 0,0-1-1,0 1 1,1 0 0,-1-1-1,0 1 1,1-1 0,-1 1-1,0-1 1,1 0 0,-1 1-1,0-1 1,1 0 0,-1 0-1,0 0 1,3-1 0,9 1-370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4.411"/>
    </inkml:context>
    <inkml:brush xml:id="br0">
      <inkml:brushProperty name="width" value="0.035" units="cm"/>
      <inkml:brushProperty name="height" value="0.035" units="cm"/>
      <inkml:brushProperty name="color" value="#FF0066"/>
    </inkml:brush>
  </inkml:definitions>
  <inkml:trace contextRef="#ctx0" brushRef="#br0">0 0 30254,'0'0'2464,"2"29"-2456,-2 7-7,0-7-1,1-1 0,2 0 1,11 55-1,-5-43 4,-2-5-3,1 0-1,24 63 1,-22-84 12,-10-14-21,0 0 0,0 1 0,0-1 0,0 0 0,1 0 1,-1 1-1,0-1 0,0 0 0,0 0 0,1 1 0,-1-1 0,0 0 0,0 0 0,1 0 0,-1 0 0,0 0 0,0 1 0,1-1 0,-1 0 1,0 0-1,0 0 0,1 0 0,-1 0 0,0 0 0,1 0 0,-1 0 0,0 0 0,0 0 0,1 0 0,-1 0 0,0 0 0,1 0 0,-1 0 1,0 0-1,0 0 0,1 0 0,-1-1 0,0 1 0,0 0 0,1 0 0,-1 0 0,0 0 0,0-1 0,1 1 0,-1 0 0,0 0 1,0 0-1,0-1 0,1 1 0,-1 0 0,0-1 0,8-16-736</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4.617"/>
    </inkml:context>
    <inkml:brush xml:id="br0">
      <inkml:brushProperty name="width" value="0.035" units="cm"/>
      <inkml:brushProperty name="height" value="0.035" units="cm"/>
      <inkml:brushProperty name="color" value="#FF0066"/>
    </inkml:brush>
  </inkml:definitions>
  <inkml:trace contextRef="#ctx0" brushRef="#br0">0 152 15515,'0'0'17196,"142"-80"-17196,-79 53 0,-3 6 0,-7 4-8,-10 11-48,-17 6-152,-16 0-2081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4.775"/>
    </inkml:context>
    <inkml:brush xml:id="br0">
      <inkml:brushProperty name="width" value="0.035" units="cm"/>
      <inkml:brushProperty name="height" value="0.035" units="cm"/>
      <inkml:brushProperty name="color" value="#FF0066"/>
    </inkml:brush>
  </inkml:definitions>
  <inkml:trace contextRef="#ctx0" brushRef="#br0">1 146 32231,'0'0'448,"188"-44"-448,-98 8-24,-18-3-120,-9 13-4761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5.221"/>
    </inkml:context>
    <inkml:brush xml:id="br0">
      <inkml:brushProperty name="width" value="0.035" units="cm"/>
      <inkml:brushProperty name="height" value="0.035" units="cm"/>
      <inkml:brushProperty name="color" value="#FF0066"/>
    </inkml:brush>
  </inkml:definitions>
  <inkml:trace contextRef="#ctx0" brushRef="#br0">473 0 32407,'0'0'319,"-35"17"-311,10-6-8,5-3 1,1 0 0,0 2-1,0 0 1,1 2 0,0 0-1,1 0 1,0 2 0,1 0-1,1 1 1,-24 29 0,12-3 0,2 0 0,2 1 0,2 2 1,2 0-1,2 1 0,2 1 0,1 0 1,3 1-1,2 0 0,2 1 0,2 0 1,2 0-1,4 55 0,-1-89-1,1 0 0,1 0-1,0 0 1,1-1 0,0 1 0,1-1-1,1 1 1,6 12 0,-8-20 0,1 0-1,-1-1 1,1 0 0,0 1-1,0-1 1,0-1 0,1 1 0,0-1-1,0 0 1,0 0 0,0 0-1,1 0 1,-1-1 0,1 0-1,0-1 1,0 1 0,0-1 0,0 0-1,12 2 1,1-2-13,1 0 1,-1-2-1,1 0 0,-1-1 1,0-1-1,1-1 0,18-6 1,43-20-295</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6.513"/>
    </inkml:context>
    <inkml:brush xml:id="br0">
      <inkml:brushProperty name="width" value="0.035" units="cm"/>
      <inkml:brushProperty name="height" value="0.035" units="cm"/>
      <inkml:brushProperty name="color" value="#FF0066"/>
    </inkml:brush>
  </inkml:definitions>
  <inkml:trace contextRef="#ctx0" brushRef="#br0">56 278 32111,'0'0'512,"2"27"-504,8 84-1,-1-57-6,-8-40 1,-10-29-9,-3-12 11,1-1 0,0-1 0,3 0 0,0 0 0,2 0 0,1-1 1,1 0-1,2 0 0,1 0 0,4-53 0,-2 79-3,0 0 0,0 0 0,0 1 0,1-1 0,0 0 0,-1 0 0,1 1 0,0-1 0,1 1 0,-1-1 0,0 1 0,1 0 0,0 0 0,0 0 0,0 0 0,0 1 0,0-1 0,1 1 0,-1 0 0,1 0 0,0 0 0,5-2 0,1 0 1,1 0 0,-1 1 0,1 0 0,0 1 0,0 0 0,0 0 0,14 1 0,-20 1-2,1 0 0,-1 0 0,1 0 1,-1 1-1,0 0 0,1 0 0,9 3 1,-13-3-2,-1 1 1,1-1 0,-1 0-1,1 0 1,-1 1 0,1-1 0,-1 1-1,0-1 1,1 1 0,-1-1 0,0 1-1,0 0 1,0 0 0,-1 0-1,1-1 1,0 1 0,-1 0 0,1 0-1,-1 0 1,1 0 0,-1 0-1,0 0 1,0 0 0,0 0 0,-1 3-1,1 1 1,-1 0-1,0 0 1,0 0-1,-1 0 0,0 0 1,0 0-1,0-1 0,0 1 1,-1-1-1,0 0 1,-1 1-1,1-1 0,-1-1 1,0 1-1,-5 5 1,-9 8 0,-1-2 0,-28 19 0,40-29 0,-4 1 1,-19 16 8,30-22-9,-1-1 0,0 1 1,1 0-1,0-1 0,-1 1 0,1 0 0,-1 0 0,1-1 1,0 1-1,-1 0 0,1 0 0,0 0 0,0 0 0,0 0 0,0-1 1,0 1-1,0 0 0,0 0 0,0 0 0,0 0 0,0 0 1,0-1-1,0 1 0,1 0 0,-1 0 0,0 0 0,1-1 1,-1 1-1,0 0 0,1 0 0,-1-1 0,1 1 0,-1 0 1,1-1-1,0 1 0,0 0 0,20 18 3,31 21-1,-7-5 1,-35-26-3,0-1 0,0 0 0,1 0 0,0-1 0,1 0-1,0-1 1,0-1 0,0 0 0,0 0 0,1-1 0,0-1 0,0 0 0,0-1 0,24 2 0,-21-4-2,0-1 0,0 0 0,-1-1 0,1 0 0,22-8 0,-31 8-2,1-1 0,-1-1 0,0 1 0,1-1 0,-2-1 0,1 1 0,0-1 0,-1-1 1,0 1-1,0-1 0,-1 0 0,7-9 0,-6 8-3,-2-1 1,1 1-1,-1-1 1,0 0-1,-1 0 0,0-1 1,3-13-1,-5 20 8,0 0 1,-1-1-1,1 1 0,-1 0 1,0-1-1,0 1 1,0 0-1,0-1 0,0 1 1,0 0-1,-1-1 0,1 1 1,-1 0-1,1 0 0,-1-1 1,0 1-1,0 0 1,0 0-1,0 0 0,-1 0 1,1 0-1,0 0 0,-1 0 1,0 1-1,1-1 0,-1 0 1,0 1-1,0-1 1,0 1-1,0 0 0,0 0 1,-3-2-1,-2 0 2,0 1 0,1 1-1,-1-1 1,0 1 0,0 0 0,0 0 0,0 1-1,0 0 1,0 0 0,-1 1 0,1 0-1,1 0 1,-1 1 0,0-1 0,0 2 0,-12 4-1,14-4-1,0 0-1,0 0 1,1 0-1,-1 0 1,1 1-1,0-1 1,0 1-1,0 0 0,0 0 1,1 1-1,-1-1 1,1 1-1,0 0 1,1 0-1,-1 0 1,1 0-1,0 0 1,0 1-1,1-1 0,-1 0 1,0 11-1,1-5 2,0 0-1,1 0 0,0 0 1,3 15-1,-3-22-1,1 0 1,0-1-1,0 1 1,0-1-1,1 1 0,-1-1 1,1 0-1,0 1 1,0-1-1,0 0 0,0 0 1,0 0-1,1-1 0,0 1 1,-1 0-1,6 3 1,2-1-1,0-1 0,-1 1 0,1-2 0,1 0 0,-1 0 0,0-1 0,1 0 0,0 0 0,-1-1 0,1-1 0,0 0 0,12-2 0,-2 2 0,-11 0-4,0-1 0,-1-1 1,1 0-1,-1 0 0,0-1 1,0 0-1,0 0 0,0-1 1,0 0-1,11-8 0,-10 5-7,1 0 0,-1-1-1,-1 0 1,1-1 0,-1 0 0,-1 0-1,11-16 1,-14 17 17,-1 0 0,0 0 0,-1 0 0,0-1 0,0 1 0,-1-1 0,0 0 0,-1 0 0,0 1 0,0-1 0,-1 0 1,0 0-1,0 0 0,-4-17 0,2 20 3,0 10-1,1 11 0,3-5-7,0 0 0,1 0 0,0 0 0,1-1 0,0 1 0,10 16 0,-4-6 0,-9-19-1,-1 0-1,0 0 1,1 0 0,-1 0 0,1 0-1,-1 0 1,1 0 0,0-1-1,-1 1 1,1 0 0,0 0-1,-1 0 1,1-1 0,0 1 0,0 0-1,0-1 1,0 1 0,0-1-1,0 1 1,1 0 0,-1-1-1,0-1 0,0 1 1,-1 0-1,1 0 0,0 0 1,-1-1-1,1 1 0,0 0 1,-1-1-1,1 1 0,0-1 1,-1 1-1,1-1 0,0 1 1,-1-1-1,1 1 0,-1-1 1,1 1-1,-1-1 0,0 0 1,1 0-1,4-8-6,-1 1-1,-1-1 1,5-15-1,-4 13 4,4-14 6,2 0 0,1 0-1,1 1 1,26-39-1,-38 62 0,1 1 0,-1-1-1,0 1 1,0 0 0,1-1-1,-1 1 1,0 0-1,1 0 1,-1-1 0,1 1-1,-1 0 1,0 0 0,1-1-1,-1 1 1,1 0 0,-1 0-1,0 0 1,1 0-1,-1 0 1,1 0 0,-1-1-1,1 1 1,-1 0 0,1 0-1,-1 0 1,0 1 0,1-1-1,-1 0 1,1 0-1,-1 0 1,1 0 0,-1 0-1,1 0 1,-1 1 0,0-1-1,1 0 1,-1 0 0,0 1-1,1-1 1,-1 0-1,1 1 1,-1-1 0,0 0-1,0 1 1,1 0 0,10 19 7,36 142 1,-47-161-9,0 0 0,0-1 0,0 1 0,0 0 0,1-1 0,-1 1 0,0-1 0,1 1 0,-1 0 0,0-1 0,1 1 1,-1-1-1,1 1 0,-1-1 0,1 1 0,-1-1 0,1 1 0,-1-1 0,2 1 0,7-6 2,8-26 2,-12 20-3,21-38-1,-20 35 0,1 0 0,0 0 0,1 1 0,1 0 0,11-12 0,-19 23 0,0 1 0,0 0 0,0 0 0,0 0 0,0-1 0,1 1 0,-1 0 0,0 1 0,1-1 0,-1 0 0,0 0 0,1 1 0,-1-1 0,1 0 0,-1 1 0,1 0 0,-1-1 0,1 1 0,0 0 0,-1 0 0,1 0 0,-1 0 0,1 0 0,1 0 0,-1 1 0,0 0 0,0 0 0,-1 0 0,1 0 0,-1 1 0,1-1 0,-1 0 0,0 1 0,0-1 0,1 1 0,-1-1 0,0 1 0,0 0 0,0-1 0,-1 1 0,2 3 0,2 6 0,-1 1 0,0-1 0,0 1 0,0 23 0,-3 5-9,-1-30-5,0 1 0,1-1 0,1 0 0,2 16 0,2-16-356,-1-8-1013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6.800"/>
    </inkml:context>
    <inkml:brush xml:id="br0">
      <inkml:brushProperty name="width" value="0.035" units="cm"/>
      <inkml:brushProperty name="height" value="0.035" units="cm"/>
      <inkml:brushProperty name="color" value="#FF0066"/>
    </inkml:brush>
  </inkml:definitions>
  <inkml:trace contextRef="#ctx0" brushRef="#br0">39 0 31175,'0'0'1483,"-6"21"-1470,-21 68-6,25-82-7,1-1 1,0 1-1,0 0 0,0 0 1,1 13-1,0-18 0,1 0 0,-1 0 0,0 0-1,1 0 1,0 0 0,-1 0 0,1 0 0,0 0-1,0 0 1,0 0 0,0 0 0,0-1 0,1 1-1,1 2 1,0-2 2,1 0-1,0 0 1,0 0 0,0 0-1,0 0 1,0-1 0,0 0-1,0 0 1,0 0-1,0 0 1,1-1 0,-1 0-1,0 0 1,8 0 0,-11 0-2,-1-1 1,1 1-1,0 0 1,-1 0 0,1 0-1,0 0 1,-1-1-1,1 1 1,-1 0 0,1-1-1,-1 1 1,1 0-1,-1-1 1,1 1 0,-1-1-1,1 1 1,-1-1-1,1 1 1,-1-1-1,0 1 1,1-1 0,-1 1-1,0-1 1,0 1-1,1-1 1,-1-1 0,5-24 1,-7-27-38,1 49 13,0 1 0,0-1-1,0 0 1,0 0 0,0 0-1,-1 1 1,0-1 0,1 1-1,-1-1 1,-1 1 0,-3-6-1,-11-9-645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7.150"/>
    </inkml:context>
    <inkml:brush xml:id="br0">
      <inkml:brushProperty name="width" value="0.035" units="cm"/>
      <inkml:brushProperty name="height" value="0.035" units="cm"/>
      <inkml:brushProperty name="color" value="#FF0066"/>
    </inkml:brush>
  </inkml:definitions>
  <inkml:trace contextRef="#ctx0" brushRef="#br0">0 114 31319,'0'0'1373,"6"16"-1357,0 1-13,3 8-3,2 0 0,13 24 0,-9-19 1,-12-20 1,1-1-1,1 0 0,-1 0 1,1-1-1,1 1 0,0-1 1,0 0-1,0 0 0,1-1 1,12 10-1,-19-17 0,1 1-1,-1-1 1,1 0 0,-1 0-1,1 0 1,-1 1 0,1-1-1,-1 0 1,1 0 0,-1 0-1,1 0 1,-1 0 0,1 0-1,-1 0 1,1 0-1,-1 0 1,1 0 0,0 0-1,-1 0 1,1 0 0,-1 0-1,1-1 1,-1 1 0,1 0-1,-1 0 1,1 0 0,-1-1-1,0 1 1,1 0 0,-1-1-1,1 1 1,-1 0 0,1-2-1,9-15 3,-10 15-3,91-265-83,-73 208-130,-8 30-508</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7.580"/>
    </inkml:context>
    <inkml:brush xml:id="br0">
      <inkml:brushProperty name="width" value="0.035" units="cm"/>
      <inkml:brushProperty name="height" value="0.035" units="cm"/>
      <inkml:brushProperty name="color" value="#FF0066"/>
    </inkml:brush>
  </inkml:definitions>
  <inkml:trace contextRef="#ctx0" brushRef="#br0">149 1 31135,'0'0'1523,"-22"12"-1510,-65 42-4,85-53-8,-1 0 0,1 1 0,0 0 0,-1-1 0,1 1 0,0 0-1,0 0 1,1 0 0,-1 0 0,0 1 0,1-1 0,-1 0 0,1 1-1,0-1 1,-1 1 0,1-1 0,1 1 0,-1 0 0,0-1 0,1 1 0,-1 0-1,1 4 1,-1 2 1,-1 1 1,1 1 0,0 0 0,1 0 0,0 0 0,3 20 0,-2-30-3,-1-1 1,0 1-1,1 0 0,-1-1 0,1 1 0,-1-1 0,1 1 1,-1-1-1,1 1 0,-1-1 0,1 1 0,-1-1 0,1 1 0,0-1 1,-1 0-1,1 1 0,0-1 0,0 0 0,-1 1 0,1-1 0,0 0 1,-1 0-1,1 0 0,1 0 0,22 1 3,-17-1-3,1 0 0,0-1-1,0 0 1,0 0 0,0-1-1,0 1 1,0-2 0,-1 1 0,1-1-1,-1 0 1,1-1 0,-1 0-1,0 0 1,-1-1 0,1 1-1,-1-1 1,0-1 0,0 1-1,0-1 1,-1 0 0,0 0 0,0-1-1,-1 0 1,1 0 0,-2 0-1,6-12 1,-7 10 2,0-1 0,0 1 0,-1-1-1,-1-12 1,1 27-2,-1 1 0,1 0 0,0 0 0,1-1 0,-1 1 0,1-1 0,0 1 0,0-1 0,1 0 0,0 1 0,0-1 0,0-1 0,0 1 0,1 0 0,0-1 0,0 0 0,0 0-1,0 0 1,1 0 0,-1-1 0,1 1 0,0-1 0,0-1 0,0 1 0,1-1 0,-1 1 0,10 1 0,-10-3 0,0-1 0,0 0 0,0 0 0,0 0-1,0 0 1,-1-1 0,1 0 0,0 0 0,0 0 0,-1-1 0,1 1 0,-1-1 0,1 0-1,6-4 1,0-2-46,-1-1-1,0 0 1,17-20-1,-19 21-1,31-34-636</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7.802"/>
    </inkml:context>
    <inkml:brush xml:id="br0">
      <inkml:brushProperty name="width" value="0.035" units="cm"/>
      <inkml:brushProperty name="height" value="0.035" units="cm"/>
      <inkml:brushProperty name="color" value="#FF0066"/>
    </inkml:brush>
  </inkml:definitions>
  <inkml:trace contextRef="#ctx0" brushRef="#br0">84 0 30519,'0'0'2220,"-7"27"-2209,1-8-11,-7 28 4,-11 86 0,-5 142-11,29-270-67,0-5 45,0 0-1,0 1 1,0-1 0,0 0 0,0 1-1,0-1 1,0 0 0,0 0-1,0 1 1,0-1 0,0 0 0,0 1-1,0-1 1,0 0 0,0 1-1,0-1 1,0 0 0,0 0 0,0 1-1,0-1 1,-1 0 0,1 1-1,0-1 1,0 0 0,0 0 0,-1 1-1,1-1 1,0 0 0,0 0-1,0 0 1,-1 1 0,1-1 0,0 0-1,-1 0 1,1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8.105"/>
    </inkml:context>
    <inkml:brush xml:id="br0">
      <inkml:brushProperty name="width" value="0.035" units="cm"/>
      <inkml:brushProperty name="height" value="0.035" units="cm"/>
      <inkml:brushProperty name="color" value="#FF0066"/>
    </inkml:brush>
  </inkml:definitions>
  <inkml:trace contextRef="#ctx0" brushRef="#br0">1 0 32303,'0'0'380,"14"27"-347,-1-2-25,1 2-3,1-1 0,1 0 0,1-2 0,30 35 1,-25-35-6,26 29 5,72 105 0,-107-139-4,-2 2-1,0 0 1,-1 0 0,-1 0-1,-1 1 1,-1 1 0,-1 0 0,-1-1-1,4 39 1,-9-54-1,4 96 0,-5-89 0,0 0 0,0-1 0,-1 1 0,-1 0 0,-6 17 0,2-14 0,-1 0 1,0 0-1,-2-1 0,1-1 1,-2 0-1,0 0 0,-1-1 1,-17 16-1,9-11-29,-1-2 1,0-1-1,-1 0 1,-47 23-1,14-15-431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8.439"/>
    </inkml:context>
    <inkml:brush xml:id="br0">
      <inkml:brushProperty name="width" value="0.035" units="cm"/>
      <inkml:brushProperty name="height" value="0.035" units="cm"/>
      <inkml:brushProperty name="color" value="#FF0066"/>
    </inkml:brush>
  </inkml:definitions>
  <inkml:trace contextRef="#ctx0" brushRef="#br0">117 1 32255,'0'0'501,"33"0"-490,-31 0-11,1 1 0,-1 0 0,0 0 0,1 0 0,-1 0 0,0 0 0,0 0 0,0 0 0,0 1 0,0-1 0,0 1 0,0-1 0,0 1 0,-1 0 0,3 3 0,24 33 0,-26-36 0,2 6 0,0 0 0,-1 0 0,0 1 0,0-1 0,-1 1 0,0-1 0,0 1 0,-1 0 0,0 0 0,-1-1 0,0 1 0,-1 13 0,0-17 0,1 0 0,-1-1 0,1 1 0,-1-1 0,-1 1-1,1-1 1,-1 0 0,1 1 0,-1-1 0,0 0 0,-1 0 0,-4 6 0,0-2-2,-1 1 1,0-1 0,-14 10-1,8-7 0,-10 9-29,-29 19 0,-26 3-218</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9.123"/>
    </inkml:context>
    <inkml:brush xml:id="br0">
      <inkml:brushProperty name="width" value="0.035" units="cm"/>
      <inkml:brushProperty name="height" value="0.035" units="cm"/>
      <inkml:brushProperty name="color" value="#FF0066"/>
    </inkml:brush>
  </inkml:definitions>
  <inkml:trace contextRef="#ctx0" brushRef="#br0">0 1 32471,'0'0'256,"4"154"-256,15-100 8,1-3-8,7-16 0,-4-2 0,-10-9-8,7-3-8,-10-9-40,-7-6-128,0-6-1376</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9.503"/>
    </inkml:context>
    <inkml:brush xml:id="br0">
      <inkml:brushProperty name="width" value="0.035" units="cm"/>
      <inkml:brushProperty name="height" value="0.035" units="cm"/>
      <inkml:brushProperty name="color" value="#FF0066"/>
    </inkml:brush>
  </inkml:definitions>
  <inkml:trace contextRef="#ctx0" brushRef="#br0">0 12 30959,'0'0'1791,"11"-1"-1783,40-5-8,1 3 0,0 1 0,0 4 0,0 1 1,0 3-1,-1 2 0,67 19 0,-93-19 0,-1 1 0,1 1 0,-2 2 0,1 0 0,-2 2 0,0 0 0,0 1 0,21 21 0,-38-31 0,0 0-1,0 1 1,-1-1 0,0 1-1,0 0 1,-1 0-1,0 0 1,0 0 0,0 1-1,3 11 1,-5-14 0,0 0 0,0-1-1,-1 1 1,1 0 0,-1 0 0,0 0 0,0-1 0,-1 1-1,1 0 1,-1 0 0,0-1 0,0 1 0,0 0-1,0-1 1,-1 1 0,1-1 0,-1 1 0,0-1 0,0 0-1,0 0 1,-5 5 0,-6 3 0,0-1 0,-1-1 0,0 0 0,-1-1 0,0-1 0,0 0 0,-30 8 0,2 2 0,-16 3-7,0-1 0,-1-4 0,-76 10 0,121-23-1,8 0-6,-1-1-1,0 0 1,1 0-1,-1-1 1,-14-1-1,22 1 13,0 0-1,0 0 1,-1 0-1,1 0 1,0 0-1,0 0 1,0 0-1,0 0 1,-1 0-1,1 0 1,0-1-1,0 1 1,0 0-1,0 0 1,0 0-1,-1 0 1,1 0-1,0 0 1,0 0-1,0-1 1,0 1-1,0 0 1,0 0-1,0 0 1,0 0-1,0 0 1,-1-1-1,1 1 1,0 0-1,0 0 1,0 0-1,0 0 1,0-1-1,0 1 1,0 0-1,0 0 1,0 0-1,0 0 1,0-1-1,0 1 1,0 0-1,1 0 1,-1 0-1,0 0 1,0 0-1,0-1 1,0 1-1,0 0 1,0 0 0,0 0-1,0 0 1,0 0-1,0-1 1,1 1-1,-1 0 1,0 0-1,0 0 1,0 0-1,0 0 1,0 0-1,1 0 1,19-19-1507,16-5-4691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9.742"/>
    </inkml:context>
    <inkml:brush xml:id="br0">
      <inkml:brushProperty name="width" value="0.035" units="cm"/>
      <inkml:brushProperty name="height" value="0.035" units="cm"/>
      <inkml:brushProperty name="color" value="#FF0066"/>
    </inkml:brush>
  </inkml:definitions>
  <inkml:trace contextRef="#ctx0" brushRef="#br0">0 0 32375,'0'0'384,"14"87"-384,2-37 0,1 4 0,-4-7 0,0-8-8,-3-12 8,-3-6-8,-4-6-16,-3-12-32,0 0-144</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29.965"/>
    </inkml:context>
    <inkml:brush xml:id="br0">
      <inkml:brushProperty name="width" value="0.035" units="cm"/>
      <inkml:brushProperty name="height" value="0.035" units="cm"/>
      <inkml:brushProperty name="color" value="#FF0066"/>
    </inkml:brush>
  </inkml:definitions>
  <inkml:trace contextRef="#ctx0" brushRef="#br0">1 0 31823,'0'0'928,"135"21"-928,-72 6 0,10 6 8,-10-1-8,-7 4 0,-13-6 0,-10-3-8,0-12 0,-7-4-32,-6-11-160,-6 0-2961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0.156"/>
    </inkml:context>
    <inkml:brush xml:id="br0">
      <inkml:brushProperty name="width" value="0.035" units="cm"/>
      <inkml:brushProperty name="height" value="0.035" units="cm"/>
      <inkml:brushProperty name="color" value="#FF0066"/>
    </inkml:brush>
  </inkml:definitions>
  <inkml:trace contextRef="#ctx0" brushRef="#br0">4 1 23837,'0'0'8906,"-4"92"-8906,18-27 0,-1-2 0,-7-1 0,8-8 0,-11 0 0,4-13-24,-1-17-40,1-3-328</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0.523"/>
    </inkml:context>
    <inkml:brush xml:id="br0">
      <inkml:brushProperty name="width" value="0.035" units="cm"/>
      <inkml:brushProperty name="height" value="0.035" units="cm"/>
      <inkml:brushProperty name="color" value="#FF0066"/>
    </inkml:brush>
  </inkml:definitions>
  <inkml:trace contextRef="#ctx0" brushRef="#br0">0 426 31983,'0'0'752,"0"-7"-743,2-16-7,0 1 0,2 0-1,10-34 1,1-11-2,-12 53 0,1-17 0,2 1 0,1 0 0,2 0 0,18-44 0,-26 73 0,-1 0 0,1 0 0,-1 0 0,1 0 0,-1 0 0,1 0 0,-1 0 0,1 0 0,0 0 0,-1 0 0,1 0 0,0 1 0,0-1 0,0 0 0,0 0 0,0 1 0,0-1 0,0 1 0,0-1 0,0 1 0,0-1 0,0 1 0,0 0 0,0-1 0,0 1 0,0 0 0,1 0 0,-1 0 0,0 0 0,0 0 0,0 0 0,0 0 0,0 0 0,1 0 0,-1 1 0,0-1 0,0 0 0,0 1 0,0-1 0,0 1 0,0-1 0,0 1 0,0-1 0,0 1 0,0 0 0,0 0 0,-1-1 0,3 3 0,2 2 0,1 1 0,-1 1 0,0-1 0,0 1 0,5 9 0,69 152 1,-20-37-10,-57-126-7,0-1-1,0 1 1,0 0 0,0 0-1,-1 0 1,0 0-1,0 0 1,-1 0 0,1 0-1,-1 6 1,0-2-404</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0.713"/>
    </inkml:context>
    <inkml:brush xml:id="br0">
      <inkml:brushProperty name="width" value="0.035" units="cm"/>
      <inkml:brushProperty name="height" value="0.035" units="cm"/>
      <inkml:brushProperty name="color" value="#FF0066"/>
    </inkml:brush>
  </inkml:definitions>
  <inkml:trace contextRef="#ctx0" brushRef="#br0">0 74 32359,'0'0'392,"205"-29"-400,-145 5-24,-20 3-360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1.256"/>
    </inkml:context>
    <inkml:brush xml:id="br0">
      <inkml:brushProperty name="width" value="0.035" units="cm"/>
      <inkml:brushProperty name="height" value="0.035" units="cm"/>
      <inkml:brushProperty name="color" value="#FF0066"/>
    </inkml:brush>
  </inkml:definitions>
  <inkml:trace contextRef="#ctx0" brushRef="#br0">0 399 31335,'0'0'1336,"38"-9"-1327,-15 3-6,291-63 18,-106 36-5,1959-247 15,-2137 278-27,-23 2-1,-19 1-2,-46-1-554,53 0-1567</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1.560"/>
    </inkml:context>
    <inkml:brush xml:id="br0">
      <inkml:brushProperty name="width" value="0.035" units="cm"/>
      <inkml:brushProperty name="height" value="0.035" units="cm"/>
      <inkml:brushProperty name="color" value="#FF0066"/>
    </inkml:brush>
  </inkml:definitions>
  <inkml:trace contextRef="#ctx0" brushRef="#br0">162 1 32535,'0'0'216,"-66"166"-216,43-121 0,3 3 0,3-16 0,4-5-8,3-6-32,-3-9-336</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2.149"/>
    </inkml:context>
    <inkml:brush xml:id="br0">
      <inkml:brushProperty name="width" value="0.035" units="cm"/>
      <inkml:brushProperty name="height" value="0.035" units="cm"/>
      <inkml:brushProperty name="color" value="#FF0066"/>
    </inkml:brush>
  </inkml:definitions>
  <inkml:trace contextRef="#ctx0" brushRef="#br0">3 0 31679,'0'0'1080,"-3"158"-1080,20-81 0,6 4 0,0-7 0,0-8 0,0-13 0,-3-14 0,-3-12-8,-1-15 0,-3-4-48,-3-8-304</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6.111"/>
    </inkml:context>
    <inkml:brush xml:id="br0">
      <inkml:brushProperty name="width" value="0.035" units="cm"/>
      <inkml:brushProperty name="height" value="0.035" units="cm"/>
      <inkml:brushProperty name="color" value="#FF0066"/>
    </inkml:brush>
  </inkml:definitions>
  <inkml:trace contextRef="#ctx0" brushRef="#br0">1 72 32095,'0'0'583,"43"-4"-566,283-33 6,-159 20-15,206 3 1,-369 14-9,15 0 0,1 1 0,19 3 0,-34-3 0,1 0 0,-1 0 0,0 1 0,0-1 0,0 1 0,0 1 0,0-1 0,0 1 0,-1-1 0,1 1 0,7 7 0,-10-7 0,0 0 1,0 0-1,-1 0 0,1 0 0,-1 0 1,0 0-1,0 0 0,0 0 0,0 1 1,-1-1-1,1 0 0,-1 1 0,0-1 1,0 0-1,0 1 0,0-1 1,-1 0-1,1 1 0,-1-1 0,0 0 1,0 0-1,0 0 0,0 0 0,-1 1 1,1-2-1,-1 1 0,0 0 0,0 0 1,-3 3-1,-6 5 0,0 0 0,-2 0 0,1-2 0,-1 1 0,-28 13 0,-79 34 0,95-46 0,-14 6-57,-1-1-1,0-3 1,-2-1 0,-65 10-1,80-21-575</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6.748"/>
    </inkml:context>
    <inkml:brush xml:id="br0">
      <inkml:brushProperty name="width" value="0.035" units="cm"/>
      <inkml:brushProperty name="height" value="0.035" units="cm"/>
      <inkml:brushProperty name="color" value="#FF0066"/>
    </inkml:brush>
  </inkml:definitions>
  <inkml:trace contextRef="#ctx0" brushRef="#br0">0 130 32447,'0'0'280,"34"-2"-273,3-1-6,174-4-1,-171 6 0,-15 0-1,1 1 0,40 5 0,-59-4 1,0 0 0,0 1-1,-1 0 1,1 0 0,0 1 0,-1 0-1,0 0 1,1 0 0,-1 1 0,0 0-1,-1 0 1,1 0 0,-1 1 0,6 6-1,-9-9 1,0 0-1,0 1 1,-1-1 0,0 0-1,1 1 1,-1-1-1,0 1 1,0 0-1,0-1 1,-1 1 0,1 0-1,-1 0 1,1-1-1,-1 1 1,0 0-1,0 0 1,0 0 0,-1-1-1,1 1 1,0 0-1,-1 0 1,0-1-1,0 1 1,0 0-1,0-1 1,0 1 0,0-1-1,-1 1 1,1-1-1,-1 0 1,0 0-1,1 1 1,-1-1 0,0 0-1,0-1 1,-5 4-1,-3 0 0,-1 0 0,0-1 1,0-1-1,0 0 0,0 0 0,0-1 0,-1 0 0,1-1 0,-13-1 0,23 0 1,1 0 0,-1 0 0,0 0 0,0 0 0,0 0 1,0 0-1,0 0 0,0-1 0,1 1 0,-1 0 0,0-1 0,0 1 0,0-1 0,1 1 0,-1-1 0,0 1 0,0-1 1,1 1-1,-1-1 0,1 0 0,-1 1 0,0-1 0,1 0 0,0 0 0,-1 1 0,1-1 0,-1 0 0,1 0 1,0 0-1,-1 1 0,1-1 0,0-2 0,-1-31 4,2 20-3,-1 5-1,-1 4 0,1-1 0,0 1 0,0-1 0,0 1 0,1-1 0,0 1 0,0-1 0,0 1 0,0 0 0,1-1 0,0 1 0,0 0 0,1 0 0,0 0 0,5-7 0,-1 4-1,1-1 1,0 1-1,0 1 1,1-1-1,0 2 1,13-9-1,-18 12 1,0 1 0,1 0-1,-1 0 1,0 0 0,1 0 0,-1 1 0,1 0-1,-1 0 1,1 0 0,0 0 0,-1 1-1,1 0 1,0 0 0,-1 0 0,1 0 0,0 1-1,0 0 1,6 1 0,-7 2 1,1 0-1,-1 0 1,1 0-1,-1 0 1,-1 1-1,1-1 1,-1 1 0,0 0-1,0 0 1,0 0-1,0 1 1,1 6-1,4 3 0,1 5-5,-5-11 5,1 0-1,-1-1 0,10 14 1,-12-20 0,-1 0 0,1 0 0,0 0 0,-1-1 0,1 1 0,0 0 0,0-1 0,0 0 0,0 1 0,1-1 0,-1 0 0,0 0 0,0 0 0,1 0 0,-1-1 0,1 1 0,-1-1 0,1 1 0,3-1 0,0 0 1,0 0 0,1-1-1,-1 0 1,0 0 0,0 0 0,1-1 0,-1 0-1,0 0 1,9-5 0,-12 5-1,0 0 1,0 0-1,-1 0 1,1 0-1,0-1 0,-1 1 1,1-1-1,-1 1 1,0-1-1,0 0 0,0 0 1,0 0-1,0 0 1,-1 0-1,1-1 0,-1 1 1,0 0-1,0-1 1,1-5-1,-1 1 0,0 0 0,-1-1 0,0 1 0,-1-13 0,0 18 0,1 0 0,-1 0 0,0 0 0,0 0 0,0 0 0,0 0 0,0 0-1,-1 0 1,1 1 0,-1-1 0,0 1 0,0-1 0,0 1 0,0 0 0,-4-4 0,-3 0 0,0 0 1,0 1-1,-1 0 1,0 0-1,0 1 0,0 1 1,-1-1-1,0 2 1,-12-3-1,16 4-67,1 0-1,0 0 0,-1 1 0,1-1 1,-1 1-1,1 1 0,0-1 0,-1 1 1,1 1-1,0-1 0,0 1 0,0 0 1,0 0-1,0 1 0,0-1 0,-9 7 1,-4 9-2394</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7.083"/>
    </inkml:context>
    <inkml:brush xml:id="br0">
      <inkml:brushProperty name="width" value="0.035" units="cm"/>
      <inkml:brushProperty name="height" value="0.035" units="cm"/>
      <inkml:brushProperty name="color" value="#FF0066"/>
    </inkml:brush>
  </inkml:definitions>
  <inkml:trace contextRef="#ctx0" brushRef="#br0">0 0 31575,'0'0'1104,"1"27"-1096,-1 5-5,-1-2 0,2 0 0,1-1 1,10 55-1,22 40 7,-28-109-9,0 0 0,0 0 0,1 0 0,1-1 0,19 25 0,-27-39-1,9 11-44,-8-11 36,-1 0-1,0 0 0,0 1 0,0-1 0,0 0 0,1 0 0,-1 1 1,0-1-1,0 0 0,1 0 0,-1 0 0,0 0 0,0 0 0,1 1 1,-1-1-1,0 0 0,0 0 0,1 0 0,-1 0 0,0 0 0,1 0 1,-1 0-1,0 0 0,0 0 0,1 0 0,-1 0 0,0 0 0,1 0 1,-1 0-1,0 0 0,0 0 0,1 0 0,-1 0 0,0 0 0,0-1 1,1 1-1,-1 0 0,0 0 0,0 0 0,1-1 0,-1-4-952</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7.258"/>
    </inkml:context>
    <inkml:brush xml:id="br0">
      <inkml:brushProperty name="width" value="0.035" units="cm"/>
      <inkml:brushProperty name="height" value="0.035" units="cm"/>
      <inkml:brushProperty name="color" value="#FF0066"/>
    </inkml:brush>
  </inkml:definitions>
  <inkml:trace contextRef="#ctx0" brushRef="#br0">0 54 31951,'0'0'664,"215"-54"-672,-146 54-56,-16 0-272,-13 0-5713</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7.815"/>
    </inkml:context>
    <inkml:brush xml:id="br0">
      <inkml:brushProperty name="width" value="0.035" units="cm"/>
      <inkml:brushProperty name="height" value="0.035" units="cm"/>
      <inkml:brushProperty name="color" value="#FF0066"/>
    </inkml:brush>
  </inkml:definitions>
  <inkml:trace contextRef="#ctx0" brushRef="#br0">27 152 10778,'0'0'21840,"25"-5"-21820,80-16-12,-99 20-8,0-1 0,0 0 0,0 0 0,-1 0 0,1-1 0,-1 0 0,1 0 1,-1 0-1,0-1 0,0 1 0,8-10 0,-11 11 0,0-1 0,0 0 0,0 1 0,0-1 0,-1 0 0,0 0 0,1 0 1,-1-1-1,0 1 0,-1 0 0,1 0 0,0-1 0,-1 1 0,0 0 0,0-1 0,0 1 0,-1-6 0,1 8 0,-1 0 1,1-1-1,-1 1 0,0 0 0,0 0 0,1 0 0,-1 0 1,0-1-1,0 1 0,0 0 0,0 1 0,-1-1 0,1 0 0,0 0 1,0 0-1,0 1 0,-1-1 0,1 0 0,0 1 0,-1-1 1,1 1-1,0 0 0,-1-1 0,1 1 0,-1 0 0,-1 0 0,-45-3 3,44 3-3,-4 0 1,-1 1 0,1-1 0,0 1 0,-1 1 0,1 0 0,0 0 1,0 1-1,0 0 0,1 0 0,-1 0 0,1 1 0,-9 6 0,11-7 0,1 1 0,0-1 0,0 1-1,1 0 1,-1 0 0,1 0 0,0 1 0,0-1 0,0 1 0,0 0-1,1-1 1,0 1 0,0 0 0,0 0 0,1 1 0,0-1 0,0 0-1,0 0 1,0 1 0,1 6 0,0-8 0,-1 0 0,1 1 0,1-1 0,-1 0 0,1 0 0,0 0 0,0 0 0,0 1 0,0-1-1,1-1 1,3 8 0,-2-7 0,1 0-1,0 0 1,-1-1-1,1 1 1,1-1-1,-1 0 1,0-1-1,1 1 1,7 3-1,-1-2-9,-1 0 1,0 0-1,1-1 1,0-1-1,0 1 1,0-2-1,0 0 1,0 0-1,0-1 1,0 0-1,0-1 0,0 0 1,0-1-1,0 0 1,0-1-1,-1 0 1,1 0-1,-1-1 1,0-1-1,0 0 1,0 0-1,-1-1 0,0 0 1,0-1-1,0 0 1,14-14-1,-17 15 5,0 0 0,0 0 0,-1-1-1,0 1 1,0-1 0,0 0 0,-1-1-1,0 1 1,0-1 0,-1 0 0,0 0-1,0 0 1,-1 0 0,0 0-1,1-14 1,-3 20 259,0 17-234,3 15-15,2-1 0,0 0-1,2 0 1,20 52-1,-21-71-869</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7.990"/>
    </inkml:context>
    <inkml:brush xml:id="br0">
      <inkml:brushProperty name="width" value="0.035" units="cm"/>
      <inkml:brushProperty name="height" value="0.035" units="cm"/>
      <inkml:brushProperty name="color" value="#FF0066"/>
    </inkml:brush>
  </inkml:definitions>
  <inkml:trace contextRef="#ctx0" brushRef="#br0">1 0 32031,'0'0'568,"0"33"-5513</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8.325"/>
    </inkml:context>
    <inkml:brush xml:id="br0">
      <inkml:brushProperty name="width" value="0.035" units="cm"/>
      <inkml:brushProperty name="height" value="0.035" units="cm"/>
      <inkml:brushProperty name="color" value="#FF0066"/>
    </inkml:brush>
  </inkml:definitions>
  <inkml:trace contextRef="#ctx0" brushRef="#br0">1 0 23157,'67'184'7422,"-63"-171"-7111,1 0 0,0 0 0,1 0 1,0-1-1,9 13 0,0-2-173,-5-6-116,1 0 1,0 0-1,2-1 0,24 25 0,-37-40-22,1-1 1,0 1-1,0 0 1,-1-1-1,1 1 0,0-1 1,0 0-1,0 1 0,0-1 1,0 0-1,-1 0 1,1 1-1,0-1 0,0 0 1,0 0-1,0 0 1,0 0-1,0 0 0,0 0 1,0 0-1,0-1 0,0 1 1,-1 0-1,1 0 1,0-1-1,0 1 0,0 0 1,0-1-1,0 1 1,-1-1-1,1 1 0,0-1 1,0 0-1,-1 1 1,1-1-1,-1 0 0,1 1 1,0-1-1,0-1 0,22-36 16,-20 31-15,19-37-3,-14 25 1,0 2-1,2-1 0,14-20 1,-23 38 1,-1-1 0,0 1 0,1 0 0,-1-1-1,0 1 1,1-1 0,-1 1 0,1 0 0,-1 0 0,1-1 0,-1 1 0,1 0 0,-1 0 0,1-1-1,-1 1 1,1 0 0,-1 0 0,1 0 0,-1 0 0,1 0 0,-1 0 0,1 0 0,-1 0-1,1 0 1,-1 0 0,1 0 0,-1 0 0,1 0 0,-1 0 0,1 1 0,-1-1 0,1 0 0,-1 0-1,1 1 1,-1-1 0,1 0 0,-1 0 0,1 1 0,-1-1 0,0 1 0,1-1 0,-1 0-1,0 1 1,1-1 0,-1 1 0,0-1 0,1 1 0,-1-1 0,0 1 0,0-1 0,0 1 0,0-1-1,1 1 1,15 38-8,-11-24 6,1-3 4,0 0 1,0 0-1,1-1 0,11 14 0,-14-20-32,0-1 0,1 1 0,0 0 0,0-1 0,1 0 0,-1-1-1,1 1 1,0-1 0,0 0 0,9 3 0,11 1-714</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9.042"/>
    </inkml:context>
    <inkml:brush xml:id="br0">
      <inkml:brushProperty name="width" value="0.035" units="cm"/>
      <inkml:brushProperty name="height" value="0.035" units="cm"/>
      <inkml:brushProperty name="color" value="#FF0066"/>
    </inkml:brush>
  </inkml:definitions>
  <inkml:trace contextRef="#ctx0" brushRef="#br0">297 0 30238,'0'0'2384,"-34"20"-2358,-112 73 5,137-86-28,1 0-1,0 1 1,1 0 0,-1 0 0,2 1-1,-1 0 1,1 0 0,0 0 0,1 1-1,0 0 1,1 0 0,0 0 0,1 0-1,0 1 1,0-1 0,-1 14-1,2-14 0,-5 32 2,1 0 0,2 1 1,3 0-1,1-1 0,7 56 0,-5-81-3,1 1-1,1-1 1,1 1 0,1-1-1,0-1 1,1 1-1,0-1 1,2 0-1,0-1 1,1 0 0,0 0-1,1-1 1,16 16-1,-16-20 0,-1-1-1,1-1 1,0 0-1,1 0 1,0-1-1,0 0 1,1-1-1,0-1 1,0 0-1,0 0 1,0-2-1,1 0 1,0 0-1,0-1 1,-1-1-1,1 0 1,24-2-1,-22 0-33,1-2 0,-1 1 0,0-2 0,0 0 0,0-1 0,-1-1-1,1 0 1,24-15 0,25-23-1107</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9.792"/>
    </inkml:context>
    <inkml:brush xml:id="br0">
      <inkml:brushProperty name="width" value="0.035" units="cm"/>
      <inkml:brushProperty name="height" value="0.035" units="cm"/>
      <inkml:brushProperty name="color" value="#FF0066"/>
    </inkml:brush>
  </inkml:definitions>
  <inkml:trace contextRef="#ctx0" brushRef="#br0">2 395 31975,'0'0'752,"0"7"-739,0 14-8,0-16 1,0-19 1,-1-80-8,3-115-5,-1 198 6,0 0 0,0 1 0,1-1 0,1 1 0,0-1 0,5-10 0,-8 20 0,1 0 0,0 0-1,-1 0 1,1 0 0,0 1 0,0-1 0,-1 0-1,1 1 1,0-1 0,0 0 0,0 1 0,0-1 0,0 1-1,0-1 1,0 1 0,0 0 0,0 0 0,0-1-1,0 1 1,1 0 0,-1 0 0,0 0 0,0 0-1,0 0 1,0 0 0,0 0 0,0 0 0,0 1 0,0-1-1,0 0 1,0 1 0,2 0 0,1 0 0,-1 1-1,0-1 1,1 1 0,-1 0 0,0 0 0,0 0-1,0 0 1,5 5 0,10 18 0,-1 0 0,-1 1 0,-1 1 0,-1 0 0,16 48 0,11 20 0,-41-94 0,0-1 0,0 0 0,0 0 0,0 1 0,1-1 0,-1 0 0,0 1 0,0-1 0,0 0 0,0 0 0,0 1 0,0-1 0,0 0 0,0 0 0,1 1 0,-1-1 0,0 0 0,0 0 0,0 0 0,1 1 0,-1-1 0,0 0 0,0 0 0,0 0 0,1 1 0,-1-1 0,0 0 0,0 0 0,1 0 0,-1 0 0,0 0 0,0 0 0,1 0 0,-1 0 0,0 0 0,1 0 0,-1 0 0,0 0 0,0 0 0,1 0 0,-1 0 0,0 0 0,1 0 0,-1 0 0,0 0 0,0 0 0,1 0 0,-1 0 0,0 0 0,0-1 0,1 1 0,-1 0 0,0 0 0,0 0 0,0 0 0,1-1 0,-1 1 0,0 0 0,8-18-1,55-254-6,-62 267 7,0 1 1,0 0-1,1 0 1,-1 0-1,1 0 1,0 0-1,1 0 1,4-6-1,-6 9 0,0 0 0,0 0 0,0 0 0,0 1 1,0-1-1,0 0 0,1 1 0,-1-1 0,0 1 0,0-1 0,1 1 0,-1 0 0,0-1 1,0 1-1,1 0 0,-1 0 0,0 0 0,1 0 0,-1 0 0,0 0 0,1 0 1,-1 0-1,0 1 0,1-1 0,-1 0 0,0 1 0,0-1 0,0 1 0,1 0 0,-1-1 1,0 1-1,0 0 0,0 0 0,2 1 0,5 6 0,1 1 1,-1 1-1,0-1 1,-1 1-1,-1 0 1,1 1-1,8 21 1,-2-9 2,76 164-2,-87-183-2,0 0 0,1 0 0,-1 0 1,1-1-1,-1 1 0,1-1 0,0 0 0,1 1 0,-1-1 1,0-1-1,1 1 0,0 0 0,-1-1 0,1 0 0,5 3 0,-7-5 0,1 1-1,-1-1 0,1 1 0,-1-1 1,0 0-1,1 0 0,-1 0 0,1 0 0,-1 0 1,1-1-1,-1 1 0,0-1 0,1 1 0,-1-1 1,0 0-1,1 0 0,-1 0 0,0 0 1,0-1-1,0 1 0,0 0 0,0-1 0,0 0 1,-1 1-1,1-1 0,0 0 0,-1 0 0,3-3 1,3-6-5,0 0 1,0 0 0,-1-1-1,-1 1 1,0-1-1,-1-1 1,5-19 0,-4 9 14,-1 0 1,-2 0 0,0-29 0,1 37 19,2 19-5,4 23-16,0 6-13,-2-2-6,2-1-1,0 0 0,26 52 0,-35-87-2130,0-10-6226</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39.950"/>
    </inkml:context>
    <inkml:brush xml:id="br0">
      <inkml:brushProperty name="width" value="0.035" units="cm"/>
      <inkml:brushProperty name="height" value="0.035" units="cm"/>
      <inkml:brushProperty name="color" value="#FF0066"/>
    </inkml:brush>
  </inkml:definitions>
  <inkml:trace contextRef="#ctx0" brushRef="#br0">0 0 30711,'0'0'1720,"10"45"-9314</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40.285"/>
    </inkml:context>
    <inkml:brush xml:id="br0">
      <inkml:brushProperty name="width" value="0.035" units="cm"/>
      <inkml:brushProperty name="height" value="0.035" units="cm"/>
      <inkml:brushProperty name="color" value="#FF0066"/>
    </inkml:brush>
  </inkml:definitions>
  <inkml:trace contextRef="#ctx0" brushRef="#br0">106 1 31671,'0'0'1047,"-17"13"-1039,-52 39-7,50-31-1,20-13 0,0-4 0,0-3 0,-1 0 0,1 1 0,-1-1 0,1 1 1,-1-1-1,1 0 0,0 0 0,0 0 0,0 1 0,0-1 0,0 0 0,0 0 0,0 0 1,0 0-1,0 0 0,0-1 0,0 1 0,1 0 0,-1 0 0,0-1 0,1 1 0,-1-1 1,0 1-1,1-1 0,-1 0 0,1 0 0,-1 1 0,1-1 0,1 0 0,52 4 5,-45-4-5,12 1 0,-3-1 0,35 6 0,-49-6 0,-1 1 0,0 0 0,1 0 0,-1 1 0,0 0 0,0-1 0,0 1 0,0 0 0,0 1 0,-1-1 0,1 1 0,-1 0 0,6 5 0,-7-5-1,-1 0 1,1 0-1,-1 0 1,0 1-1,0-1 1,0 1-1,0-1 1,-1 1-1,1-1 1,-1 1-1,0-1 1,0 1-1,-1 5 1,1 0-1,0-8 1,-1 1 0,1-1 0,0 0 0,-1 0 0,1 0 0,0 0 0,-1 0 0,1 0 0,-1 0 0,0 0 0,1 0 0,-1 0 0,0 0 0,0 0 0,1 0 0,-1 0 0,0 0 0,0-1 0,0 1 0,0 0 0,-2 0 0,-23 11-1,24-12 1,-14 5-18,1-1 1,-1-1 0,0 0 0,-27 0 0,8-1-164,-15 0-543</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40.700"/>
    </inkml:context>
    <inkml:brush xml:id="br0">
      <inkml:brushProperty name="width" value="0.035" units="cm"/>
      <inkml:brushProperty name="height" value="0.035" units="cm"/>
      <inkml:brushProperty name="color" value="#FF0066"/>
    </inkml:brush>
  </inkml:definitions>
  <inkml:trace contextRef="#ctx0" brushRef="#br0">20 575 32007,'0'0'672,"9"15"-664,28 42 0,-21-40-2,-16-17-6,0 0 0,1 0 1,-1 0-1,0 0 0,1 0 1,-1 1-1,1-1 0,-1 0 0,0 0 1,1 0-1,-1 0 0,0 0 0,1 0 1,-1 0-1,1 0 0,-1-1 1,0 1-1,1 0 0,-1 0 0,0 0 1,1 0-1,-1 0 0,0-1 1,1 1-1,-1 0 0,0 0 0,1-1 1,7-19 9,-8 20-10,6-38-4,-3 0 0,-1 0 0,-4-45 1,2 76 2,-3-21 1,-1 1 1,-1-1-1,-2 1 0,0 1 1,-21-47-1,18 48 1,0 0 0,2 0-1,0-1 1,2 0 0,1-1 0,-2-39 0,7 65-1,0 1 0,0 0 0,0-1 0,0 1-1,0-1 1,1 1 0,-1-1 0,0 1 0,0 0 0,1-1 0,-1 1 0,0-1-1,1 1 1,-1 0 0,0-1 0,1 1 0,-1 0 0,1 0 0,-1-1 0,0 1 0,1 0-1,-1 0 1,1 0 0,-1-1 0,1 1 0,-1 0 0,1 0 0,-1 0 0,0 0 0,1 0-1,-1 0 1,1 0 0,-1 0 0,1 0 0,21 2-12,-19-2 8,1 1-1,-1 0 0,1 0 0,-1 0 0,1 0 0,-1 1 0,0 0 0,1-1 0,-1 1 0,0 1 0,0-1 0,0 0 0,-1 1 0,1-1 0,-1 1 0,1 0 0,-1 0-1,0 0 1,0 0 0,3 6 0,3 7-234,-1 0-1,10 31 0,-9-5-1417</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41.114"/>
    </inkml:context>
    <inkml:brush xml:id="br0">
      <inkml:brushProperty name="width" value="0.035" units="cm"/>
      <inkml:brushProperty name="height" value="0.035" units="cm"/>
      <inkml:brushProperty name="color" value="#FF0066"/>
    </inkml:brush>
  </inkml:definitions>
  <inkml:trace contextRef="#ctx0" brushRef="#br0">0 1 32015,'0'0'613,"31"2"-587,103 6-12,40-10-6,-80 0-6,-94 1-2,1 1-1,-1 0 1,1 0 0,-1 0 0,0 0 0,1 0 0,-1 0 0,0 0 0,1 0 0,-1 0 0,1 0-1,-1 0 1,0 0 0,1 0 0,-1 1 0,0-1 0,1 0 0,-1 0 0,0 0 0,1 0 0,-1 1-1,0-1 1,1 0 0,-1 0 0,0 1 0,0-1 0,1 0 0,-1 0 0,0 1 0,0-1 0,1 0-1,-1 1 1,0-1 0,0 0 0,0 1 0,0-1 0,0 0 0,1 1 0,-1-1 0,0 1-1,0-1 1,0 0 0,0 1 0,0-1 0,0 0 0,0 1 0,0-1 0,0 1 0,0-1 0,-1 0-1,1 1 1,0 0 0,0 0 0,-2 15 6,1 1 0,-2-1-1,0 0 1,-10 27 0,8-27-1,0 0 0,2 0 0,-1 0 1,0 28-1,3-42-5,1 0 0,0 0 0,0-1 0,0 1 1,0 0-1,0 0 0,0 0 0,1-1 0,-1 1 0,0 0 0,1 0 0,0-1 1,-1 1-1,1 0 0,0-1 0,0 1 0,0-1 0,0 1 0,1 1 0,1-2 1,0 0-1,0 0 1,0 0-1,0 0 0,0-1 1,0 1-1,0-1 0,0 0 1,0 0-1,6-1 1,2 2 0,1-2 0,-1 0 0,1 0 0,-1-1 0,0-1 0,0 1 0,0-2 0,12-4 0,-19 6-1,1-1 0,-1 1 0,0-1 0,0 0 0,0 0 0,-1 0 0,1 0 0,-1 0-1,1-1 1,-1 0 0,0 0 0,0 0 0,-1 0 0,1 0 0,-1 0 0,0-1 0,0 1 0,-1-1 0,1 0 0,-1 1 0,0-1 0,1-6 0,-1 4-4,-1 1 1,0 0 0,0-1 0,0 1 0,0-1 0,-1 1-1,0-1 1,-1 1 0,1 0 0,-1 0 0,-4-10-1,4 13-4,-1-1 0,1 0 0,-1 1-1,1 0 1,-1-1 0,0 1-1,0 0 1,-1 1 0,1-1-1,-1 0 1,1 1 0,-1 0-1,0 0 1,1 0 0,-1 0 0,0 1-1,-1 0 1,-5-2 0,-5 1-74,0 0 0,1 2 0,-18 0 0,11 0-121,-15 0-517</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41.385"/>
    </inkml:context>
    <inkml:brush xml:id="br0">
      <inkml:brushProperty name="width" value="0.035" units="cm"/>
      <inkml:brushProperty name="height" value="0.035" units="cm"/>
      <inkml:brushProperty name="color" value="#FF0066"/>
    </inkml:brush>
  </inkml:definitions>
  <inkml:trace contextRef="#ctx0" brushRef="#br0">1 0 32143,'0'0'608,"39"72"-608,-25-31 0,-4 10 0,-7 3 0,0-7 0,-3-8 0,4-6-8,2-7 8,31-14-40,-4-3-80,6-9-392</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41.833"/>
    </inkml:context>
    <inkml:brush xml:id="br0">
      <inkml:brushProperty name="width" value="0.035" units="cm"/>
      <inkml:brushProperty name="height" value="0.035" units="cm"/>
      <inkml:brushProperty name="color" value="#FF0066"/>
    </inkml:brush>
  </inkml:definitions>
  <inkml:trace contextRef="#ctx0" brushRef="#br0">106 400 32159,'0'0'535,"-16"5"-525,-46 19 2,59-23-11,1 1-1,0-1 1,0 1-1,0 0 0,1 0 1,-1 0-1,0 0 1,1 0-1,-1 1 0,1-1 1,0 0-1,-1 1 1,1-1-1,0 1 1,1-1-1,-1 1 0,0-1 1,1 1-1,-1 0 1,1-1-1,0 1 0,0 0 1,0-1-1,0 1 1,1 0-1,-1-1 1,2 4-1,-2 6 0,0-11 0,0 0 1,0 0-1,1 0 0,-1 0 0,0 0 0,0 0 0,0-1 0,1 1 0,-1 0 0,0 0 1,1 0-1,-1 0 0,1-1 0,-1 1 0,1 0 0,-1-1 0,1 1 0,-1 0 0,1-1 1,0 1-1,0 0 0,-1-1 0,1 1 0,0-1 0,0 0 0,-1 1 0,1-1 0,0 1 0,0-1 1,0 0-1,0 0 0,1 1 0,33 0 3,-21-2-3,-8 1 0,1-1-1,-1 0 1,1 0-1,-1 0 1,1-1 0,-1 0-1,0 0 1,0-1-1,0 0 1,0 0 0,0 0-1,0-1 1,-1 1-1,0-2 1,0 1 0,0 0-1,0-1 1,-1 0-1,8-10 1,-6 6-1,0-1 1,0 0-1,-1 1 0,-1-2 1,1 1-1,-2-1 0,1 1 1,-2-1-1,1 0 0,-2 0 1,2-17-1,-2-15 3,-6-77 0,3 106-2,-1 0 1,0 1-1,0-1 1,-1 1-1,-1-1 0,0 1 1,-1 1-1,-1-1 1,-12-18-1,10 23 0,4 12 0,4 21 0,1-17 0,3 15 1,0 0 0,1 0 0,1 0 0,1 0 0,1-1 0,16 33 0,-4-6 1,76 179-6,-94-225-29</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42.104"/>
    </inkml:context>
    <inkml:brush xml:id="br0">
      <inkml:brushProperty name="width" value="0.035" units="cm"/>
      <inkml:brushProperty name="height" value="0.035" units="cm"/>
      <inkml:brushProperty name="color" value="#FF0066"/>
    </inkml:brush>
  </inkml:definitions>
  <inkml:trace contextRef="#ctx0" brushRef="#br0">490 1 32319,'0'0'355,"35"37"-329,-6-6-21,2 0-1,-1 2 0,-1 1-1,-3 2 1,0 0-1,39 77 1,-40-55 0,-2 0-1,-3 2 1,-2 0 0,-3 1 0,-2 1-1,-4 0 1,-2 1 0,-2 122-1,-5-163-2,-1 0-1,-1-1 1,-1 1-1,-1 0 1,-1-1-1,-1 1 0,-1-1 1,0-1-1,-2 0 1,0 0-1,-2 0 1,0-1-1,-1-1 1,-23 28-1,20-28 0,-1 0 0,0-1 0,-2 0 0,0-2 0,0 0 0,-2-1 0,0-1 0,0-1 0,-39 17 0,-4-8-28,-2-3-1,0-3 1,-120 11 0,11-20-472,173-6 497</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25.495"/>
    </inkml:context>
    <inkml:brush xml:id="br0">
      <inkml:brushProperty name="width" value="0.05" units="cm"/>
      <inkml:brushProperty name="height" value="0.05" units="cm"/>
    </inkml:brush>
  </inkml:definitions>
  <inkml:trace contextRef="#ctx0" brushRef="#br0">8786 164 31991,'0'0'725,"-20"-15"-701,-66-47-14,77 56-10,0 1 1,0 0 0,-1 0 0,1 1-1,-1 0 1,0 0 0,-18-3 0,6 2 1,-32-7-2,-1 2 1,-83-5-1,-121 10 0,210 5 0,-288 9 2,-401 61 1,-334 149 0,723-116-3,5 16 0,5 14 0,7 16 0,6 13 0,8 15 0,-491 361 0,138 9 0,28 32 0,622-559 0,-498 507 0,398-382 0,-198 307 0,179-207 0,11 6 0,-170 473 0,257-601 0,5 1 0,6 2 0,6 1 0,4 1 0,-3 151 0,22-185 0,4-1 0,3 0 0,5-1 0,31 131 0,8-49 0,7-2 0,141 294 0,-144-369 0,4-2 0,4-3 0,3-3 0,5-2 0,4-4 0,3-3 0,103 85 0,-31-47 0,5-7 0,5-7 0,237 118 0,366 102 0,40-78 0,-558-185 0,3-11 0,2-10 0,423 12 0,280-66 0,-858 8 0,755-48 0,-2-27 0,571-142 0,608-301 0,-1296 274 0,-551 174 0,329-194 0,231-258 0,-641 444 0,-5-3 0,-3-4 0,80-107 0,183-313 0,-166 192 0,224-529 0,-376 760 0,-4-1 0,34-171 0,-4-176 0,-3-833 0,-59 1224 0,-1-1 0,-3 1 0,-20-79 0,-57-125 0,1 56 0,-163-283 0,201 407 0,-2 3 0,-3 2 0,-2 2 0,-4 2 0,-100-86 0,-3 20 0,-183-110 0,174 128 0,-358-171 0,216 138 0,-231-90 0,449 198 0,-308-97 0,350 116 0,-309-79 0,-6 29 0,-373 20 0,162 23 0,155 16 0,237 7 0,176-4 1,6 2-5,0-1 0,0 1 0,0-1 0,0 1 0,0 0 0,0-1 1,0 1-1,0 0 0,0 0 0,0 0 0,-1 0 0,1 0 0,0 0 1,-2 0-1,-14 5-219</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27.712"/>
    </inkml:context>
    <inkml:brush xml:id="br0">
      <inkml:brushProperty name="width" value="0.05" units="cm"/>
      <inkml:brushProperty name="height" value="0.05" units="cm"/>
    </inkml:brush>
  </inkml:definitions>
  <inkml:trace contextRef="#ctx0" brushRef="#br0">1852 187 32015,'0'0'644,"-33"-10"-596,-108-30-23,127 36-22,0 0-1,-1 2 1,1 0 0,-1 0-1,-20 1 1,10 1 0,-6-1-2,1 2 0,0 0 0,0 3 1,0 0-1,1 2 0,-43 13 0,-60 30 1,3 6-1,1 5 1,4 6-1,-123 87 1,191-115-2,1 3 0,3 3 0,1 1 0,-86 102 0,115-120 0,1 1 0,2 1 0,1 1 0,2 1 0,1 0 0,1 1 0,1 0 0,2 1 0,2 0 0,1 1 0,-6 55 0,11 93 0,3-156 0,3 12 0,1 0 0,2 0 0,1-1 0,2 0 0,1 0 0,2-1 0,2 0 0,1-1 0,24 39 0,-9-24 0,1-2 0,3-1 0,2-1 0,2-3 0,62 58 0,-34-44 0,3-3 0,2-2 0,104 55 0,-114-75 0,1-3 0,2-2 0,0-3 0,123 27 0,-111-40 0,0-3 0,117-5 0,-155-3 0,21-2 0,0-2 0,0-4 0,69-17 0,170-59 0,-192 52 0,-29 8 0,-1-2 0,-1-4 0,-2-3 0,-1-4 0,80-53 0,-104 57 0,-2-3 0,83-81 0,-105 90 0,-1-1 0,-1 0 0,-2-2 0,0 0 0,-3-2 0,15-33 0,-12 18 0,-2-1 0,-3 0 0,-1-1 0,-3-1 0,-1 0 0,-3 0 0,0-81 0,-6 87 0,0 5 0,-1 1 0,-2-1 0,-2 1 0,-16-72 0,-2 43 0,-3 1 0,-2 1 0,-4 1 0,-45-70 0,29 62 0,-3 3 0,-3 2 0,-69-68 0,96 109 0,-2 2 0,-1 1 0,0 1 0,-2 2 0,0 1 0,-38-17 0,23 16 0,0 3 0,0 2 0,-2 1 0,-52-7 0,-366-51 0,414 65-17,0 2 0,0 2 0,-1 2 1,1 2-1,0 3 0,0 2 0,-79 20 0,-11 10-624</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5.553"/>
    </inkml:context>
    <inkml:brush xml:id="br0">
      <inkml:brushProperty name="width" value="0.05" units="cm"/>
      <inkml:brushProperty name="height" value="0.05" units="cm"/>
    </inkml:brush>
  </inkml:definitions>
  <inkml:trace contextRef="#ctx0" brushRef="#br0">37 51 30911,'0'0'1303,"-2"-5"-1182,2 4-120,-3-5 66,-1 0 1,1 0 0,-1 0-1,0 0 1,-8-8 0,11 13-59,1 1-2,0 0-7,-1 0 0,1 0 0,0 1 0,0-1 0,0 0 0,-1 0 0,1 0 0,0 0 0,0 0 0,0 0 0,0 0 0,0 1 0,-1-1 0,1 0 0,0 0 0,0 0 0,0 0 0,0 1 0,0-1 0,0 0 0,0 0 0,0 0 0,-1 1 0,1-1 0,0 0 0,0 0 1,0 0-1,0 1 0,0-1 0,0 0 0,0 0 0,0 0 0,0 1 0,0-1 0,1 0 0,-1 0 0,0 0 0,0 1 0,0 1 0,0 43 0,1 0 0,3 0 0,2 0 0,1 0 0,18 55 0,-21-88-40,8 23-112,-1 1 0,-2 0 0,-1 0 0,4 66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5.823"/>
    </inkml:context>
    <inkml:brush xml:id="br0">
      <inkml:brushProperty name="width" value="0.05" units="cm"/>
      <inkml:brushProperty name="height" value="0.05" units="cm"/>
    </inkml:brush>
  </inkml:definitions>
  <inkml:trace contextRef="#ctx0" brushRef="#br0">1 170 32343,'0'0'384,"36"-29"-384,7 17 0,7-3 8,13-3-8,9-3 0,8-3 0,6 6-8,16 1-48,-19 8-112,-27 3-1648</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6.030"/>
    </inkml:context>
    <inkml:brush xml:id="br0">
      <inkml:brushProperty name="width" value="0.05" units="cm"/>
      <inkml:brushProperty name="height" value="0.05" units="cm"/>
    </inkml:brush>
  </inkml:definitions>
  <inkml:trace contextRef="#ctx0" brushRef="#br0">0 107 31311,'0'0'1384,"175"-41"-1400,-102 17-32,-10 0-128,-10 6-1272</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6.316"/>
    </inkml:context>
    <inkml:brush xml:id="br0">
      <inkml:brushProperty name="width" value="0.05" units="cm"/>
      <inkml:brushProperty name="height" value="0.05" units="cm"/>
    </inkml:brush>
  </inkml:definitions>
  <inkml:trace contextRef="#ctx0" brushRef="#br0">6 1 23805,'0'0'8903,"-1"4"-8895,-1 2-8,1-1 0,0 0 0,1 1 0,-1-1-1,1 1 1,0-1 0,1 1 0,-1-1 0,2 6 0,15 56-3,-3-13 3,-4-1 4,-2-9-17,2 1 1,25 71 0,-15-74-162,-7-25-2271,5 1-8827</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6.714"/>
    </inkml:context>
    <inkml:brush xml:id="br0">
      <inkml:brushProperty name="width" value="0.05" units="cm"/>
      <inkml:brushProperty name="height" value="0.05" units="cm"/>
    </inkml:brush>
  </inkml:definitions>
  <inkml:trace contextRef="#ctx0" brushRef="#br0">2 93 32063,'0'0'611,"-1"7"-601,1-1-11,0 1 0,0 0 0,0 0 0,1-1-1,-1 1 1,2 0 0,-1-1 0,1 1 0,3 8-1,-3-12 1,-1 0 0,1 0 0,0 0 0,0-1 0,0 1 0,0 0-1,0-1 1,0 0 0,1 1 0,-1-1 0,1 0 0,0 0 0,0-1 0,0 1-1,-1-1 1,1 1 0,1-1 0,-1 0 0,0 0 0,0 0 0,0 0 0,1-1 0,-1 1-1,5-1 1,1 1-6,0 0-1,-1-1 1,1 0 0,0-1-1,0 1 1,-1-2-1,1 1 1,-1-1-1,1-1 1,-1 1 0,0-2-1,0 1 1,0-1-1,-1 0 1,1 0-1,-1-1 1,0 0 0,0-1-1,0 1 1,8-11-1,-10 11 12,0 0 0,0 0-1,-1 0 1,0-1 0,0 0-1,-1 0 1,0 0-1,0 0 1,0 0 0,0-1-1,-1 1 1,0-1 0,-1 1-1,1-1 1,-1 0 0,-1 0-1,1 0 1,-1-9 0,-2-12 108,2 28-112,0 0 0,-1 0 0,1 0 1,-1 0-1,1 0 0,0 0 0,-1 0 0,1 1 1,0-1-1,-1 0 0,1 0 0,-1 0 0,1 0 1,0 1-1,0-1 0,-1 0 0,1 1 1,0-1-1,-1 0 0,1 0 0,0 1 0,0-1 1,-1 0-1,1 1 0,0-1 0,0 1 1,0-1-1,0 0 0,0 1 0,-1-1 0,1 0 1,0 1-1,0-1 0,0 1 0,0-1 0,0 0 1,0 1-1,0-1 0,0 1 0,0-1 1,1 1-1,-1 0 0,-11 118-4,7 162 0,5-164 0,-1-107-23,0-1-1,0 0 1,1 1-1,1-1 1,-1 0-1,1 0 1,1 0-1,0 0 1,5 12-1,-1-10-525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7.304"/>
    </inkml:context>
    <inkml:brush xml:id="br0">
      <inkml:brushProperty name="width" value="0.05" units="cm"/>
      <inkml:brushProperty name="height" value="0.05" units="cm"/>
    </inkml:brush>
  </inkml:definitions>
  <inkml:trace contextRef="#ctx0" brushRef="#br0">1 177 30038,'0'0'2558,"2"9"-2528,16 47-25,-5-17-18,10 49-1,-25-108-18,1 0-1,1 0 0,5-35 0,-3 42 43,0 0 0,1 0 1,0 0-1,1 0 0,0 0 0,1 1 0,0 0 0,9-14 0,-12 24-9,-1 0-1,1 0 1,0 1 0,1-1-1,-1 1 1,0-1-1,0 1 1,1 0-1,-1-1 1,1 1-1,-1 1 1,1-1 0,-1 0-1,1 0 1,-1 1-1,1 0 1,0-1-1,-1 1 1,1 0-1,0 0 1,-1 1 0,1-1-1,3 1 1,-1 0-1,1 0 1,-1 0-1,1 1 1,-1 0-1,0 0 1,1 0-1,-1 1 1,-1-1-1,9 7 1,-4-1-2,-1 0-1,0 1 1,0 0-1,-1 1 1,0-1-1,-1 2 1,0-1-1,0 1 1,-1-1 0,-1 1-1,4 14 1,-7-8-23,-1-16 44,0-12 46,0-15-60,1 0 0,1 0 0,7-32 0,-7 49-6,0 1 1,1-1 0,0 1 0,0-1 0,1 1 0,0 0-1,0 1 1,1-1 0,0 1 0,1 0 0,0 0-1,0 0 1,9-7 0,-13 12-2,1 0 0,0 0 0,0 0 0,0 1 0,0-1 0,0 1 0,0 0 0,0 0 0,1 0 0,-1 0 0,0 0 0,1 1 0,-1-1 0,1 1 0,-1 0 0,0 0 0,1 0 1,-1 1-1,1-1 0,-1 1 0,6 2 0,-4-1-2,0 0 0,0 0 1,-1 0-1,1 1 0,-1 0 1,1 0-1,-1 0 0,0 0 1,0 1-1,-1-1 0,1 1 1,-1 0-1,4 6 0,-2-2-86,0 1 0,-1 0 0,0 0-1,-1 0 1,0 0 0,0 1 0,-1-1 0,2 12-1,-3 4-1857</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7.574"/>
    </inkml:context>
    <inkml:brush xml:id="br0">
      <inkml:brushProperty name="width" value="0.05" units="cm"/>
      <inkml:brushProperty name="height" value="0.05" units="cm"/>
    </inkml:brush>
  </inkml:definitions>
  <inkml:trace contextRef="#ctx0" brushRef="#br0">1 0 32151,'0'0'545,"6"19"-545,25 76-1,59 195 1,-81-255-50,4 6-122,-3 1 0,-1 0-1,5 80 1,-14-111-1434</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7.828"/>
    </inkml:context>
    <inkml:brush xml:id="br0">
      <inkml:brushProperty name="width" value="0.05" units="cm"/>
      <inkml:brushProperty name="height" value="0.05" units="cm"/>
    </inkml:brush>
  </inkml:definitions>
  <inkml:trace contextRef="#ctx0" brushRef="#br0">1 69 30863,'0'0'1669,"8"-11"-1631,-3 4-36,-3 3-2,0 1 1,1 0-1,-1 0 0,0 0 0,1 0 0,0 0 0,0 0 0,0 1 0,0-1 1,0 1-1,0 0 0,0 0 0,1 0 0,-1 0 0,1 1 0,0-1 0,-1 1 1,1 0-1,0 0 0,5 0 0,9 0 0,-3 0 0,0 0 0,1 1 0,30 4 0,-44-4-1,1 1 0,-1-1 1,0 1-1,1-1 1,-1 1-1,0 0 1,0 0-1,1 0 1,-1 0-1,0 0 1,0 0-1,0 0 1,0 1-1,-1-1 1,1 1-1,0 0 1,0-1-1,-1 1 1,1 0-1,-1 0 1,0 0-1,0 0 1,1 0-1,-1 0 1,-1 1-1,1-1 1,0 0-1,0 0 1,-1 1-1,1-1 1,-1 0-1,0 4 1,0 0-5,1-3 3,-1 0 0,0-1 1,0 1-1,0-1 0,0 1 1,0 0-1,-1-1 1,1 1-1,-1-1 0,0 1 1,0-1-1,0 1 0,0-1 1,0 1-1,0-1 1,-1 0-1,1 0 0,-1 0 1,1 0-1,-1 0 0,0 0 1,0 0-1,-4 3 1,-20 16-160,-45 25 0,25-20-464</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8.290"/>
    </inkml:context>
    <inkml:brush xml:id="br0">
      <inkml:brushProperty name="width" value="0.05" units="cm"/>
      <inkml:brushProperty name="height" value="0.05" units="cm"/>
    </inkml:brush>
  </inkml:definitions>
  <inkml:trace contextRef="#ctx0" brushRef="#br0">1 1 32319,'0'0'363,"6"22"-371,-1-1 6,56 228 2,-21 25 7,-26-174-7,-12-97 13,-1-14-11,2-31-9,-2 14 7,1 8-1,0 0-1,1 1 1,1-1-1,7-21 1,-10 37 0,1 0 0,-1-1 1,1 1-1,0 0 1,0 0-1,1 0 0,-1 0 1,1 0-1,-1 1 1,1-1-1,1 1 0,-1 0 1,0 0-1,1 0 0,-1 0 1,1 0-1,0 1 1,0 0-1,0 0 0,0 0 1,0 0-1,1 0 1,-1 1-1,7-1 0,-5 1 0,0 0 0,1 1 0,-1 0 0,0 0-1,1 0 1,-1 1 0,0 0 0,0 0 0,0 1-1,0 0 1,0 0 0,0 0 0,8 5 0,-10-5-5,-1 1-1,1 1 1,0-1 0,-1 1 0,1-1 0,-1 1 0,0 0 0,0 0 0,-1 0 0,1 1-1,-1-1 1,0 1 0,0-1 0,0 1 0,-1 0 0,0-1 0,2 10 0,-2 35-657,-4-33-814</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8.641"/>
    </inkml:context>
    <inkml:brush xml:id="br0">
      <inkml:brushProperty name="width" value="0.05" units="cm"/>
      <inkml:brushProperty name="height" value="0.05" units="cm"/>
    </inkml:brush>
  </inkml:definitions>
  <inkml:trace contextRef="#ctx0" brushRef="#br0">43 19 31335,'0'0'1200,"-7"23"-1193,-22 78-7,28-98-1,-1 1 1,1 0 0,0 0 0,1 0-1,-1-1 1,1 1 0,0 0 0,0 0-1,0 0 1,0 0 0,1 0 0,-1 0-1,1 0 1,0-1 0,0 1 0,1 0 0,-1-1-1,1 1 1,0-1 0,0 1 0,0-1-1,0 0 1,0 0 0,1 0 0,3 4-1,-3-5 4,0 0-1,1 0 0,-1-1 0,1 1 1,-1 0-1,1-1 0,0 0 1,-1 0-1,1 0 0,0-1 0,0 1 1,0-1-1,-1 0 0,1 0 0,0 0 1,0 0-1,0-1 0,0 0 0,-1 1 1,8-4-1,-7 2 0,1 0 0,-1-1 0,0 1 0,0-1-1,0 0 1,0 0 0,0-1 0,0 1 0,-1-1 0,0 0 0,0 0 0,0 0 0,0 0 0,-1 0 0,1-1-1,-1 1 1,2-6 0,0-1 0,-1 1 0,0-1 0,0 0 0,-1 0 0,0 0 0,0-19 0,-2 25-2,0 1-1,0-1 1,0 1-1,-1 0 1,0-1 0,0 1-1,0 0 1,0 0-1,0 0 1,-1 0 0,0 0-1,0 0 1,-3-4-1,3 5-5,0 1 0,0 0 0,-1 0 0,1 0-1,-1 0 1,0 1 0,0-1 0,1 1 0,-1-1-1,0 1 1,0 0 0,0 0 0,0 0 0,-1 1 0,1-1-1,0 1 1,0 0 0,0-1 0,-5 2 0,1-1-39,2-1-46,0 1-1,0 0 0,0 1 1,0-1-1,0 1 0,0 0 0,0 0 1,-8 4-1,-8 11-1902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9.310"/>
    </inkml:context>
    <inkml:brush xml:id="br0">
      <inkml:brushProperty name="width" value="0.05" units="cm"/>
      <inkml:brushProperty name="height" value="0.05" units="cm"/>
    </inkml:brush>
  </inkml:definitions>
  <inkml:trace contextRef="#ctx0" brushRef="#br0">110 89 32047,'0'0'548,"-18"17"-537,-53 56-10,69-71-1,0 0 0,0 0 0,1 0 0,-1 1 0,0-1 0,1 1 0,-1-1 0,1 1 0,0 0 0,0-1 0,0 1 0,0 0 0,1 0 0,-1 0 0,1 0 0,0 0 0,-1-1 0,1 1 0,0 0 0,1 0 0,-1 0 0,1 0 0,-1 0 0,1 0 0,0 0 0,0-1 0,2 5 0,-1-4 0,0 0 0,0 0 0,1 0 0,-1 0 0,1 0 0,0-1 0,0 0 0,0 1 0,0-1 0,0 0 0,1 0 0,-1-1 0,1 1 0,-1-1 0,6 2 0,3 0 1,-1-2 0,1 1 1,0-1-1,0-1 0,0 0 0,-1-1 1,1 0-1,0-1 0,-1 0 0,1-1 1,-1 0-1,22-9 0,-20 6 1,0-1-1,0 0 1,-1-1-1,1 0 1,-2-1 0,1-1-1,-1 1 1,-1-2-1,18-21 1,-25 27 0,-1 0 1,1 0-1,-1 0 0,0-1 0,0 1 1,-1 0-1,0-1 0,0 0 1,0 1-1,0-1 0,-1 0 0,0 1 1,-1-7-1,1 11 3,0 20-17,1-14 12,0 0-1,-1 1 1,2-1-1,-1 0 1,1 1-1,-1-1 1,2 0-1,-1 0 1,0-1-1,1 1 0,0 0 1,0-1-1,0 1 1,1-1-1,0 0 1,-1 0-1,1-1 1,0 1-1,1-1 1,-1 0-1,1 0 1,0 0-1,-1-1 1,11 4-1,-11-4 1,1 0-1,0 0 0,0 0 1,0-1-1,-1 0 1,1 0-1,1-1 1,-1 1-1,0-1 1,0 0-1,0 0 0,0-1 1,0 0-1,0 0 1,0 0-1,0 0 1,0-1-1,-1 1 1,1-1-1,0-1 1,-1 1-1,0-1 0,1 1 1,-1-1-1,0 0 1,7-8-1,-3 1 4,-1 0 0,0-1 0,0 0 0,-1 0 0,-1-1-1,0 0 1,0 0 0,-1 0 0,-1-1 0,0 1 0,-1-1-1,0 0 1,-1 1 0,0-15 0,-1 30-3,-1 0 1,1 0-1,0 0 1,-1 0-1,0 0 0,0 0 1,0 0-1,0 0 0,-3 4 1,-4 12-4,-19 72 9,3 0-1,-17 142 1,15 195 5,26-428-12,0 0-1,1-1 0,-1 1 1,0 0-1,0 0 0,0 0 1,0-1-1,0 1 0,1 0 1,-1 0-1,0 0 0,0 0 1,0 0-1,1-1 0,-1 1 1,0 0-1,0 0 0,1 0 1,-1 0-1,0 0 0,0 0 1,0 0-1,1 0 0,-1 0 1,0 0-1,0 0 0,1 0 1,-1 0-1,0 0 0,0 0 1,1 0-1,-1 0 0,0 0 1,0 0-1,0 0 0,1 0 1,-1 1-1,0-1 0,0 0 1,0 0-1,1 0 0,-1 0 1,0 0-1,0 1 0,0-1 1,0 0-1,1 0 0,-1 0 1,0 1-1,0-1 0,0 0 1,0 0-1,0 0 0,0 1 1,0-1-1,0 0 0,0 0 1,0 1-1,1-1 0,-1 0 1,0 0-1,-1 1 0,15-20-273,2-17-574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9.566"/>
    </inkml:context>
    <inkml:brush xml:id="br0">
      <inkml:brushProperty name="width" value="0.05" units="cm"/>
      <inkml:brushProperty name="height" value="0.05" units="cm"/>
    </inkml:brush>
  </inkml:definitions>
  <inkml:trace contextRef="#ctx0" brushRef="#br0">0 1 32151,'0'0'464,"0"181"-464,7-88 0,3 2 0,10-6 8,-4-5 0,1-13 0,-4-14-8,-7-10 0,4-11 0,-3-12 0,-7-12-48,0-6-96</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39.741"/>
    </inkml:context>
    <inkml:brush xml:id="br0">
      <inkml:brushProperty name="width" value="0.05" units="cm"/>
      <inkml:brushProperty name="height" value="0.05" units="cm"/>
    </inkml:brush>
  </inkml:definitions>
  <inkml:trace contextRef="#ctx0" brushRef="#br0">1 72 31887,'0'0'760,"129"-21"-768,-37 3-40,-9 0-96,-13 3-856</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0.091"/>
    </inkml:context>
    <inkml:brush xml:id="br0">
      <inkml:brushProperty name="width" value="0.05" units="cm"/>
      <inkml:brushProperty name="height" value="0.05" units="cm"/>
    </inkml:brush>
  </inkml:definitions>
  <inkml:trace contextRef="#ctx0" brushRef="#br0">202 124 30591,'0'0'1965,"7"11"-1938,-5-6-22,20 26 9,-21-29-13,0-1 0,0 0 0,0 0 0,0 0 0,0 0 0,1 0 0,-1 0 0,0-1 0,0 1 0,1 0 0,-1-1 0,1 1 0,-1 0 0,0-1 0,1 0 0,-1 1 0,1-1 0,-1 0 0,1 0 0,0 0 0,-1 0 0,1 0 0,-1 0 1,1 0-1,-1-1 0,2 1 0,3-3 0,-1 0 1,0 0-1,0 0 1,0-1 0,0 1-1,0-1 1,-1 0-1,1-1 1,-1 1 0,0-1-1,-1 1 1,1-1-1,-1 0 1,0-1-1,0 1 1,0-1 0,-1 1-1,0-1 1,0 0-1,0 0 1,-1 1 0,0-1-1,0 0 1,-1-1-1,0-10 1,0 15-2,0 0 0,0 1 0,0-1 0,0 1 0,-1-1 0,1 0 0,-1 1 0,1-1 0,-1 1-1,1-1 1,-1 1 0,0-1 0,0 1 0,0 0 0,0-1 0,0 1 0,0 0 0,0 0 0,0 0 0,-2-1 0,0 0 0,0 0-1,0 0 1,0 0 0,-1 1-1,1 0 1,0 0 0,-1 0 0,-6-1-1,0 1 1,0 0-1,0 1 0,1 0 0,-1 0 0,0 1 0,-12 3 1,12 0-1,1-1 1,0 1 0,0 0-1,1 1 1,-1 0-1,1 1 1,0-1 0,1 1-1,-1 1 1,1 0 0,-12 14-1,6-5 1,1 1-1,1 0 1,0 1-1,-13 30 1,15-27 1,2 1 0,1-1-1,1 1 1,0 0 0,2 0 0,0 0 0,1 33 0,2-49-1,0-1 0,1 1 0,-1 0 0,1 0 0,0-1 1,0 1-1,1 0 0,0-1 0,0 1 0,5 9 0,-4-11 0,0 0 0,0-1 0,0 0 0,0 1 0,0-1 0,1-1 0,0 1 0,-1 0 0,1-1 0,0 0 0,0 0 0,0 0 0,0 0 0,1-1 0,4 2 0,8 1 1,1-1 0,0-1 0,-1 0 0,1-1 0,0-1 0,28-4 0,2-1-50,0-3 0,-1-1 0,56-20 0,8-12-618</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18.208"/>
    </inkml:context>
    <inkml:brush xml:id="br0">
      <inkml:brushProperty name="width" value="0.05" units="cm"/>
      <inkml:brushProperty name="height" value="0.05" units="cm"/>
      <inkml:brushProperty name="color" value="#E71224"/>
    </inkml:brush>
  </inkml:definitions>
  <inkml:trace contextRef="#ctx0" brushRef="#br0">403 781 31615,'0'0'1109,"-10"0"-1098,-2-1-8,0 0 0,0 1 1,0 0-1,-15 2 0,21 0-2,1 1-1,-1-1 1,1 1 0,0 1-1,0-1 1,0 1-1,1-1 1,-1 1 0,1 1-1,0-1 1,-5 7 0,-2 1-1,-24 26 0,34-36 1,3-6 0,0 0-1,0-1 1,0 1-1,0 0 1,1 1-1,-1-1 1,1 0 0,0 1-1,1-1 1,-1 1-1,7-5 1,4-6-1,-2 0 0,88-97 0,166-143 0,-231 225 0,2 1 0,1 2 0,1 1 0,1 2 0,2 2 0,0 2 0,0 1 0,2 3 0,53-12 0,-8 11 0,-1 4 0,142 0 0,-230 12 0,1 0 0,-1 0 0,0 0 0,0 0 0,0 0 0,1 0 0,-1 0 0,0 0 0,0 0 0,0 0 0,0 0 0,1 0 0,-1 0 0,0 0 0,0 0 0,0 0 0,1 0 0,-1 0 0,0 0 0,0 0 0,0 0 0,1 0 0,-1 0 0,0 0 0,0 1 0,0-1 0,0 0 0,1 0 0,-1 0 0,0 0 0,0 0 0,0 1 0,0-1 0,0 0 0,0 0 0,1 0 0,-1 0 0,0 1 0,0-1 0,0 0 0,0 0 0,0 0 0,0 1 0,0-1 0,0 0 0,0 0 0,0 0 0,0 1 0,0-1 0,0 0 0,0 0 0,0 0 0,0 1 0,0-1 0,0 0 0,0 0 0,0 0 0,0 1 0,0-1 0,0 0 0,0 0 0,0 0 0,0 0 0,0 0 0,0 0 0,0 1 0,0-1 0,0 0 0,0 0 0,0 0 0,0 0 0,0 0 0,0 0 0,-1 1 0,1-1 0,0 0 0,0 0 0,0 0 0,0 0 0,0 0 0,0 0 0,0 0 0,0 0 0,-1 0 0,1 1 0,0-1 0,0 0 0,0 0 0,0 0 0,0 0 0,0 0 0,-1 0 0,1 0 0,0 0 0,0 0 0,0 0 0,0 0 0,0 0 0,0 0 0,-1 0 0,1 0 0,0 0 0,0 0 0,0 0 0,0 0 0,-1 0 0,-1-1 0,-134-1 0,-205 9 0,311-2 0,0 1 0,0 1 0,1 2 0,0 0 0,0 2 0,1 2 0,1 0 0,0 2 0,1 1 0,0 1 0,1 1 0,-39 38 0,34-27 0,1 2 0,2 1 0,1 1 0,2 1 0,1 1 0,1 1 0,3 1 0,-28 72 0,38-81 0,1 0 0,2 1 0,0 0 0,3 0 0,-2 58 0,5-110 0,0-2 0,0 1 0,5-26 0,-4 41 0,1 0 0,1 0 0,-1 0 0,1 0 0,1 0 0,0 0 0,0 1 0,1 0 0,7-11 0,25-23 0,1 0 0,82-66 0,-66 62 0,-45 38 0,259-223 0,16 21 0,-277 205 0,16-11 0,37-17 0,-52 30 0,1-1 0,-1 1 0,1 0 0,0 1 0,0 0 0,1 1 0,-1 0 0,10 0 0,-18 1 0,-1 0 0,1 0 0,0 0 0,-1 0 0,1 0 0,0 1 0,-1-1 0,1 0 0,-1 1 0,1-1 0,0 0 0,-1 1 0,1-1 0,-1 1 0,1-1 0,-1 0 0,1 1 0,-1-1 0,0 1 0,1 0 0,-1-1 0,0 1 0,1-1 0,-1 1 0,0 0 0,1-1 0,-1 1 0,0-1 0,0 1 0,0 0 0,0-1 0,0 2 0,5 9 0,-4-10 0,-1-1 0,0 0 0,0 0 0,0 0 0,1 1 0,-1-1 0,0 0 0,0 0 0,0 1 0,0-1 0,0 0 0,1 0 0,-1 1 0,0-1 0,0 0 0,0 1 0,0-1 0,0 0 0,0 0 0,0 1 0,0-1 0,0 0 0,0 1 0,0-1 0,0 0 0,0 0 0,0 1 0,0-1 0,0 0 0,-1 0 0,1 1 0,0-1 0,0 0 0,0 0 0,0 1 0,0-1 0,-1 0 0,1 0 0,0 1 0,0-1 0,0 0 0,-1 0 0,1 0 0,0 0 0,-1 1 0,-14 6 0,-83 28 0,1 5 0,2 3 0,-91 58 0,86-34 0,-178 158 0,-62 110 0,291-285 0,3 2 0,-43 63 0,98-138 0,17-9-2,2 1 0,2 2-1,1 0 1,1 3 0,1 0 0,1 2-1,1 2 1,41-19 0,-23 13-66</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02.054"/>
    </inkml:context>
    <inkml:brush xml:id="br0">
      <inkml:brushProperty name="width" value="0.05" units="cm"/>
      <inkml:brushProperty name="height" value="0.05" units="cm"/>
      <inkml:brushProperty name="color" value="#00A0D7"/>
    </inkml:brush>
  </inkml:definitions>
  <inkml:trace contextRef="#ctx0" brushRef="#br0">14 4 32135,'0'0'615,"-3"-1"-607,3 1-8,0-1 0,0 1 0,0 0 0,-1 0 0,1 0 0,0-1 0,0 1 0,-1 0 0,1 0 0,0 0 0,0 0 0,-1 0 0,1 0 0,0 0 0,0 0 0,-1 0 0,1 0 0,0-1 0,-1 1 0,1 0 0,0 1 0,0-1 0,-1 0 0,1 0 0,0 0 0,-1 0 0,1 0 0,0 0 0,0 0 0,-1 0 1,1 0-1,0 1 0,0-1 0,-1 0 0,1 0 0,0 0 0,0 0 0,0 1 0,-1-1 0,1 0 0,0 0 0,0 1 0,0-1 0,0 18 0,15 33 1,-12-43-1,285 667 7,-270-639-7,48 116 0,-66-150 0,0-1 0,0 0 0,0-1 0,0 1 0,0-1 0,0 1 0,1-1 0,-1 1 0,0 0 0,0-1-1,0 1 1,1-1 0,-1 1 0,0-1 0,1 1 0,-1-1 0,0 0 0,1 1 0,-1-1 0,0 1 0,1-1 0,-1 0 0,1 1 0,-1-1 0,1 0 0,-1 1 0,1-1 0,0 0 0,0-24-31,-2-15-416,-4-7-1571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02.486"/>
    </inkml:context>
    <inkml:brush xml:id="br0">
      <inkml:brushProperty name="width" value="0.05" units="cm"/>
      <inkml:brushProperty name="height" value="0.05" units="cm"/>
      <inkml:brushProperty name="color" value="#00A0D7"/>
    </inkml:brush>
  </inkml:definitions>
  <inkml:trace contextRef="#ctx0" brushRef="#br0">24 28 32087,'0'0'664,"-4"-5"-657,-12-17-5,13 28 5,3 9-7,5 16 0,1-1 0,1 1 0,2-1 0,1 0 0,21 44 0,-19-45 0,261 537 0,-181-385 0,-85-170 0,-6-12 0,-1-1 0,1 1 0,-1-1 0,0 1 0,1-1 0,-1 1 0,0-1 0,0 1 0,0-1 0,0 1 0,0-1 0,-1-2 0,-1-9-25,-1 0-1,-1 0 1,0 0 0,-1 0-1,-9-16 1,-12-17-639</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05.896"/>
    </inkml:context>
    <inkml:brush xml:id="br0">
      <inkml:brushProperty name="width" value="0.05" units="cm"/>
      <inkml:brushProperty name="height" value="0.05" units="cm"/>
      <inkml:brushProperty name="color" value="#00A0D7"/>
    </inkml:brush>
  </inkml:definitions>
  <inkml:trace contextRef="#ctx0" brushRef="#br0">16 650 31615,'0'0'968,"-3"6"-921,-5 12-28,3-12 5,5-11 63,2-4-86,1 1 0,0 0 0,0 0 0,1 0-1,0 0 1,1 1 0,-1 0 0,7-8 0,49-53-3,-44 52 3,19-19-1,2 1 0,80-56 0,95-37 0,-146 91 0,1 4 0,1 2 0,2 4 0,1 2 0,0 4 0,2 3 0,0 2 0,1 5 0,105-3 0,-149 12 0,38 2 0,-62-1 0,-1 1 0,0 0 0,0 0 0,0 0 0,0 1 0,0 0 0,0 0 0,0 0 0,-1 0 0,7 5 0,67 63 0,-33-27 0,-46-41 0,-6-1 0,-22-2 0,-31-5 0,-7-5 0,-91-3 0,137 13 0,0 2 0,-1 0 0,1 1 0,1 1 0,-1 1 0,0 1 0,1 1 0,-33 15 0,-14 14 0,1 3 0,2 2 0,-65 56 0,44-25 0,-112 123 0,171-166 0,1 1 0,2 1 0,0 1 0,2 1 0,2 1 0,1 1 0,-26 67 0,39-76 0,2-25 0,2-1 0,0 0 0,0 0 0,0 0 0,0 0 0,0 0 0,0 0 0,1-1 0,-1 1 0,0 0 0,1 0 0,-1-1 0,1 1 0,-1-1 0,1 1 0,-1 0 0,1-1 0,0 1 0,0-1 0,0 1 0,0-3 0,-1 1 0,0-2 0,0 1 0,1-1 0,-1 1 0,1-1 0,0 0 0,0-4 0,0-3 0,0 5 0,-3 6 0,-1 1 0,-2 0 0,3 0 0,2-1 0,1 0 0,-1 0 0,1 0 0,-1 0 0,1 0 0,-1 0 0,1 0 0,0 0 0,0 0 0,0 0 0,-1 0 0,1 0 0,0 0 0,0 0 0,1-1 0,-1 1 0,0-1 0,0 0 0,-1-21 0,-8-42 0,-1-5 0,8 37 0,-4-49 0,6-107 0,1 180 0,0 1 0,0-1 0,1 1 0,0 0 0,1 0 0,0 0 0,0 0 0,1 0 0,0 1 0,9-13 0,-4 9 0,-1 1 0,2 0 0,-1 1 0,1 0 0,1 0 0,13-8 0,4 1 0,0 1 0,0 1 0,1 2 0,1 1 0,32-7 0,34-3 0,1 5 0,162-6 0,-250 21 0,122 0 0,-129 1 0,-1-3 0,-2 3 0,1-1 0,-1 1 0,0-1 0,0 1 0,1 0 0,-1-1 0,0 1 0,0 0 0,0 0 0,1 0 0,-1 0 0,0-1 0,0 1 0,0 0 0,0 1 0,0-1 0,1 0 0,-2 0 0,0 0 0,-9 0 0,-17-1 0,0 1 0,0 2 0,1 0 0,-1 2 0,1 1 0,-32 10 0,-8 10 0,1 3 0,1 3 0,1 2 0,2 4 0,2 2 0,-76 64 0,115-85 0,2 1 0,1 0 0,0 2 0,2 0 0,-21 35 0,28-40 0,0 1 0,2-1 0,0 1 0,1 1 0,0-1 0,2 1 0,0 0 0,-2 34 0,4-28 0,0 56 0,2-73 0,1-1 0,-1 0 0,1 0 0,1 0 0,-1 0 0,1 0 0,0 0 0,0 0 0,6 9 0,-8-14 0,1 1 0,-1-1 0,1 0 0,0 0 0,-1 0 0,1 0 0,0 0 0,0 0 0,0 0 0,0 0 0,0 0 0,0 0 0,0-1 0,0 1 0,0 0 0,1-1 0,-1 1 0,0 0 0,0-1 0,1 0 0,-1 1 0,0-1 0,0 0 0,1 0 0,-1 1 0,0-1 0,1 0 0,-1 0 0,0-1 0,2 1 0,-1-1 0,0 0 0,-1 0 0,1 0 0,-1 0 0,0-1 0,1 1 0,-1 0 0,0-1 0,0 1 0,0-1 0,0 0 0,0 1 0,0-1 0,0 0 0,0 1 0,-1-1 0,1 0 0,-1 0 0,1 0 0,-1-1 0,20-166 0,-17 118 0,3-1 0,13-58 0,-15 95 0,1-1 0,0 1 0,1 0 0,1 1 0,0 0 0,1 0 0,0 0 0,1 1 0,1 0 0,0 0 0,15-13 0,10-4 0,2 1 0,0 2 0,76-40 0,-34 28 0,91-32 0,-130 56 0,1 3 0,0 1 0,0 2 0,1 2 0,1 2 0,43 0 0,-79 5 0,0 1 0,0-1 0,0 2 0,0-1 0,0 1 0,-1 0 0,1 0 0,-1 1 0,1 0 0,-1 0 0,0 1 0,0-1 0,-1 1 0,1 1 0,-1-1 0,0 1 0,0 0 0,0 0 0,0 0 0,-1 1 0,0-1 0,0 1 0,-1 0 0,0 0 0,0 1 0,0-1 0,2 8 0,-6-14 0,0 1 0,0-1 0,0 1 0,0-1 0,0 1 0,0-1 0,0 0 0,0 1 0,0-1 0,0 0 0,0 0 0,-1 0 0,1 0 0,0 0 0,0 0 0,0 0 0,0 0 0,-1-1 0,1 1 0,-79-10 0,51 4 0,-39-1 0,36 7 0,1 0 0,0 2 0,-1 1 0,1 2 0,0 1 0,1 1 0,0 1 0,-52 23 0,23-2 0,1 2 0,-102 74 0,-87 105 0,218-183 0,-47 58 0,70-77 0,0 0 0,0 1 0,0 0 0,1 0 0,1 0 0,0 1 0,0-1 0,0 1 0,1 0 0,1 0 0,0 0 0,-2 16 0,4-26 0,0 0 0,0 0 0,0 0 0,0 0 0,0 0 0,0 0 0,0 0 0,0 0 0,0 0 0,0 0 0,0 1 0,0-1 0,0 0 0,0 0 0,0 0 0,0 0 0,0 0 0,0 0 0,0 0 0,0 1 0,0-1 0,0 0 0,0 0 0,0 0 0,0 0 0,0 0 0,0 0 0,0 0 0,0 0 0,0 1 0,0-1 0,0 0 0,0 0 0,0 0 0,0 0 0,0 0 0,0 0 0,0 0 0,1 0 0,-1 0 0,0 0 0,0 0 0,0 0 0,0 1 0,0-1 0,0 0 0,0 0 0,0 0 0,0 0 0,1 0 0,-1 0 0,0 0 0,0 0 0,0 0 0,0 0 0,0 0 0,0 0 0,0 0 0,1 0 0,-1 0 0,0 0 0,0 0 0,0 0 0,0 0 0,5-6 0,-4 4 0,40-49 0,1 3 0,3 2 0,1 1 0,72-52 0,226-130 0,-272 184 0,2 2 0,2 4 0,115-39 0,-183 74 0,17-3 0,-37 16 0,-253 188 0,130-93 0,47-38 0,-168 117 0,237-175 0,19-10 0,0 0 0,1 0 0,-1 0 0,0 0 0,0 0 0,0-1 0,0 1 0,0 0 0,0 0 0,0 0 0,0 0 0,0 0 0,0 0 0,0 0 0,0-1 0,0 1 0,0 0 0,0 0 0,0 0-1,0 0 1,-1 0 0,1 0 0,0 0 0,0-1 0,0 1 0,0 0 0,0 0 0,0 0 0,0 0 0,0 0 0,0 0 0,0 0 0,0 0 0,0 0 0,-1 0 0,1-1 0,0 1 0,0 0 0,0 0 0,0 0 0,0 0 0,0 0 0,0 0 0,-1 0 0,1 0 0,0 0 0,0 0 0,0 0 0,0 0 0,0 0 0,10-15-4,1 1 0,1 0 1,20-19-1,-10 11-4,42-43-100,-6 7-248</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07.305"/>
    </inkml:context>
    <inkml:brush xml:id="br0">
      <inkml:brushProperty name="width" value="0.05" units="cm"/>
      <inkml:brushProperty name="height" value="0.05" units="cm"/>
      <inkml:brushProperty name="color" value="#00A0D7"/>
    </inkml:brush>
  </inkml:definitions>
  <inkml:trace contextRef="#ctx0" brushRef="#br0">20 0 32247,'0'0'504,"-5"3"-499,4-2-5,0-1 0,0 1 0,0-1 0,0 1 0,0 0-1,0 0 1,0-1 0,1 1 0,-1 0 0,0 0 0,1 0 0,-1 0-1,1 0 1,-1 0 0,1 0 0,-1 0 0,1 0 0,-1 0 0,1 0-1,0 0 1,0 0 0,0 1 0,0-1 0,0 0 0,0 0-1,0 0 1,0 0 0,0 0 0,1 2 0,18 40 0,-15-35 0,54 102 5,203 367 4,-194-360-9,420 747 1,-468-829-1,-13-28 0,-5-13 0,-7-18 0,-55-108 0,29 67 0,-108-230 0,-320-626 0,355 753 0,67 111 0,32 49 0,6 10 0,5 11 0,9 15 0,32 49 0,-14-27 0,392 728 0,-342-615 0,-50-101 0,3-1 0,2-2 0,67 80 0,-101-138 0,-2-8 0,-5-13 0,-9-8 0,-1 0 0,-23-34 0,18 32 0,-65-110 0,-352-525 0,276 452 0,240 331 0,11 11 0,278 405 0,-25 23 0,-329-533 0,-12-23 0,-4-10 0,-6-17 0,-73-116 0,18 35 0,-245-467 0,293 549-22,4 8-9,1 1-1,1-1 0,0-1 0,2 1 0,0-1 1,0 0-1,-3-26 0,8 25-852</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08.851"/>
    </inkml:context>
    <inkml:brush xml:id="br0">
      <inkml:brushProperty name="width" value="0.05" units="cm"/>
      <inkml:brushProperty name="height" value="0.05" units="cm"/>
      <inkml:brushProperty name="color" value="#00A0D7"/>
    </inkml:brush>
  </inkml:definitions>
  <inkml:trace contextRef="#ctx0" brushRef="#br0">155 68 30975,'0'0'1763,"-8"-6"-1750,-25-16-6,26 22-6,6 9-1,2 15 0,1-1 0,1 0 0,1 0 0,10 33 0,40 96 0,-37-107 0,105 257 4,175 313 0,-256-538-4,45 76 0,-86-153 0,0 1 0,0-1 0,0 0 0,0 1 0,0-1 0,0 0 0,0 1 0,0-1 0,1 1 0,-1-1 0,0 0 0,0 1 0,0-1 0,1 0 0,-1 0 0,0 1 0,0-1 0,1 0 0,-1 1 0,0-1 0,1 0 0,-1 0 0,0 0 0,1 1 0,-1-1 0,1 0 0,-1 0 0,0 0 0,1 0 0,-1 0 0,0 0 0,1 0 0,-1 0 0,1 1 0,-1-1 0,0-1 0,1 1 0,-1 0 0,1 0 0,0-2 0,0-1 0,-1 0 0,1 1 0,-1-1 0,0 0 0,0 0 0,0 1 0,0-1 0,0 0 0,-1 1 0,1-1 0,-2-4 0,-15-47 0,13 41 0,-365-940 0,337 883 0,-55-87 0,45 93 0,-2 2 0,-68-72 0,107 131 0,6 8 0,0-2 0,3 15 0,2-1 0,0 0 0,1 0 0,12 21 0,-2-5 0,118 249 0,183 361 0,-262-538 0,79 154 0,-126-246 0,-10-20 0,1 7 0,-9-28 0,-1 1 0,-2 1 0,-24-43 0,21 41 0,-329-589 0,261 477 0,-150-194 0,221 321 0,12 13 0,0 0 0,0 0 0,0 0 0,0 0 0,0 0 0,0 0 0,0 0 0,0 0 0,-1 0 0,1 1 0,0-1 0,0 0 0,0 0 0,0 0 0,0 0 0,0 0 0,0 0 0,0 0 0,0 0 0,0 0 0,0 0 0,0 1 0,0-1 0,0 0 0,-1 0 0,1 0 0,0 0 0,0 0 0,0 0 0,0 0 0,0 0 0,0 0 0,0 0 0,0 0 0,0 0 0,-1 0 0,1 0 0,0 0 0,0 0 0,0 0 0,0 0 0,0 0 0,0 0 0,0 0 0,0 0 0,-1 0 0,1 0 0,0 0 0,0 0 0,0 0 0,0 0 0,0-1 0,0 1 0,0 0 0,0 0 0,0 0 0,0 0 0,0 0 0,-1 0 0,1 0 0,0 0 0,0 0 0,0 5 0,1 0 0,0 1 0,-1-1 0,2 0 0,-1 0 0,1 0 0,-1 0 0,1 0 0,1 0 0,-1 0 0,5 6 0,3 8 0,101 212 0,152 298 0,-240-486 0,142 271 0,-124-224 0,47 145 0,-86-234 0,-1-6 0,-4-15 0,-6-10 0,-2-1 0,-17-32 0,6 15 0,-80-184 0,-249-538 0,171 450 0,271 446 0,-37-56 0,-17-19 0,259 358 0,-33 23 0,-122-148 0,-143-291 0,-9-32 0,-93-154 0,56 107 0,-47-85 0,-7 5 0,-160-199 0,216 311 0,-37-48 0,83 104 0,0 1 0,1-1 0,-1 1 0,1 0 0,0-1 0,0 1 0,0-1 0,0 1 0,0-1 0,3 3 0,252 386 0,148 317 0,-266-475 0,-138-261 0,-12-9 0,-35-67 0,13 32 0,-61-124 0,89 185 1,0 1 0,-1-1 0,0 1 0,0 1 0,-1-1 0,-1 1 0,-14-12 0,15 15-11,0 1 0,-1 0 1,0 1-1,1 0 1,-1 0-1,-1 1 1,1 0-1,0 0 1,-1 1-1,-13-1 1,-36 0-414</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2.603"/>
    </inkml:context>
    <inkml:brush xml:id="br0">
      <inkml:brushProperty name="width" value="0.05" units="cm"/>
      <inkml:brushProperty name="height" value="0.05" units="cm"/>
      <inkml:brushProperty name="color" value="#00A0D7"/>
    </inkml:brush>
  </inkml:definitions>
  <inkml:trace contextRef="#ctx0" brushRef="#br0">13 2 32439,'0'0'312,"-1"-1"-312,1 1 0,0 0 0,0 0 1,-1 0-1,1 0 0,0 0 0,0-1 0,-1 1 0,1 0 0,0 0 1,-1 0-1,1 0 0,0 0 0,-1 0 0,1 0 0,0 0 0,0 0 0,-1 0 1,1 0-1,0 0 0,-1 1 0,1-1 0,0 0 0,0 0 0,-1 0 1,1 0-1,0 0 0,-1 0 0,1 1 0,0-1 0,0 0 0,0 0 1,-1 0-1,1 1 0,0-1 0,0 0 0,0 0 0,-1 1 0,1-1 0,0 0 1,0 1-1,0-1 0,0 0 0,0 0 0,0 1 0,0-1 0,0 0 1,0 1-1,-1 5-1,1-1 1,0 1-1,0-1 1,1 1-1,0-1 1,0 1 0,0-1-1,0 0 1,1 1-1,0-1 1,0 0-1,4 7 1,-3-6 0,12 29 1,2-1 0,2-1 0,1-1 0,1 0 0,1-1 0,2-2 0,36 35 0,-22-29-2,1-3 1,1-1 0,2-1 0,1-3 0,48 22 0,12 0 0,2-4 0,3-6 0,163 39 0,-137-50 2,2-6 0,212 7 1,-299-27-3,272 2 1,-243-7-1,0-3 0,84-18 0,-108 13 0,250-57 0,-206 42 0,99-42 0,143-48 0,-186 60 0,-149 54 0,0 1 0,0 1 0,1-1 0,-1 1 0,0 0 0,0 0 0,1 0 0,-1 1 0,0-1 0,0 1 0,1 1 0,5 1 0,6 4 0,0 1 0,18 10 0,-6-3 0,161 82 0,0 4 0,-158-82 0,-25-16 0,6 4 0,-1 0 0,0 0 0,0 1 0,-1 1 0,0 0 0,0 0 0,15 18 0,-21-20 0,1-1 0,0 0 0,1 0 0,-1 0 0,1-1 0,0 1 0,1-2 0,8 5 0,66 27 0,-65-30 0,59 9 0,-73-14 0,-2 1 0,2-12-15,-3-11-146,0 2-487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3.033"/>
    </inkml:context>
    <inkml:brush xml:id="br0">
      <inkml:brushProperty name="width" value="0.05" units="cm"/>
      <inkml:brushProperty name="height" value="0.05" units="cm"/>
      <inkml:brushProperty name="color" value="#00A0D7"/>
    </inkml:brush>
  </inkml:definitions>
  <inkml:trace contextRef="#ctx0" brushRef="#br0">427 1 31959,'0'0'789,"-1"0"-788,1 0-1,0 0 0,-1 0 1,1 0-1,-1 0 1,1 1-1,0-1 0,-1 0 1,1 0-1,0 0 0,-1 1 1,1-1-1,0 0 0,-1 1 1,1-1-1,0 0 1,-1 0-1,1 1 0,0-1 1,0 1-1,0-1 0,-1 0 1,1 1-1,0-1 1,0 0-1,0 1 0,0-1 1,0 1-1,-2 5 0,1 0 0,0 0 0,0 0 0,1 0 0,0 0 0,0 0 0,0 0 0,3 8 0,11 50 1,1-20 0,1-1 1,2 0-1,2-1 0,2-1 0,44 63 0,-29-55-1,-52-46 0,-8-2 0,0 1 0,0 1 0,0 1 0,1 1 0,-1 1 0,-35 16 0,-127 68-1,101-46-2,4-5-242,14-17-906</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4.037"/>
    </inkml:context>
    <inkml:brush xml:id="br0">
      <inkml:brushProperty name="width" value="0.05" units="cm"/>
      <inkml:brushProperty name="height" value="0.05" units="cm"/>
      <inkml:brushProperty name="color" value="#00A0D7"/>
    </inkml:brush>
  </inkml:definitions>
  <inkml:trace contextRef="#ctx0" brushRef="#br0">4 1 32047,'0'0'704,"-1"24"-697,-1 23-7,2 0 1,10 72-1,5-22 3,9 45 0,9 250-1,-33-377-10,0-32-16,0-23-91,0-9-242</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4.307"/>
    </inkml:context>
    <inkml:brush xml:id="br0">
      <inkml:brushProperty name="width" value="0.05" units="cm"/>
      <inkml:brushProperty name="height" value="0.05" units="cm"/>
      <inkml:brushProperty name="color" value="#00A0D7"/>
    </inkml:brush>
  </inkml:definitions>
  <inkml:trace contextRef="#ctx0" brushRef="#br0">3 93 32095,'0'0'648,"-2"-2"-637,7 1-6,170 15 2,-145-13-7,121-1 1,-123-2-1,-1-1 0,1-1 0,38-11 0,-11-2-65,93-42-1,-141 54-315</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4.546"/>
    </inkml:context>
    <inkml:brush xml:id="br0">
      <inkml:brushProperty name="width" value="0.05" units="cm"/>
      <inkml:brushProperty name="height" value="0.05" units="cm"/>
      <inkml:brushProperty name="color" value="#00A0D7"/>
    </inkml:brush>
  </inkml:definitions>
  <inkml:trace contextRef="#ctx0" brushRef="#br0">0 63 32743,'0'0'8,"0"3"0,17-3-8,22 6 0,11-3 0,10-3 0,12 0 0,1 0 0,0-3 0,-7-9 0,-6-3 0,9-2-16,-19 2-104,-11 3-4865</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5.023"/>
    </inkml:context>
    <inkml:brush xml:id="br0">
      <inkml:brushProperty name="width" value="0.05" units="cm"/>
      <inkml:brushProperty name="height" value="0.05" units="cm"/>
      <inkml:brushProperty name="color" value="#00A0D7"/>
    </inkml:brush>
  </inkml:definitions>
  <inkml:trace contextRef="#ctx0" brushRef="#br0">2 701 31823,'0'0'916,"0"14"-904,-1 6-10,0 10 7,5-33-5,5-24-3,61-264-1,-5 19 0,-55 236 0,1 1 0,22-46 0,-32 80 0,-1-1 0,1 1 0,-1 0 0,1 0 0,0 0 0,-1 0 0,1 0 0,0 0 0,0 0 0,0 0 0,0 0 0,0 0 0,0 0 0,0 0 0,0 1 0,0-1 0,0 0 0,0 1 0,3-2 0,-3 2 0,0 0 0,0 0 0,0 0 0,0 1 0,0-1 0,0 0 0,0 0 0,0 1 0,0-1 0,0 0 0,0 1 0,0-1 0,0 1 0,0-1 0,0 1 0,0 0 0,-1-1 0,3 3 0,2 2 0,-1 1 0,1 0 0,-1 1 0,0-1 0,4 11 0,24 56 0,32 117 0,6 15 0,-47-160-8,-27-43-36,2-2 28,-19 0-605,-11 0-2099</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5.182"/>
    </inkml:context>
    <inkml:brush xml:id="br0">
      <inkml:brushProperty name="width" value="0.05" units="cm"/>
      <inkml:brushProperty name="height" value="0.05" units="cm"/>
      <inkml:brushProperty name="color" value="#00A0D7"/>
    </inkml:brush>
  </inkml:definitions>
  <inkml:trace contextRef="#ctx0" brushRef="#br0">1 197 31071,'0'0'1680,"79"-18"-1680,-36 0 0,10-5 0,27-28-8,-18 9-48,-2-2-456</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5.612"/>
    </inkml:context>
    <inkml:brush xml:id="br0">
      <inkml:brushProperty name="width" value="0.05" units="cm"/>
      <inkml:brushProperty name="height" value="0.05" units="cm"/>
      <inkml:brushProperty name="color" value="#00A0D7"/>
    </inkml:brush>
  </inkml:definitions>
  <inkml:trace contextRef="#ctx0" brushRef="#br0">185 1 32383,'0'0'368,"-19"14"-361,-61 47-6,75-57-1,0 0 0,1 0 0,0 0 0,0 1 0,0 0 0,1 0 0,0 0 0,0 0 0,0 0 0,0 1 0,-2 7 0,-2 4 0,1-6 0,1 0 0,1 1 0,0-1 0,0 1 0,1 0 0,1-1 0,0 1 0,-1 22 0,4-33 0,0-1 0,-1 1 0,1-1 0,0 1 0,0 0 0,0-1 0,-1 0 0,1 1 0,0-1 0,0 1 0,0-1 0,0 0 0,0 0 0,0 0 0,0 1 0,0-1 0,0 0 0,0 0 0,0 0 0,0-1 0,0 1 0,0 0 0,1 0 0,-1-1 0,19 2 1,1-1 1,0-1-1,-1-2 0,40-8 1,-38 5-2,0 0 0,0 1 0,1 2 0,0 0 1,-1 2-1,45 2 0,-64-1 0,0 0 0,-1 1 0,1 0 0,0 0 0,0 0 0,0 0 0,-1 0 0,1 0 0,0 0 0,-1 1 0,1 0 0,-1-1 0,0 1 0,1 0 0,-1 0 0,0 0 0,0 1 0,0-1 0,-1 0 0,1 1 0,0-1 0,-1 1 0,0-1 0,3 7 0,-2 0 0,1 1 0,-1-1 0,0 1 0,-1 0 0,-1 0 0,1 11 0,-2-17 0,0 0 0,1 0 0,-1 0 0,-1 0 0,1-1 0,0 1 0,-1 0 0,0-1 0,0 1 0,0-1 0,0 0 0,-1 1 0,1-1 0,-1 0 0,0 0 0,0-1 0,0 1 0,0-1 0,0 1 0,-7 2 0,-3 3 0,0-1 0,0-1 0,-1 0 0,-20 5 0,24-7 0,0-2 1,0 1-1,-1-1 1,1-1-1,-1 0 1,1 0-1,-1-1 0,-11-2 1,17 1-9,1 0 1,0 0-1,0 0 1,0-1-1,0 0 1,0 0 0,0 0-1,1 0 1,-1 0-1,0-1 1,1 0-1,0 1 1,0-1-1,0-1 1,0 1-1,0 0 1,1-1-1,-1 1 1,1-1-1,0 0 1,0 0-1,-2-7 1,-11-37-529</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6.058"/>
    </inkml:context>
    <inkml:brush xml:id="br0">
      <inkml:brushProperty name="width" value="0.05" units="cm"/>
      <inkml:brushProperty name="height" value="0.05" units="cm"/>
      <inkml:brushProperty name="color" value="#00A0D7"/>
    </inkml:brush>
  </inkml:definitions>
  <inkml:trace contextRef="#ctx0" brushRef="#br0">0 2 32263,'0'0'496,"0"-2"-489,14 157-6,-14 242-1,1-396 0,1-1 0,-1 1 0,1 0 0,-1-1 0,1 1 0,0-1 0,-1 0 0,1 1 0,0-1 0,-1 0 0,1 0 0,0 0 0,0 0 0,-1 0 0,4-1 0,0 1 0,15-1 0,0-1 0,0 0 0,0-2 0,-1 0 0,0-1 0,0-1 0,0-1 0,28-14 0,1-1-309,0-1 0,-1-3 0,66-50 0,-90 51-5681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6.521"/>
    </inkml:context>
    <inkml:brush xml:id="br0">
      <inkml:brushProperty name="width" value="0.05" units="cm"/>
      <inkml:brushProperty name="height" value="0.05" units="cm"/>
      <inkml:brushProperty name="color" value="#00A0D7"/>
    </inkml:brush>
  </inkml:definitions>
  <inkml:trace contextRef="#ctx0" brushRef="#br0">249 0 32319,'0'0'423,"-28"28"-414,-94 98-2,112-113-7,1 0 0,0 0 0,1 1 0,0 0 0,1 0 0,0 1 0,2 0 0,-1 0 1,2 0-1,0 1 0,1-1 0,-1 18 0,3-29 0,-4 26 0,1 0 0,1 1 0,2-1 0,1 1 0,1-1 0,2 0 0,1 1 0,1-1 0,2-1 0,0 1 0,3-1 0,0-1 0,24 46 0,-20-49 0,2 0 0,1-2 0,0 0-1,2 0 1,1-2 0,0-1 0,2 0 0,0-1 0,38 23 0,-47-35-1,0 0 1,1-1-1,-1-1 1,1 0-1,0-1 1,1 0-1,-1-1 1,26 2-1,-11-4-45,0-1 0,0-1 1,37-6-1,-48 3-146,0 0 0,26-10 0,-44 14 189</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6.854"/>
    </inkml:context>
    <inkml:brush xml:id="br0">
      <inkml:brushProperty name="width" value="0.05" units="cm"/>
      <inkml:brushProperty name="height" value="0.05" units="cm"/>
      <inkml:brushProperty name="color" value="#00A0D7"/>
    </inkml:brush>
  </inkml:definitions>
  <inkml:trace contextRef="#ctx0" brushRef="#br0">122 0 32535,'0'0'209,"-2"13"-197,-3 114-9,1-11-3,1-99 0,1 1 0,-2 0 0,0-1 0,-1 0 0,-1 0 0,-9 18 0,-6 6 0,-29 44 0,83-100 0,-17 7 0,0 1 0,0 0 0,1 2 0,-1 0 0,2 0 0,-1 2 0,21-2 0,128 2-23,-94 4-11,72-1-540,-89 0-1003</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7.060"/>
    </inkml:context>
    <inkml:brush xml:id="br0">
      <inkml:brushProperty name="width" value="0.05" units="cm"/>
      <inkml:brushProperty name="height" value="0.05" units="cm"/>
      <inkml:brushProperty name="color" value="#00A0D7"/>
    </inkml:brush>
  </inkml:definitions>
  <inkml:trace contextRef="#ctx0" brushRef="#br0">17 52 28262,'0'0'4497,"-17"-51"-4497,17 54-8,0 21 8,0 6 0,3-1 0,7-2 0,-3 0 0,3-9-8,-10-3-16,0-6-56,0-6-472</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7.204"/>
    </inkml:context>
    <inkml:brush xml:id="br0">
      <inkml:brushProperty name="width" value="0.05" units="cm"/>
      <inkml:brushProperty name="height" value="0.05" units="cm"/>
      <inkml:brushProperty name="color" value="#00A0D7"/>
    </inkml:brush>
  </inkml:definitions>
  <inkml:trace contextRef="#ctx0" brushRef="#br0">0 12 29030,'0'0'3673,"66"-12"-3945,-36 30-1528</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7.760"/>
    </inkml:context>
    <inkml:brush xml:id="br0">
      <inkml:brushProperty name="width" value="0.05" units="cm"/>
      <inkml:brushProperty name="height" value="0.05" units="cm"/>
      <inkml:brushProperty name="color" value="#00A0D7"/>
    </inkml:brush>
  </inkml:definitions>
  <inkml:trace contextRef="#ctx0" brushRef="#br0">231 151 31679,'0'0'1039,"0"-16"-1031,0-51-7,0 65-1,0-1 0,0 1-1,0-1 1,-1 1 0,1-1 0,-1 1-1,1-1 1,-1 1 0,0-1 0,0 1 0,0 0-1,0-1 1,0 1 0,-1 0 0,1 0 0,-1 0-1,1 0 1,-1 0 0,0 0 0,0 1-1,0-1 1,0 0 0,0 1 0,0 0 0,0-1-1,0 1 1,-1 0 0,1 0 0,-1 0 0,-2 0-1,-5-2 0,-1 2-1,1-1 1,-1 1-1,0 1 1,-15 0 0,10 1 0,13-1 1,-1 0 0,1 0 0,-1 0 0,1 1 0,-1-1 0,1 1 0,-1 0 0,1 0 0,0 1 0,0-1 0,-1 1 0,1-1 0,0 1 0,0 0 0,1 0 0,-1 0 0,0 1 0,1-1 0,-1 0 0,1 1 0,0 0 0,-1 0 0,1 0 0,1 0 0,-1 0 0,0 0 0,1 0 0,0 0 0,-1 1 0,1-1 0,1 0 0,-2 7 0,0 0 0,0 0 0,1 1 0,0-1 0,1 0 0,0 1 0,0-1 0,1 0 0,0 0 0,4 11 0,-4-18 0,0 1 0,0-1 0,0 0 0,1 0 0,0 0 0,0 0 0,-1 0 0,2 0 0,-1 0 0,0-1 0,0 1 0,1-1 1,0 1-1,-1-1 0,1 0 0,0 0 0,0-1 0,0 1 0,0 0 0,0-1 0,1 0 0,-1 0 0,0 0 0,1 0 0,-1 0 0,1-1 0,-1 1 0,0-1 0,7 0 0,-5-1 1,0 1 0,0-1 0,0 0-1,0-1 1,0 1 0,0-1 0,0 0 0,-1 0-1,1 0 1,-1-1 0,0 1 0,1-1-1,3-4 1,8-6 1,25-29 0,-32 32-3,-9 9 0,1 0 1,-1 1 0,1-1-1,-1 1 1,1-1-1,-1 1 1,1-1 0,-1 1-1,1-1 1,0 1 0,-1 0-1,1-1 1,-1 1-1,1 0 1,0 0 0,0-1-1,-1 1 1,1 0-1,0 0 1,-1 0 0,1 0-1,0 0 1,-1 0 0,1 0-1,0 0 1,0 0-1,-1 0 1,1 0 0,0 1-1,-1-1 1,1 0 0,0 0-1,-1 1 1,1-1-1,0 0 1,-1 1 0,1-1-1,-1 1 1,2 0 0,16 24-14,-17-22 13,62 109 4,-5 1-1,57 163 0,-110-259 0,0 1 1,-1-1-1,-2 1 1,1 0-1,-2-1 1,-1 22-1,1-36-1,-2 0 0,1-1 0,0 1-1,0 0 1,-1-1 0,0 1 0,1-1 0,-1 1-1,0-1 1,0 1 0,-1-1 0,1 1 0,0-1-1,-1 0 1,1 0 0,-1 0 0,0 0 0,-2 3-1,0-2 1,0-1 0,0 1-1,0-1 1,0 0 0,0 0-1,-1 0 1,1 0 0,-1-1-1,-8 2 1,-2-1-1,-1-1 0,0 0 1,0-1-1,0 0 0,-22-5 0,31 4-1,0-1 1,0 0-1,0 0 1,0 0-1,0-1 1,1 0-1,-1-1 0,1 1 1,0-1-1,0-1 1,0 1-1,1-1 0,0 0 1,0 0-1,0 0 1,0-1-1,1 0 1,0 0-1,0 0 0,0 0 1,1 0-1,0-1 1,0 0-1,-2-8 1,-2-9-18,2 0 1,0 0-1,1 0 1,2-1 0,0-38-1,7-49-467,17 7-1256</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8.187"/>
    </inkml:context>
    <inkml:brush xml:id="br0">
      <inkml:brushProperty name="width" value="0.05" units="cm"/>
      <inkml:brushProperty name="height" value="0.05" units="cm"/>
      <inkml:brushProperty name="color" value="#00A0D7"/>
    </inkml:brush>
  </inkml:definitions>
  <inkml:trace contextRef="#ctx0" brushRef="#br0">253 0 32191,'0'0'528,"-30"4"-513,-96 14-7,123-18-8,-1 1 0,1-1 0,0 1 0,0 0 0,-1 0 0,1 0 0,0 0 0,0 1 0,0-1 0,0 1 0,0 0 0,1 0 0,-1 0 0,0 0 0,1 0 1,0 1-1,-1-1 0,1 1 0,0-1 0,0 1 0,0 0 0,1 0 0,-3 5 0,-2 3 0,2-1 0,0 0 0,0 1 0,1 0 0,0 0 0,1 0 0,0 0 0,1 0 0,0 0 0,0 0 0,3 16 0,-2-11 0,0-12 0,0 0 0,0 0 0,1-1 0,0 1 0,0 0 0,0-1 0,0 1 0,0 0 0,1-1 0,-1 1 0,1-1 0,0 0 0,0 1 0,1-1 0,-1 0 0,1 0 0,-1-1 0,1 1 0,0 0 0,0-1 0,0 0 0,0 0 0,0 0 0,1 0 0,-1 0 0,1-1 0,-1 1 0,1-1 1,-1 0-1,1 0 0,0 0 0,6 0 0,-3 0-1,0 0 1,0-1-1,0 0 1,0 0 0,-1 0-1,1-1 1,0 0-1,0 0 1,0-1 0,-1 0-1,1 0 1,-1-1-1,0 0 1,1 0 0,-1 0-1,-1-1 1,11-7-1,-5-1 1,-1 1-1,-1-1 1,0-1-1,0 0 1,-1 0-1,-1-1 1,0 1-1,-1-2 1,-1 1-1,0-1 0,-1 1 1,0-1-1,-1-1 1,1-16-1,-4 32 1,-1 0 0,1 0 0,0-1 0,0 1 0,0 0 0,0-1 0,0 1 0,0 0 0,0 0 0,0-1 0,0 1 0,0 0 0,0-1 0,0 1 0,1 0 0,-1 0 0,0-1 0,0 1 0,0 0 0,0 0 0,0-1 0,1 1 0,-1 0 0,0 0 0,0-1 0,0 1 0,1 0 0,-1 0 0,0 0 0,0 0 0,0-1 0,1 1 0,-1 0 0,0 0 0,1 0 0,-1 0 0,0 0 0,0 0 0,1 0 0,-1 0 0,0-1 0,0 1 0,1 0 0,-1 0 1,0 0-1,1 1 0,-1-1 0,0 0 0,0 0 0,1 0 0,-1 0 0,0 0 0,1 0 0,-1 0 0,0 0 0,0 0 0,1 1 0,-1-1 0,0 0 0,0 0 0,0 0 0,1 1 0,-1-1 0,0 0 0,0 0 0,0 0 0,0 1 0,1-1 0,15 17-2,-6-2 2,0 0 0,1-1 1,16 16-1,-22-26-1,-1 0 1,1 0 0,-1-1 0,1 1 0,0-1-1,0 0 1,1 0 0,-1-1 0,0 0-1,1 0 1,0 0 0,-1-1 0,1 0 0,8 1-1,-9-1-31,0-1 0,0 0 0,0 0 0,0-1 0,0 0 0,-1 0 0,1 0-1,0 0 1,0-1 0,-1 1 0,1-1 0,-1 0 0,0-1 0,1 1 0,-1-1 0,0 0-1,0 0 1,-1 0 0,1 0 0,-1-1 0,1 1 0,-1-1 0,0 0 0,4-9-1,12-16-1433</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8.521"/>
    </inkml:context>
    <inkml:brush xml:id="br0">
      <inkml:brushProperty name="width" value="0.05" units="cm"/>
      <inkml:brushProperty name="height" value="0.05" units="cm"/>
      <inkml:brushProperty name="color" value="#00A0D7"/>
    </inkml:brush>
  </inkml:definitions>
  <inkml:trace contextRef="#ctx0" brushRef="#br0">3 154 22829,'0'0'9811,"0"-12"-9768,-2-18-30,1 20-6,9 39 1,-3-12-6,0 1 1,0-1-1,2-1 1,0 1-1,11 19 1,-17-36-3,-1 1 0,0-1 0,1 1 0,-1-1 0,1 1 0,-1-1 0,1 1 0,-1-1 0,1 1 0,-1-1 0,1 0 0,-1 1 0,1-1 0,0 0 0,-1 1 0,1-1 0,0 0 0,-1 0 0,1 0 0,0 0 0,-1 0 0,1 0 0,0 1 0,-1-1 0,1-1 1,0 1-1,-1 0 0,2 0 0,16-14 1,9-29 3,-25 40-2,23-46-1,-12 20-1,2 2 0,30-45 0,-43 71 0,-1-1 0,0 0-1,1 1 1,-1-1 0,1 1 0,0-1-1,-1 1 1,1 0 0,0 0 0,0-1 0,0 1-1,0 1 1,0-1 0,0 0 0,0 0 0,0 1-1,0-1 1,0 1 0,0 0 0,0-1-1,1 1 1,-1 0 0,0 0 0,0 1 0,0-1-1,0 0 1,0 1 0,3 0 0,3 2-2,0 1 1,0 0-1,-1 0 1,0 1-1,11 9 1,-1-2 0,-3-2-27,0-1 1,0 0-1,1-2 1,1 1-1,-1-2 0,1 0 1,0-1-1,0 0 1,0-2-1,1 0 0,0 0 1,-1-2-1,1 0 0,0-1 1,0 0-1,0-2 1,-1 0-1,1-1 0,20-6 1,-25 5-528,0-1 0,-1-1 0,14-8-1,23-19-6849</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8.870"/>
    </inkml:context>
    <inkml:brush xml:id="br0">
      <inkml:brushProperty name="width" value="0.05" units="cm"/>
      <inkml:brushProperty name="height" value="0.05" units="cm"/>
      <inkml:brushProperty name="color" value="#00A0D7"/>
    </inkml:brush>
  </inkml:definitions>
  <inkml:trace contextRef="#ctx0" brushRef="#br0">310 325 30839,'0'0'1576,"-30"-6"-1464,-95-20-43,113 24-56,1 1-1,0 0 1,-21 0-1,28 2-9,1-1 0,-1 1-1,0-1 1,0 1 0,1 0-1,-1 1 1,0-1 0,1 0 0,-6 4-1,5-2 0,1 1 0,-1-1 0,1 1-1,0 0 1,0-1 0,0 1 0,1 1-1,-1-1 1,1 0 0,0 1 0,0-1 0,1 1-1,-1-1 1,1 1 0,-1 8 0,-1 1-1,1-1 0,1 1 1,0 0-1,1-1 0,1 1 1,2 14-1,-3-26-1,1 1 0,0 0-1,1-1 1,-1 1 0,0-1 0,1 0-1,-1 1 1,1-1 0,0 0 0,0 0-1,0 0 1,0 0 0,0 0 0,0 0-1,0-1 1,0 1 0,1-1 0,-1 1-1,1-1 1,-1 0 0,1 0 0,0 0-1,-1-1 1,1 1 0,0 0 0,0-1 0,-1 0-1,5 0 1,0 1-4,0-1 1,0 0-1,1 0 1,-1 0-1,0-1 0,0 0 1,0-1-1,0 0 1,0 0-1,10-5 0,-7 1-36,0-1 0,0 0 0,-1-1-1,0 0 1,0-1 0,-1 0 0,0 0-1,0-1 1,-1 0 0,-1 0 0,9-17-1,-8 12-23,0-1-1,0 0 0,-2 0 1,0 0-1,0-1 0,-2 1 1,3-32-1,-5 29 141,0 1 0,-1-1 0,-1 1 0,-1-1 0,-1 1 0,0 0 0,-1 0 0,-1 0 0,-14-33 0,17 46-38,1 4-31,1 1 0,0-1 0,0 0 0,-1 0 0,1 0 0,0 1 0,-1-1 0,1 0 0,-1 1 0,1-1 0,-1 0 0,1 1 0,-1-1 0,1 0 0,-1 1 0,0-1 0,1 1 0,-1-1 0,0 1 0,0-1 0,1 1 0,-1 0 0,-1-1 0,1 5 15,1 23-20,2 0 0,1-1 0,2 0 0,0 0-1,2 0 1,0-1 0,2 1 0,1-2 0,1 0-1,1 0 1,1-1 0,1 0 0,28 34 0,-36-51-12,0 0 0,1 0 0,0-1 0,0 0 0,0 0 1,1 0-1,0-1 0,0 0 0,0-1 0,0 0 0,0 0 0,1-1 1,0 0-1,-1 0 0,1-1 0,0 0 0,10-1 0,30 1-403</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29.155"/>
    </inkml:context>
    <inkml:brush xml:id="br0">
      <inkml:brushProperty name="width" value="0.05" units="cm"/>
      <inkml:brushProperty name="height" value="0.05" units="cm"/>
      <inkml:brushProperty name="color" value="#00A0D7"/>
    </inkml:brush>
  </inkml:definitions>
  <inkml:trace contextRef="#ctx0" brushRef="#br0">1 0 32455,'0'0'256,"30"5"-247,-13-2-7,8 0 1,0 2-1,0 0 1,0 2-1,-1 0 0,0 2 1,0 1-1,29 17 1,-28-12-2,-1 2-1,0 0 1,-1 2 0,-2 1 0,1 0 0,-2 2 0,-1 0-1,-1 1 1,-1 1 0,-1 1 0,-1 0 0,-1 1 0,-1 0-1,-2 1 1,0 1 0,-2 0 0,-1 0 0,5 33 0,-8-29-1,-1 0 1,-2 1-1,-1-1 1,-2 1-1,0-1 1,-3 0-1,0 1 1,-3-1-1,0-1 1,-2 0-1,-1 0 1,-2 0-1,0-1 1,-3-1-1,-29 47 1,18-40-1,-1-1 0,-2-1 1,-64 56-1,39-45-26,-100 62 0,56-52-130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2.487"/>
    </inkml:context>
    <inkml:brush xml:id="br0">
      <inkml:brushProperty name="width" value="0.05" units="cm"/>
      <inkml:brushProperty name="height" value="0.05" units="cm"/>
      <inkml:brushProperty name="color" value="#00A0D7"/>
    </inkml:brush>
  </inkml:definitions>
  <inkml:trace contextRef="#ctx0" brushRef="#br0">0 1 31375,'0'0'1343,"0"18"-1303,30 399-32,-9-258-7,-17-143-1,1 10-9,-16-31-73,-1-13-59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2.773"/>
    </inkml:context>
    <inkml:brush xml:id="br0">
      <inkml:brushProperty name="width" value="0.05" units="cm"/>
      <inkml:brushProperty name="height" value="0.05" units="cm"/>
      <inkml:brushProperty name="color" value="#00A0D7"/>
    </inkml:brush>
  </inkml:definitions>
  <inkml:trace contextRef="#ctx0" brushRef="#br0">1 87 29534,'0'0'3200,"0"-1"-3192,2 0-7,1 1-1,-1-1 1,1 1 0,-1-1 0,1 1 0,-1 0 0,1 0 0,0 0 0,2 1 0,-2-1-1,57-4 0,-1-2-1,0-3 1,0-3 0,62-20-1,-48 12-29,-69 19-85,-6 3-530,-9 5-1332</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2.964"/>
    </inkml:context>
    <inkml:brush xml:id="br0">
      <inkml:brushProperty name="width" value="0.05" units="cm"/>
      <inkml:brushProperty name="height" value="0.05" units="cm"/>
      <inkml:brushProperty name="color" value="#00A0D7"/>
    </inkml:brush>
  </inkml:definitions>
  <inkml:trace contextRef="#ctx0" brushRef="#br0">1 66 30615,'0'0'2064,"33"15"-2040,3-15-8,7 0 0,7-12-16,6-6 8,-3 3-8,13 0-24,-6 3-40,-21 3-472</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3.474"/>
    </inkml:context>
    <inkml:brush xml:id="br0">
      <inkml:brushProperty name="width" value="0.05" units="cm"/>
      <inkml:brushProperty name="height" value="0.05" units="cm"/>
      <inkml:brushProperty name="color" value="#00A0D7"/>
    </inkml:brush>
  </inkml:definitions>
  <inkml:trace contextRef="#ctx0" brushRef="#br0">1 474 31823,'0'0'761,"0"27"-710,0 144 18,0-170-31,0-5-30,2-53-6,3 1 1,2-1-1,17-68 1,65-162-4,-84 273 1,-2 3 0,1 0 0,1 1 0,-1 0 0,10-14 0,-14 24 0,1-1 0,-1 1 0,0-1 0,1 1 0,-1 0 0,1-1 0,-1 1 0,1-1 0,-1 1 0,1 0 0,-1 0 0,1-1 0,-1 1 0,1 0 0,-1 0 0,1-1 0,-1 1 0,1 0 0,0 0 0,-1 0 0,1 0 0,-1 0 0,1 0 0,-1 0 0,1 0 0,0 0 0,-1 0 0,1 0 0,-1 0 0,1 1 0,0-1 0,-1 0 0,1 0 0,-1 1 0,1-1 0,-1 0 0,1 0 0,-1 1 0,1-1 0,-1 1 0,0-1 0,1 0 0,-1 1 0,1-1 0,-1 1 0,0-1 0,0 1 0,1-1 0,-1 2 0,17 28 0,-16-27 0,80 200 0,-3-6 0,-73-189-17,2 5 57,-7-12-46,0-1-1,0 0 1,0 0 0,0 1 0,0-1 0,0 0 0,0 0 0,0 1 0,0-1 0,0 0 0,0 0 0,0 0 0,0 1 0,0-1 0,0 0-1,0 0 1,0 1 0,-1-1 0,1 0 0,0 0 0,0 0 0,0 1 0,0-1 0,-1 0 0,1 0 0,0 0 0,0 0 0,0 0 0,-1 1 0,1-1-1,0 0 1,0 0 0,0 0 0,-1 0 0,1 0 0,0 0 0,0 0 0,-1 0 0,1 0 0,0 0 0,0 0 0,-1 0 0,1 0 0,0 0 0,0 0-1,-1 0 1,1 0 0,0 0 0,-21 0-743</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3.650"/>
    </inkml:context>
    <inkml:brush xml:id="br0">
      <inkml:brushProperty name="width" value="0.05" units="cm"/>
      <inkml:brushProperty name="height" value="0.05" units="cm"/>
      <inkml:brushProperty name="color" value="#00A0D7"/>
    </inkml:brush>
  </inkml:definitions>
  <inkml:trace contextRef="#ctx0" brushRef="#br0">1 197 32151,'0'0'568,"105"-39"-560,-58 21-8,6-3 0,23-23-16,-13 8-104,-11-3-2016</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4.114"/>
    </inkml:context>
    <inkml:brush xml:id="br0">
      <inkml:brushProperty name="width" value="0.05" units="cm"/>
      <inkml:brushProperty name="height" value="0.05" units="cm"/>
      <inkml:brushProperty name="color" value="#00A0D7"/>
    </inkml:brush>
  </inkml:definitions>
  <inkml:trace contextRef="#ctx0" brushRef="#br0">245 1 32263,'0'0'468,"-13"5"-457,4-2-11,0 0 1,1 1-1,-1 0 1,1 1 0,0 0-1,0 0 1,0 1-1,1 0 1,0 0-1,0 1 1,0-1 0,1 2-1,-7 9 1,2 1 0,2-1-1,1 2 1,0-1 0,1 1 0,1 0 0,1 0 0,0 1-1,2 0 1,0 0 0,0 31 0,4-51-1,0 1 0,0-1 0,0 1 0,0-1 0,0 1 0,0-1 0,0 0 0,0 1 0,0-1 0,0 0 0,0 0 0,0 0 0,0 0 0,0 0 0,0 0 0,0 0 0,2-1 0,-2 1 0,18-1 2,0-1-1,0-1 1,-1-1 0,35-11 0,-11 3-3,-25 8 1,1 1 0,-1 1 0,1 1 0,0 0 0,23 2 0,-38 0 0,0-1 0,-1 1-1,1 0 1,0 0 0,-1 0 0,1 1-1,-1-1 1,1 1 0,-1-1 0,0 1 0,1 0-1,-1 0 1,0 0 0,0 0 0,0 0-1,0 0 1,-1 0 0,1 1 0,-1-1 0,1 1-1,-1-1 1,0 1 0,0 0 0,0-1-1,0 1 1,-1 0 0,1 0 0,0 5-1,0-4 1,-1 1 0,1-1 0,-1 1 0,0 0 0,0-1 0,0 1 0,0-1 0,-1 1 0,0-1 0,0 1 0,0-1 0,-1 0 0,1 1 0,-1-1 0,0 0 0,0 0 0,-1 0 0,-2 4 0,-11 6 0,-2-1 0,0 0 0,0-1 0,-1-1 0,0-1 0,-1 0 0,0-2 0,-1 0 0,0-1 0,-41 7 0,54-12-3,0 0 1,0-1-1,0 0 0,0-1 0,0 0 0,-1 0 0,1 0 0,0-1 1,0-1-1,0 1 0,0-1 0,0 0 0,-11-6 0,-9-16-126</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7.204"/>
    </inkml:context>
    <inkml:brush xml:id="br0">
      <inkml:brushProperty name="width" value="0.05" units="cm"/>
      <inkml:brushProperty name="height" value="0.05" units="cm"/>
      <inkml:brushProperty name="color" value="#E71224"/>
    </inkml:brush>
  </inkml:definitions>
  <inkml:trace contextRef="#ctx0" brushRef="#br0">1392 1 32535,'0'0'199,"-5"20"-185,-82 282-4,-27 19-9,110-309-1,-100 259 3,-11-5-1,-236 396 1,242-490-3,-103 175 0,161-257 0,13-17 0,28-56 0,0 1 0,1 0 0,-12 36 0,20-49-1,1-4-3,0 31 9,-2-14-5,-1-1 0,0 0 0,-2 0 0,0-1 0,-10 23 0,-43 75 0,21-44 0,17-33 0,18-38 0,1-5 0,2-11 0,10-10-8,1 1 0,16-26 0,7-15-305,-14 14-670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7.523"/>
    </inkml:context>
    <inkml:brush xml:id="br0">
      <inkml:brushProperty name="width" value="0.05" units="cm"/>
      <inkml:brushProperty name="height" value="0.05" units="cm"/>
      <inkml:brushProperty name="color" value="#E71224"/>
    </inkml:brush>
  </inkml:definitions>
  <inkml:trace contextRef="#ctx0" brushRef="#br0">16 1 32503,'0'0'247,"-2"4"-239,-1 2-8,1 0 0,0 1 0,0-1 0,0 1 0,1-1 0,0 1 1,1 0-1,-1-1 0,1 1 0,0 0 0,2 10 0,3 15 0,10 35 0,-14-63 0,45 216 0,16 63 0,-62-281 0,1 0 0,-1 0 0,1 0 0,0-1 0,-1 1 0,1 0 0,0-1 0,0 1 0,0 0 0,0-1 0,0 1 0,0-1 0,1 0 0,-1 1 0,0-1 0,1 0 0,1 2 0,-1-3 0,-1 1 0,0-1 0,1 0 1,-1 1-1,1-1 0,-1 0 0,0 0 0,1 0 0,-1 0 1,1 0-1,-1 0 0,0 0 0,1-1 0,-1 1 0,1 0 1,-1-1-1,3-1 0,5-3 1,-1 0 0,1-1 0,-1 0 0,0-1 0,9-8 0,-4 2-2,318-272-66,-254 215-162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8.176"/>
    </inkml:context>
    <inkml:brush xml:id="br0">
      <inkml:brushProperty name="width" value="0.05" units="cm"/>
      <inkml:brushProperty name="height" value="0.05" units="cm"/>
      <inkml:brushProperty name="color" value="#E71224"/>
    </inkml:brush>
  </inkml:definitions>
  <inkml:trace contextRef="#ctx0" brushRef="#br0">1 1 32063,'0'0'688,"0"1"-681,3 53-7,4 0 0,1-1 0,3 0 1,22 65-1,-13-45 0,1 4-6,4-1 0,35 76 1,-60-152 2,0 0-1,0-1 1,0 1 0,0 0 0,0 0 0,0 0 0,0 0-1,0 0 1,0 0 0,0 0 0,0 0 0,0 0 0,1 0-1,-1 0 1,0 0 0,0 0 0,0 0 0,0 0 0,0 0-1,0 0 1,0 0 0,0 0 0,0 0 0,1 0 0,-1 0 0,0 0-1,0 0 1,0 0 0,0 0 0,0 0 0,0 0 0,0 0-1,0 0 1,1 0 0,-1 0 0,0 0 0,0 0 0,0 0-1,0 0 1,0 0 0,0 0 0,0 0 0,0 0 0,0 0-1,0 1 1,0-19-290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8.399"/>
    </inkml:context>
    <inkml:brush xml:id="br0">
      <inkml:brushProperty name="width" value="0.05" units="cm"/>
      <inkml:brushProperty name="height" value="0.05" units="cm"/>
      <inkml:brushProperty name="color" value="#E71224"/>
    </inkml:brush>
  </inkml:definitions>
  <inkml:trace contextRef="#ctx0" brushRef="#br0">0 21 31799,'0'0'944,"73"0"-944,-20 0 0,13 0 0,4-6 8,-1-6-8,-6 9 0,-7 3 0,-9 0-8,-18 0-48,-9 21-184,-17 3-2641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8.605"/>
    </inkml:context>
    <inkml:brush xml:id="br0">
      <inkml:brushProperty name="width" value="0.05" units="cm"/>
      <inkml:brushProperty name="height" value="0.05" units="cm"/>
      <inkml:brushProperty name="color" value="#E71224"/>
    </inkml:brush>
  </inkml:definitions>
  <inkml:trace contextRef="#ctx0" brushRef="#br0">0 28 30126,'0'0'2617,"86"6"-2617,-43-6 0,7 0 0,3 0 0,29-3-16,-12-12-56,-1 0-520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9.036"/>
    </inkml:context>
    <inkml:brush xml:id="br0">
      <inkml:brushProperty name="width" value="0.05" units="cm"/>
      <inkml:brushProperty name="height" value="0.05" units="cm"/>
      <inkml:brushProperty name="color" value="#E71224"/>
    </inkml:brush>
  </inkml:definitions>
  <inkml:trace contextRef="#ctx0" brushRef="#br0">1 424 32359,'0'0'303,"0"22"-294,0 66 0,0-67 46,0-32-32,4-61-23,2 0 0,5 0 0,2 1 1,22-70-1,-26 109 0,19-46 0,-28 78 0,0-1 0,0 1 0,0 0 0,1 0 0,-1-1 0,0 1 0,0 0 0,1-1 0,-1 1 0,0 0 0,0 0 0,1-1 0,-1 1 0,0 0 0,1 0 0,-1 0 0,0-1 0,1 1 0,-1 0 0,1 0 0,-1 0 0,0 0 0,1 0 0,-1 0 0,0 0 0,1 0 0,-1 0 0,1 0 0,-1 0 0,0 0 0,1 0 0,-1 0 0,1 0 0,-1 0 0,0 1 0,1-1 0,-1 0 0,0 0 0,1 0 0,-1 0 0,0 1 0,1-1 0,-1 1 0,1-1 0,7 6 0,-1 0 0,1 0 0,-2 1 0,1 0 0,-1 0 0,0 1 0,7 10 0,4 5 0,39 63 0,-11-17 0,-28-44 2,20 35 0,-33-52-13,0 0 0,0 0-1,-1 1 1,0-1 0,-1 1 0,0 0-1,0 0 1,0 17 0,-2-25-19,0-1 0,0 1 0,0 0 0,0 0 0,0 0 0,0-1 0,0 1 0,0 0 1,0 0-1,0 0 0,-1-1 0,1 1 0,0 0 0,-1-1 0,1 1 0,0 0 0,-1-1 0,0 2 1,-21 8-2259</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9.243"/>
    </inkml:context>
    <inkml:brush xml:id="br0">
      <inkml:brushProperty name="width" value="0.05" units="cm"/>
      <inkml:brushProperty name="height" value="0.05" units="cm"/>
      <inkml:brushProperty name="color" value="#E71224"/>
    </inkml:brush>
  </inkml:definitions>
  <inkml:trace contextRef="#ctx0" brushRef="#br0">0 128 32327,'0'0'400,"126"-17"-400,-77-1 0,41-15-16,-21 0-40,-6 6-280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9.466"/>
    </inkml:context>
    <inkml:brush xml:id="br0">
      <inkml:brushProperty name="width" value="0.05" units="cm"/>
      <inkml:brushProperty name="height" value="0.05" units="cm"/>
      <inkml:brushProperty name="color" value="#E71224"/>
    </inkml:brush>
  </inkml:definitions>
  <inkml:trace contextRef="#ctx0" brushRef="#br0">0 0 32623,'0'0'120,"56"149"-120,-39-104 0,-4-7 0,-6-2 0,-1-9 0,1-3-8,-7-10-32,0-5-88,0-3-1208</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39.786"/>
    </inkml:context>
    <inkml:brush xml:id="br0">
      <inkml:brushProperty name="width" value="0.05" units="cm"/>
      <inkml:brushProperty name="height" value="0.05" units="cm"/>
      <inkml:brushProperty name="color" value="#E71224"/>
    </inkml:brush>
  </inkml:definitions>
  <inkml:trace contextRef="#ctx0" brushRef="#br0">1 5 32463,'0'0'280,"14"-1"-273,15-1-7,1 1 0,0 1 0,-1 2 1,32 6-1,-11 3 0,61 20 0,-92-25 0,0 1 0,-1 2 0,0 0 0,0 0 0,-1 2 0,20 16 0,-33-24 0,-1-1 0,1 1 0,-1 1 0,0-1-1,-1 0 1,1 1 0,0 0 0,-1 0 0,0-1 0,0 1 0,0 1 0,0-1-1,-1 0 1,1 0 0,-1 1 0,0-1 0,-1 0 0,1 1 0,-1-1 0,0 1 0,0 8-1,-1-8 1,-1 0 0,1 0 0,-1 0-1,0 0 1,0 0 0,0-1-1,-1 1 1,0-1 0,0 1 0,0-1-1,0 0 1,-1 0 0,0-1-1,1 1 1,-1-1 0,0 1 0,-1-1-1,-5 3 1,-11 6-1,-1-1-1,0 0 1,-31 9 0,41-17-13,0 1 0,0-1-1,-1-1 1,1 0 0,0-1 0,-1-1 0,1 0 0,-18-2 0,27 2-20,1 0 0,0-1-1,-1 1 1,1-1 0,0 0 0,0 0 0,0 0 0,0 0 0,0 0-1,0 0 1,0-1 0,-2-1 0,-12-23-1518</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0.088"/>
    </inkml:context>
    <inkml:brush xml:id="br0">
      <inkml:brushProperty name="width" value="0.05" units="cm"/>
      <inkml:brushProperty name="height" value="0.05" units="cm"/>
      <inkml:brushProperty name="color" value="#E71224"/>
    </inkml:brush>
  </inkml:definitions>
  <inkml:trace contextRef="#ctx0" brushRef="#br0">0 0 32543,'0'0'204,"4"5"-195,13 19-8,0 1-1,-2 1 0,22 51 0,26 95 1,-28-71-23,-34-99-30,-1-4-146,0-8-401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0.407"/>
    </inkml:context>
    <inkml:brush xml:id="br0">
      <inkml:brushProperty name="width" value="0.05" units="cm"/>
      <inkml:brushProperty name="height" value="0.05" units="cm"/>
      <inkml:brushProperty name="color" value="#E71224"/>
    </inkml:brush>
  </inkml:definitions>
  <inkml:trace contextRef="#ctx0" brushRef="#br0">0 25 32199,'0'0'541,"0"0"-540,0-1 0,0 1-1,0-1 1,0 1-1,0-1 1,0 1 0,0-1-1,1 1 1,-1-1 0,0 1-1,0-1 1,0 1-1,0-1 1,1 1 0,-1-1-1,0 1 1,0-1-1,1 1 1,-1 0 0,0-1-1,1 1 1,-1-1 0,0 1-1,1 0 1,-1-1-1,1 1 1,0-1 0,7-1-1,-1-1 0,1 1 0,0 1 0,-1 0 0,1 0 0,0 0 1,0 1-1,15 1 0,-2-1 0,30-2 0,-1 2 0,95 14 0,-130-12 0,0 1 0,0 1 0,0 1 0,0 0 0,-1 1 0,0 1 0,0 0 0,0 1 0,-1 0 0,-1 1 0,1 0 0,-1 1 0,17 19 0,-25-25 0,-1 0 0,0 0 0,0 0 0,0 0 0,0 0 0,-1 1 0,1 0 0,-1-1 0,-1 1 0,1 0 0,-1 0 0,1 0 0,-1 0 0,-1 0 0,1 0 0,-1 0 0,0 0 0,0 1 0,0-1 0,-1 0 0,0 0 0,0 0 0,0 0 0,0 0 0,-1 0 0,0-1 0,0 1 0,0 0 0,-1-1 0,1 1 0,-1-1 0,0 0 0,-1 0 0,-4 5 0,-20 12-2,0-1-1,-1-2 1,0 0-1,-2-2 1,0-2-1,-38 13 1,49-21-24,0-2 1,0 0-1,0-1 0,-1-1 1,1-1-1,-25-1 1,34 0-23,-24 0-364</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0.788"/>
    </inkml:context>
    <inkml:brush xml:id="br0">
      <inkml:brushProperty name="width" value="0.05" units="cm"/>
      <inkml:brushProperty name="height" value="0.05" units="cm"/>
      <inkml:brushProperty name="color" value="#E71224"/>
    </inkml:brush>
  </inkml:definitions>
  <inkml:trace contextRef="#ctx0" brushRef="#br0">654 1 32487,'0'0'264,"-28"9"-257,6-3-7,0 2 0,0 1 0,1 0 1,-22 14-1,30-13 0,1 1 0,0 0 0,0 0 0,1 1 0,1 1 0,0-1 0,-16 29 0,-39 68 0,6 3 0,4 3 0,6 2 0,-40 138 0,69-178 0,3 0 1,3 0-1,-7 155 0,20-201 1,1-1 0,2 1 0,1 0 1,1-1-1,12 44 0,-10-57-1,0-1 0,1 0 0,0 0 0,1-1 0,1 0 0,1-1 0,0 1 0,1-2 0,0 1 0,23 19 0,-12-14 0,1 0 0,1-2 0,0-1 0,2-1 0,29 14 0,-36-21-1,0-1 0,1 0 0,0-1 1,0-1-1,1-1 0,-1-1 0,1-1 0,25 0 0,-20-4-15,-1 0 0,0-2 0,0-1 1,0 0-1,-1-2 0,0-1 0,0-1 0,26-14 0,38-33-427,-82 52 405</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1.091"/>
    </inkml:context>
    <inkml:brush xml:id="br0">
      <inkml:brushProperty name="width" value="0.05" units="cm"/>
      <inkml:brushProperty name="height" value="0.05" units="cm"/>
      <inkml:brushProperty name="color" value="#E71224"/>
    </inkml:brush>
  </inkml:definitions>
  <inkml:trace contextRef="#ctx0" brushRef="#br0">4 1 31447,'0'0'1296,"-1"5"-1283,-1 13-12,1 0-1,1 1 0,1-1 1,1 0-1,0 1 0,1-1 0,7 19 1,-1 7-1,53 248-3,-61-284-23,-1-10-75,0-10-492,0-15-2205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1.282"/>
    </inkml:context>
    <inkml:brush xml:id="br0">
      <inkml:brushProperty name="width" value="0.05" units="cm"/>
      <inkml:brushProperty name="height" value="0.05" units="cm"/>
      <inkml:brushProperty name="color" value="#E71224"/>
    </inkml:brush>
  </inkml:definitions>
  <inkml:trace contextRef="#ctx0" brushRef="#br0">0 90 32463,'0'0'280,"133"-42"-280,-60 30 0,6-3 8,-3 3-8,-10 3-8,-3 9-16,-23 0-88,-21 0-952</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1.474"/>
    </inkml:context>
    <inkml:brush xml:id="br0">
      <inkml:brushProperty name="width" value="0.05" units="cm"/>
      <inkml:brushProperty name="height" value="0.05" units="cm"/>
      <inkml:brushProperty name="color" value="#E71224"/>
    </inkml:brush>
  </inkml:definitions>
  <inkml:trace contextRef="#ctx0" brushRef="#br0">0 90 32351,'0'0'400,"133"-18"-400,-71 3 0,8-3 0,12 0-16,-15 7-48,-18 2-496</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1.873"/>
    </inkml:context>
    <inkml:brush xml:id="br0">
      <inkml:brushProperty name="width" value="0.05" units="cm"/>
      <inkml:brushProperty name="height" value="0.05" units="cm"/>
      <inkml:brushProperty name="color" value="#E71224"/>
    </inkml:brush>
  </inkml:definitions>
  <inkml:trace contextRef="#ctx0" brushRef="#br0">20 591 32439,'0'0'277,"-3"9"-267,-11 27-8,11-27 5,5-26-4,0 0-1,1 1 1,1 0-1,0-1 1,9-20-1,3-9-1,95-380-1,-110 424 0,14-37 1,-15 38-2,0 1 1,0-1 0,0 1 0,1-1 0,-1 0 0,0 1 0,1-1 0,-1 1-1,1-1 1,-1 1 0,0-1 0,1 1 0,-1-1 0,1 1 0,-1 0 0,1-1-1,-1 1 1,1 0 0,0-1 0,-1 1 0,1 0 0,-1 0 0,1-1 0,0 1-1,-1 0 1,1 0 0,0 0 0,-1 0 0,1 0 0,-1 0 0,1 0 0,0 0-1,-1 0 1,1 0 0,0 0 0,-1 0 0,1 1 0,0-1 0,-1 0 0,1 0-1,-1 1 1,1-1 0,-1 0 0,1 1 0,-1-1 0,1 0 0,-1 1 0,1-1-1,-1 1 1,1-1 0,-1 1 0,1-1 0,-1 1 0,0 0 0,1-1 0,-1 2-1,17 25 1,-2 0 0,16 40-1,-15-33 1,24 54 0,77 155 8,-116-242-9,5 10 1,0 0 0,-1 1 0,0-1-1,4 14 1,-8-23-4,-1 0-1,1 1 1,-1-1-1,1 1 1,-1-1-1,0 1 1,0-1-1,0 1 0,0-1 1,-1 1-1,1-1 1,-1 1-1,1-1 1,-1 1-1,0-1 1,0 0-1,0 0 1,0 1-1,0-1 1,-1 0-1,1 0 1,-1 0-1,1 0 1,-1 0-1,0 0 0,-2 1 1,-24 14-272</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2.033"/>
    </inkml:context>
    <inkml:brush xml:id="br0">
      <inkml:brushProperty name="width" value="0.05" units="cm"/>
      <inkml:brushProperty name="height" value="0.05" units="cm"/>
      <inkml:brushProperty name="color" value="#E71224"/>
    </inkml:brush>
  </inkml:definitions>
  <inkml:trace contextRef="#ctx0" brushRef="#br0">0 147 32519,'0'0'200,"212"-51"-200,-99 18-24,-21 3-72,-12-2-712</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2.384"/>
    </inkml:context>
    <inkml:brush xml:id="br0">
      <inkml:brushProperty name="width" value="0.05" units="cm"/>
      <inkml:brushProperty name="height" value="0.05" units="cm"/>
      <inkml:brushProperty name="color" value="#E71224"/>
    </inkml:brush>
  </inkml:definitions>
  <inkml:trace contextRef="#ctx0" brushRef="#br0">199 0 32271,'0'0'456,"-25"16"-448,-80 54-1,100-67-7,0 0 0,0 1 0,0 0 0,1 0 0,0 0 0,-1 0 0,1 0 0,1 1 0,-1 0 0,1 0 0,0 0 0,0 0 0,0 1 0,1-1 0,0 1 0,0-1 0,0 1 0,1 0 1,0 0-1,0-1 0,0 1 0,1 0 0,0 0 0,0 0 0,0 0 0,2 7 0,-1 14 0,-1-25 0,1 0 0,-1 0 0,1 0 0,0 1 0,-1-1 0,1 0 0,0 0 0,0 0 0,0 0 0,0 0 0,1-1 0,-1 1 0,1 0 0,-1 0 0,1-1 0,-1 1 0,1-1 0,0 1 0,0-1 0,-1 0 0,1 0 0,0 0 0,0 0 0,0 0 0,1 0 0,1 0 0,10 4 0,0-1 0,28 4 0,-31-6 0,-3-1-1,20 4 3,37 11 0,-58-14-2,0 0 1,-1 1-1,1 0 1,0 0-1,-1 1 1,0-1-1,0 2 1,0-1-1,0 1 1,8 8-1,-13-12 0,0 0 0,-1 0-1,1-1 1,0 1 0,-1 0 0,1 0 0,-1 0-1,1 0 1,-1 0 0,1 0 0,-1 0 0,0 0 0,0 1-1,1-1 1,-1 0 0,0 0 0,0 0 0,0 0-1,0 0 1,0 0 0,0 0 0,-1 1 0,1-1-1,0 0 1,0 0 0,-1 0 0,1 0 0,-1 0-1,1 0 1,-1 0 0,1 0 0,-1 0 0,0 0 0,1-1-1,-1 1 1,0 0 0,0 0 0,0 0 0,0-1-1,-1 2 1,-4 2 0,0 0 0,0-1 0,0 0 0,-1 0 0,-7 3 0,-13 2-19,-1 0 1,-1-1-1,1-2 1,-39 2-1,65-7 16,-53 4-165</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2.846"/>
    </inkml:context>
    <inkml:brush xml:id="br0">
      <inkml:brushProperty name="width" value="0.05" units="cm"/>
      <inkml:brushProperty name="height" value="0.05" units="cm"/>
      <inkml:brushProperty name="color" value="#E71224"/>
    </inkml:brush>
  </inkml:definitions>
  <inkml:trace contextRef="#ctx0" brushRef="#br0">1 772 32335,'0'0'400,"0"9"-392,0 16-1,0-32-1,5-58-3,91-328-3,7 86 0,-102 305 0,0 0 0,-1 0 0,1 0 0,0 0 0,0 0 0,0 0 0,1 0 0,-1 0 0,0 0 0,1 1 0,-1-1 0,1 1 0,0-1 0,-1 1 0,1-1 0,0 1 0,4-2 0,-5 3 0,0 0 0,0 0 0,0 0 0,1 0 0,-1 0 0,0 0 0,0 0 0,1 1 0,-1-1 0,0 1 0,0-1 0,0 0 0,0 1 0,1 0 0,-1-1 0,0 1 0,0 0 0,0-1 0,0 1 0,-1 0 0,1 0 0,1 2 0,6 7 0,0 1 0,-1 0-1,-1 1 1,9 19 0,-11-23 0,172 397-7,-98-220-4,-74-178-248,-1 0 0,0 0 0,-1 1 0,0-1 0,0 0 0,-1 1 0,1 8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3.342"/>
    </inkml:context>
    <inkml:brush xml:id="br0">
      <inkml:brushProperty name="width" value="0.05" units="cm"/>
      <inkml:brushProperty name="height" value="0.05" units="cm"/>
      <inkml:brushProperty name="color" value="#E71224"/>
    </inkml:brush>
  </inkml:definitions>
  <inkml:trace contextRef="#ctx0" brushRef="#br0">1 206 32447,'0'0'216,"28"0"-208,-17 0-7,33 0 1,1-2 1,85-14-1,-63 1-8,0-2-1,-2-3 1,0-3-1,-1-3 1,85-48-1,-136 63 32,-25 9 18,-23 10-17,26-4-26,-1 1 0,2 0 1,-1 0-1,1 0 0,0 1 0,-13 12 1,18-16-2,0 1 1,1 0 0,-1 0-1,0 0 1,1 0-1,0 0 1,0 1 0,0-1-1,0 1 1,0 0 0,1-1-1,0 1 1,-1 0 0,1 0-1,1 0 1,-1 0-1,1 0 1,-1 0 0,1 5-1,1-7 1,0 0 0,-1-1 0,1 1 0,0-1 0,-1 1 0,1-1 0,0 1 0,0-1 0,0 0 0,1 1-1,-1-1 1,0 0 0,0 0 0,1 0 0,-1 0 0,1 0 0,-1 0 0,1 0 0,-1-1 0,3 2 0,37 11 0,-34-11 0,117 25 1,-70-16-1,81 26 0,-132-36 0,1 0 0,-1 1-1,0-1 1,0 1 0,0 0 0,0 0-1,0 0 1,0 0 0,0 0 0,-1 1-1,1-1 1,-1 1 0,0-1-1,0 1 1,0 0 0,0 0 0,3 5-1,-5-5 1,1-1 0,-1 0 1,1 1-1,-1-1 0,0 0 0,0 1 0,0-1 0,0 0 0,-1 1 0,1-1 0,0 0 0,-1 1 0,0-1 1,1 0-1,-1 0 0,0 0 0,0 1 0,-1-1 0,1 0 0,0 0 0,-1-1 0,1 1 0,-1 0 0,1 0 0,-1-1 1,-3 3-1,-7 7-2,-2-1 1,1-1-1,-1 0 0,0-1 1,-1-1-1,0 0 1,0-1-1,0 0 1,-1-1-1,0-1 1,0-1-1,-24 3 1,39-6-4,0 0 1,0 0-1,0 0 1,0 0-1,1 0 1,-1 0-1,0 0 1,0-1-1,0 1 1,1 0-1,-1 0 0,0-1 1,0 1-1,0-1 1,1 1-1,-1 0 1,0-1-1,1 1 1,-1-1-1,1 0 1,-1 1-1,0-1 1,1 0-1,-1 1 1,1-1-1,0 0 1,-1 1-1,1-1 1,-1 0-1,1 0 1,0 0-1,0 1 1,-1-1-1,1 0 1,0 0-1,0 0 1,0 0-1,0 1 1,0-1-1,0 0 1,0 0-1,0 0 0,1 0 1,-1 1-1,0-1 1,1-1-1,-1-5-97,0-32-842</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3.694"/>
    </inkml:context>
    <inkml:brush xml:id="br0">
      <inkml:brushProperty name="width" value="0.05" units="cm"/>
      <inkml:brushProperty name="height" value="0.05" units="cm"/>
      <inkml:brushProperty name="color" value="#E71224"/>
    </inkml:brush>
  </inkml:definitions>
  <inkml:trace contextRef="#ctx0" brushRef="#br0">232 0 32343,'0'0'327,"-29"10"-290,-90 34-18,114-43-18,0 1 0,1 0 0,-1 1 0,1-1-1,-1 1 1,1-1 0,0 1 0,0 1 0,0-1 0,0 1 0,1-1 0,-1 1 0,1 0 0,-4 7 0,5-6-1,0 0 1,1 0-1,0 0 0,-1 0 1,2 0-1,-1 1 0,1-1 1,0 0-1,0 7 0,0-2 0,1-8 0,-1 0 0,0 0 0,1 0 0,0 0 0,0 0 0,-1 0 0,1 0 0,0 0 0,1 0 0,-1-1 0,0 1 0,0 0 0,1-1 0,-1 1 0,1-1 0,-1 1 0,1-1 0,0 0 0,0 1 0,-1-1 0,1 0 0,0 0 0,0 0 0,3 0 0,9 5 0,1-1 0,21 4 0,-13-3 0,-14-3-1,16 4 2,33 15 1,-51-19-5,-1 1 1,1-1-1,-1 1 1,0 0-1,0 1 1,0-1 0,-1 1-1,0 0 1,9 11-1,-13-14 3,1 0-1,-1 0 1,0 1 0,0-1-1,0 0 1,0 0-1,0 1 1,-1-1-1,1 1 1,-1-1 0,1 0-1,-1 1 1,0-1-1,0 1 1,0-1-1,0 1 1,-1-1 0,1 1-1,-1-1 1,1 0-1,-1 1 1,0-1-1,0 0 1,0 1-1,0-1 1,0 0 0,-1 0-1,1 0 1,-1 0-1,1 0 1,-1 0-1,0-1 1,0 1 0,1 0-1,-1-1 1,0 1-1,-1-1 1,1 0-1,0 0 1,0 0 0,0 0-1,-3 1 1,-20 6-56,0-1 0,-1 0 0,0-2 0,0-1 0,0-2 1,0 0-1,-28-2 0,25 0-1032</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4.042"/>
    </inkml:context>
    <inkml:brush xml:id="br0">
      <inkml:brushProperty name="width" value="0.05" units="cm"/>
      <inkml:brushProperty name="height" value="0.05" units="cm"/>
      <inkml:brushProperty name="color" value="#E71224"/>
    </inkml:brush>
  </inkml:definitions>
  <inkml:trace contextRef="#ctx0" brushRef="#br0">150 7 32135,'0'0'596,"-23"14"-585,-7 4-11,-31 26 1,58-41-1,0 0 0,0 0 0,0 0 0,1 0 0,-1 0 0,1 0 0,0 1 0,0-1 0,0 1 0,0-1 0,1 1 0,0 0 0,-1 0 0,1 0 0,1-1 0,-1 1 0,0 0 0,1 0 0,0 0 0,0 6 0,0 3 0,-1-2 0,0-1 0,1 1 0,1 0 0,-1-1 0,2 1 0,2 13 0,-3-21 0,0 0 0,0 0 0,0 0 0,1 0 0,-1-1 0,1 1 0,0 0 0,-1-1 0,1 1 0,0-1 0,1 0 0,-1 1 0,0-1 0,1 0 0,-1 0 0,1-1 0,-1 1 0,1 0 0,0-1 0,0 0 0,0 1 0,0-1 0,0 0 0,0-1 0,3 2 0,1-1 0,0 0-1,0 0 1,0-1-1,1 0 1,-1 0-1,0-1 1,0 1-1,0-2 1,0 1 0,0-1-1,0 0 1,-1 0-1,1-1 1,0 0-1,-1 0 1,0 0-1,0-1 1,0 0 0,0-1-1,-1 1 1,1-1-1,-1 0 1,0 0-1,-1 0 1,1-1-1,-1 0 1,0 0 0,0 0-1,-1 0 1,0-1-1,0 1 1,0-1-1,-1 0 1,0 0-1,-1 1 1,1-2 0,-1 1-1,0-11 1,-1 8-3,1 1 1,-2-1 0,1 0 0,-2 0 0,1 1-1,-1-1 1,-1 0 0,-4-11 0,5 17-9,1 0 1,-1 1 0,0-1-1,-1 1 1,1-1 0,-1 1 0,1 0-1,-1 0 1,0 0 0,0 1-1,0-1 1,-1 1 0,1-1-1,0 1 1,-1 0 0,0 0-1,1 1 1,-1-1 0,0 1-1,0 0 1,0 0 0,-7-1-1,-6 1-602,11 1-1814</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4.473"/>
    </inkml:context>
    <inkml:brush xml:id="br0">
      <inkml:brushProperty name="width" value="0.05" units="cm"/>
      <inkml:brushProperty name="height" value="0.05" units="cm"/>
      <inkml:brushProperty name="color" value="#E71224"/>
    </inkml:brush>
  </inkml:definitions>
  <inkml:trace contextRef="#ctx0" brushRef="#br0">104 0 31551,'0'0'1183,"-13"16"-1175,-43 52-7,51-62-1,1 1 0,0 0 0,0 1 0,1-1 0,0 1 0,1 0 0,-1-1 0,1 1 0,1 0 0,-1 0 0,2 1 0,-1-1 0,1 0 0,0 0 0,0 0 0,3 10 0,-2 0 0,-1-16 0,0 0 0,1 0 0,-1-1 0,0 1 0,1 0 0,0 0 0,-1 0 0,1 0 0,0-1 0,0 1 0,0 0 0,0-1 0,0 1 0,0 0 0,1-1 0,-1 0 0,0 1 0,1-1 0,1 2 1,0-1-2,1 0 1,-1 0 0,1-1-1,0 1 1,-1-1 0,1 0-1,0 0 1,8 2 0,-1-2-3,0-1 1,1 1 0,-1-2 0,0 0-1,21-4 1,-19 1-3,-2 0 1,1-1-1,0 0 0,-1-1 1,0-1-1,0 0 1,-1 0-1,0-1 0,0 0 1,-1-1-1,0 0 0,0-1 1,-1 0-1,0 0 1,-1 0-1,9-18 0,-13 21 10,-1 0 0,0 0 1,0 0-1,-1 0 0,0 0 0,0-1 0,0 1 0,-2-14 0,1 9 27,0 12-32,0 0 0,-1-1 1,1 1-1,0 0 0,0 0 0,0 0 1,-1-1-1,1 1 0,0 0 1,0 0-1,-1 0 0,1-1 1,0 1-1,0 0 0,-1 0 0,1 0 1,0 0-1,-1 0 0,1 0 1,0 0-1,0 0 0,-1 0 1,1 0-1,0 0 0,-1 0 0,1 0 1,0 0-1,-1 0 0,1 0 1,0 0-1,0 0 0,-1 0 1,1 0-1,0 0 0,-1 0 0,1 1 1,0-1-1,0 0 0,-1 0 1,1 0-1,0 0 0,0 1 1,-1-1-1,1 0 0,0 0 0,0 1 1,0-1-1,0 0 0,-1 0 1,1 1-1,0-1 0,0 0 0,0 1 1,0-1-1,0 0 0,0 0 1,0 1-1,-4 12 0,1-1 0,0 1 0,1 0 0,1 0 0,0 0 0,1 0 0,0 0 0,2 15 0,0 13 0,-2-38 0,-1 0 0,2 0 0,-1 0 0,0-1 0,0 1 1,1 0-1,0 0 0,0 0 0,-1 0 0,2-1 0,-1 1 0,0 0 0,0-1 0,1 1 0,-1-1 0,1 0 1,0 1-1,2 1 0,-1-2-2,-1-1 1,1 1 0,0-1-1,-1 1 1,1-1 0,0 0-1,0 0 1,0 0 0,0-1-1,0 1 1,0-1-1,0 0 1,0 1 0,0-1-1,0-1 1,0 1 0,5-1-1,13-7-130,-6-10-337</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4.631"/>
    </inkml:context>
    <inkml:brush xml:id="br0">
      <inkml:brushProperty name="width" value="0.05" units="cm"/>
      <inkml:brushProperty name="height" value="0.05" units="cm"/>
      <inkml:brushProperty name="color" value="#E71224"/>
    </inkml:brush>
  </inkml:definitions>
  <inkml:trace contextRef="#ctx0" brushRef="#br0">0 0 32575,'0'0'168,"30"0"-320,-13 18-880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5.091"/>
    </inkml:context>
    <inkml:brush xml:id="br0">
      <inkml:brushProperty name="width" value="0.05" units="cm"/>
      <inkml:brushProperty name="height" value="0.05" units="cm"/>
      <inkml:brushProperty name="color" value="#E71224"/>
    </inkml:brush>
  </inkml:definitions>
  <inkml:trace contextRef="#ctx0" brushRef="#br0">201 0 32327,'0'0'413,"-25"8"-403,-80 29-9,101-35-1,0 1 0,-1-1 0,1 1 0,0 0 0,0 0 0,1 0 0,-1 0 0,0 1 0,1-1 0,0 1 0,0 0 0,0 0 0,1 0 0,-1 1 0,1-1 0,0 0 0,0 1 0,0 0 0,1-1 0,0 1 0,0 0 0,0 0 0,0 7 0,1-11 0,-2 5 0,1 0 0,1 0 0,-1 0-1,1 0 1,0 0 0,0 0 0,1 0 0,-1 0 0,2 0 0,1 6-1,-2-10 1,0 1 0,1-1 0,-1 0-1,1 0 1,0 0 0,-1 0 0,1 0-1,0-1 1,0 1 0,0 0 0,1-1-1,-1 0 1,0 1 0,0-1 0,1 0-1,-1 0 1,1 0 0,-1-1 0,1 1-1,-1-1 1,1 1 0,-1-1-1,1 0 1,4 0 0,4 1-1,0 0-1,0-1 1,0 0 0,1-1 0,-1 0-1,0-1 1,0 0 0,0-1-1,-1 0 1,1-1 0,-1 0 0,1 0-1,-1-1 1,0-1 0,-1 0 0,0 0-1,0 0 1,0-1 0,0-1-1,-1 0 1,-1 0 0,1 0 0,-1-1-1,7-12 1,-11 12 5,0-1 0,-1 1 0,0-1 1,-1 0-1,0 1 0,0-1 0,-2-14 0,2 34-4,1 1 0,0-1 0,1 0 0,0 0 0,0 0 0,1 0 0,0 0 0,1-1 0,0 1 0,0-1-1,1-1 1,1 1 0,-1-1 0,1 0 0,1 0 0,10 8 0,-16-15-1,-1 0 1,1 1-1,0-1 0,0 0 0,0-1 1,0 1-1,0 0 0,0 0 1,0-1-1,0 0 0,0 1 1,0-1-1,0 0 0,1 0 0,-1 0 1,0 0-1,0 0 0,0 0 1,0-1-1,0 1 0,0-1 1,0 0-1,0 1 0,0-1 0,0 0 1,2-2-1,2 0-55,-1-1 1,0 0-1,0 0 0,0-1 1,-1 1-1,1-1 1,3-6-1,19-27-1544</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5.314"/>
    </inkml:context>
    <inkml:brush xml:id="br0">
      <inkml:brushProperty name="width" value="0.05" units="cm"/>
      <inkml:brushProperty name="height" value="0.05" units="cm"/>
      <inkml:brushProperty name="color" value="#E71224"/>
    </inkml:brush>
  </inkml:definitions>
  <inkml:trace contextRef="#ctx0" brushRef="#br0">6 0 32047,'0'0'683,"-2"21"-665,-1 15-17,2 0 0,2 0-1,6 47 1,10 42 3,-4-27-3,27 106 1,-26-142-113,-14-60-177</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5.489"/>
    </inkml:context>
    <inkml:brush xml:id="br0">
      <inkml:brushProperty name="width" value="0.05" units="cm"/>
      <inkml:brushProperty name="height" value="0.05" units="cm"/>
      <inkml:brushProperty name="color" value="#E71224"/>
    </inkml:brush>
  </inkml:definitions>
  <inkml:trace contextRef="#ctx0" brushRef="#br0">0 4 32495,'0'0'208,"189"0"-248,-123 0-72,-10-3-880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6.237"/>
    </inkml:context>
    <inkml:brush xml:id="br0">
      <inkml:brushProperty name="width" value="0.05" units="cm"/>
      <inkml:brushProperty name="height" value="0.05" units="cm"/>
      <inkml:brushProperty name="color" value="#E71224"/>
    </inkml:brush>
  </inkml:definitions>
  <inkml:trace contextRef="#ctx0" brushRef="#br0">127 512 31439,'0'0'1211,"18"3"-1183,57 6-12,-71-10-16,0 0 1,0 0-1,0 0 1,0 0-1,-1 0 1,1-1-1,0 0 1,-1 0-1,1 0 1,-1 0-1,1 0 1,-1-1-1,0 1 1,0-1-1,0 0 1,0 0-1,-1 0 1,1-1-1,-1 1 1,0 0-1,0-1 1,0 0 0,0 1-1,-1-1 1,1 0-1,-1 0 1,0 0-1,0 0 1,-1 0-1,1-8 1,0 9-1,-1 0 0,0 0 0,-1 0 0,1 1 0,0-1 1,-1 0-1,1 0 0,-1 0 0,0 1 0,-2-4 0,2 4 1,0 1-1,0 0 0,0 0 1,0-1-1,-1 1 0,1 0 1,0 0-1,-1 1 0,1-1 1,-1 0-1,1 0 0,-1 1 0,0-1 1,1 1-1,-1-1 0,1 1 1,-1 0-1,0-1 0,-2 1 1,-7 0-1,1 0 0,-1 0 1,0 1-1,1 0 0,-1 1 0,1 0 1,0 1-1,0 0 0,0 0 1,0 1-1,0 1 0,1 0 0,-1 0 1,1 1-1,1 0 0,-1 0 1,1 1-1,0 0 0,1 0 0,-1 1 1,1 0-1,1 1 0,0-1 1,0 1-1,1 0 0,0 1 0,-6 14 1,7-13-1,0 0 0,1 1 0,1 0 0,-1 0 0,2 0 0,0 0 1,0 0-1,1 0 0,3 17 0,-3-25 0,1 0 0,0-1-1,0 0 1,0 1 0,0-1 0,0 0-1,1 1 1,0-1 0,0 0 0,0 0-1,0 0 1,0 0 0,0-1 0,1 1 0,-1-1-1,1 1 1,0-1 0,0 0 0,0 0-1,0 0 1,0 0 0,0-1 0,0 1-1,1-1 1,-1 0 0,0 0 0,1 0-1,4 0 1,13 3-4,0-1-1,0-1 1,35-1-1,-46-1 3,50 0-119,1-2 0,0-3 0,84-18 0,-112 15-77,24-5-286,0-1-1,-1-4 0,73-33 1,-124 49 645,0-1 0,-1 0 0,1 0 0,-1 0 1,0 0-1,0-1 0,0 0 0,0 1 0,-1-2 0,6-7 1,-8 10-141,0 1 0,0-1 0,-1 1 0,1-1 0,-1 0 0,1 1 0,-1-1 0,0 1 0,0-1 0,0 0 0,0 1 0,0-1 0,0 0 0,0 1 0,0-1 0,0 0 0,-1 1 0,1-1 0,-1 0 0,0 1 0,1-1 0,-1 1 0,0-1 0,0 1 0,0 0 0,0-1 0,0 1 0,0 0 0,0 0 0,0-1 0,0 1 0,-1 0 0,1 0 0,0 0 0,-1 1 0,1-1 0,-1 0 0,-1 0 0,-6-4-13,0 1-1,0 0 1,-1 0-1,1 1 0,-1 0 1,0 1-1,0 0 1,0 0-1,-16 1 1,21 0-8,1 1 1,-1 1-1,0-1 1,1 1-1,-1-1 1,1 1-1,-1 0 1,1 1-1,-1-1 1,1 1 0,0 0-1,-1 0 1,1 1-1,0-1 1,1 1-1,-1 0 1,0 0-1,1 0 1,-1 0-1,1 0 1,0 1-1,-4 6 1,2 1-1,0 1 0,0 0 0,1 0 0,0 0 0,1 0 0,1 1 0,0-1 0,1 1 0,0 0 0,0 0 0,2-1 0,0 1 0,2 14 0,-2-25 0,0 1 0,0 0 0,0-1 0,1 1 0,-1-1 0,1 1 0,-1-1 0,1 0 0,0 0 0,0 0 0,0 0 0,0 0 0,0 0 0,1 0 0,-1-1-1,0 1 1,1-1 0,0 1 0,-1-1 0,1 0 0,-1 0 0,1 0 0,0-1 0,0 1 0,3 0 0,0 0-1,0 0-1,0-1 1,-1 0 0,1 0-1,0 0 1,0-1 0,-1 1-1,1-1 1,0-1-1,-1 1 1,1-1 0,5-3-1,-3 1 0,-2-1 0,1 0-1,-1 0 1,1-1 0,-1 0-1,-1 0 1,1 0 0,-1-1-1,0 0 1,-1 0 0,0 0 0,0-1-1,0 1 1,-1-1 0,0 0-1,-1 0 1,1 0 0,0-9-1,3-17 7,-1 0 0,-3 0-1,0-39 1,-2 14 5,-5-141 14,3 177-20,-2 0 0,0-1 1,-2 2-1,0-1 0,-1 1 0,-15-30 1,18 46-3,2 9-1,1 11 0,1-12 0,-1 112 0,28 221 0,41-46-32,-51-228-25,4 26-254</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6.682"/>
    </inkml:context>
    <inkml:brush xml:id="br0">
      <inkml:brushProperty name="width" value="0.05" units="cm"/>
      <inkml:brushProperty name="height" value="0.05" units="cm"/>
      <inkml:brushProperty name="color" value="#E71224"/>
    </inkml:brush>
  </inkml:definitions>
  <inkml:trace contextRef="#ctx0" brushRef="#br0">7 1 32631,'0'0'128,"-6"184"-128,6-100 0,0 2 0,0-8 0,10-13 0,0-8-8,-10-10 0,0-14-48,0-15-320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7.033"/>
    </inkml:context>
    <inkml:brush xml:id="br0">
      <inkml:brushProperty name="width" value="0.05" units="cm"/>
      <inkml:brushProperty name="height" value="0.05" units="cm"/>
      <inkml:brushProperty name="color" value="#E71224"/>
    </inkml:brush>
  </inkml:definitions>
  <inkml:trace contextRef="#ctx0" brushRef="#br0">1 45 32599,'0'0'160,"29"-8"-153,18-3-7,0 2 0,1 1 1,73-1-1,-78 9 0,-1 2 0,1 2 0,-1 2 0,0 1 0,62 20 0,-83-20 0,0 2 0,-1 0 0,0 0 0,-1 2 0,0 1 0,-1 0 0,0 1 0,-1 1 0,-1 1 0,0 0 0,-1 1 0,21 28 0,-29-34-1,-1 1 1,0 0-1,0 1 0,-1-1 1,0 1-1,-1 0 0,5 24 1,-8-28-1,0-1 1,0 1 0,-1 0 0,0-1 0,0 1 0,-1 0-1,0-1 1,0 1 0,-1 0 0,1-1 0,-2 1 0,1-1-1,-1 0 1,-6 11 0,1-7 0,-1 0 0,0 0 0,-1-1 0,0 0 0,0-1 0,-1 0 0,-14 9 0,-6 1 0,-56 28 0,38-25-2,-1-2 0,-57 14-1,83-28-5,-1 0-1,1-2 1,-1-1-1,0-1 0,-1-1 1,-39-3-1,63 1 6,0 1 0,1 0 1,-1 0-1,0-1 0,0 1 0,1-1 0,-1 0 0,0 0 0,1 1 0,-1-1 0,1 0 0,-1 0 0,1 0 0,-1 0 0,1-1 1,0 1-1,-1 0 0,1-1 0,0 1 0,0-1 0,0 1 0,0-1 0,0 1 0,0-1 0,1 0 0,-1 1 0,1-1 0,-1 0 0,1 1 1,-1-1-1,1 0 0,0 0 0,0 0 0,0 1 0,0-1 0,1-3 0,-1-2-82,1 0 0,1 0 0,0 1 0,-1-1 0,2 1 1,-1-1-1,1 1 0,0 0 0,5-6 0,34-39-2348</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7.415"/>
    </inkml:context>
    <inkml:brush xml:id="br0">
      <inkml:brushProperty name="width" value="0.05" units="cm"/>
      <inkml:brushProperty name="height" value="0.05" units="cm"/>
      <inkml:brushProperty name="color" value="#E71224"/>
    </inkml:brush>
  </inkml:definitions>
  <inkml:trace contextRef="#ctx0" brushRef="#br0">77 228 31543,'0'0'1156,"11"-2"-1137,12-2-19,0-2 0,-1 0 0,26-12 0,-39 15-1,-1-1-1,1 0 1,-1-1 0,0 0 0,-1 0 0,1-1 0,-1 0 0,0 0 0,0-1 0,-1 1-1,10-14 1,-14 17 1,0 0 0,-1 0 0,1-1 0,-1 1 0,1-1 0,-1 1 0,0-1-1,0 0 1,-1 1 0,1-1 0,-1 0 0,0 0 0,0 1 0,0-1 0,0 0 0,-1 0-1,-1-5 1,2 7 1,-1-1-1,0 1 0,-1-1 1,1 1-1,0 0 0,-1-1 0,1 1 1,-1 0-1,0 0 0,0 0 1,1 1-1,-1-1 0,-1 0 0,1 1 1,0-1-1,0 1 0,0-1 1,-1 1-1,1 0 0,-1 0 1,1 0-1,-1 1 0,1-1 0,-5 0 1,-2 0-2,0 0 1,0 1 0,0 0-1,0 0 1,0 1 0,0 1-1,0-1 1,0 1 0,0 1-1,1 0 1,-1 0 0,1 0 0,0 1-1,0 1 1,0-1 0,-10 9-1,9-6 1,0 1 0,0 0 0,1 0 0,0 1 0,1 0 0,-1 1 0,2-1-1,0 2 1,0-1 0,0 0 0,1 1 0,-4 15 0,6-11 0,0 0 0,1 1 0,0-1 0,2 27 0,0-37 0,0 0 0,0 0 0,0-1 0,1 1 0,0 0 0,0-1 1,0 1-1,0-1 0,1 1 0,0-1 0,0 1 0,0-1 0,0 0 0,0 0 0,1 0 0,0 0 0,0-1 1,5 6-1,-2-4 0,0 0 0,1-1 1,0 1-1,0-1 1,0-1-1,0 1 1,1-1-1,-1-1 0,12 4 1,11-1-5,1-1 0,0-1-1,0-1 1,32-3 0,-60 1 3,35-1-64,41-7-1,26-18-371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7.781"/>
    </inkml:context>
    <inkml:brush xml:id="br0">
      <inkml:brushProperty name="width" value="0.05" units="cm"/>
      <inkml:brushProperty name="height" value="0.05" units="cm"/>
      <inkml:brushProperty name="color" value="#E71224"/>
    </inkml:brush>
  </inkml:definitions>
  <inkml:trace contextRef="#ctx0" brushRef="#br0">228 1 29694,'0'0'2973,"-32"10"-2934,-99 37-27,127-45-12,0-1 0,0 1 0,0 0 1,0 1-1,1-1 0,-1 1 0,0 0 0,1 0 1,0 0-1,-4 4 0,6-5 0,0 0 1,0 0-1,0 1 0,0-1 1,0 0-1,0 1 0,0-1 1,1 0-1,-1 1 0,1 2 1,-2 6 1,0-2-2,0-1 0,0 1 0,1 0 0,0-1 0,0 1 0,1 0 0,0 0 0,1 0 0,2 11 0,-2-19-1,0 0 0,0 1 0,0-1 1,0 0-1,1 0 0,-1 0 0,0 1 1,1-2-1,-1 1 0,1 0 0,0 0 0,-1 0 1,1-1-1,-1 1 0,1-1 0,0 1 1,0-1-1,-1 0 0,1 1 0,0-1 0,-1 0 1,4 0-1,42-4-12,-39 1 11,-1 0 0,1 0 0,-1 0 0,0-1 1,0 1-1,-1-2 0,1 1 0,-1-1 0,0 0 0,0 0 0,-1-1 0,1 0 1,-1 0-1,0 0 0,3-8 0,0 2 3,-1 0 0,0-1 0,-1 0 0,-1-1 0,0 1-1,0-1 1,2-19 0,-5 23 3,1-2 17,7 25-15,1 10-7,-6-11 3,1-1 0,0 1 0,0-2 0,15 19 0,-19-26-3,0-1 0,1 0 0,-1 0 1,1 0-1,-1 0 0,1 0 1,0 0-1,0-1 0,0 1 1,0-1-1,0 0 0,0 0 1,0 0-1,0 0 0,0 0 1,0-1-1,1 0 0,-1 1 0,0-1 1,0 0-1,1-1 0,-1 1 1,6-2-1,21-11-115,-3-7-280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8.020"/>
    </inkml:context>
    <inkml:brush xml:id="br0">
      <inkml:brushProperty name="width" value="0.05" units="cm"/>
      <inkml:brushProperty name="height" value="0.05" units="cm"/>
      <inkml:brushProperty name="color" value="#E71224"/>
    </inkml:brush>
  </inkml:definitions>
  <inkml:trace contextRef="#ctx0" brushRef="#br0">0 0 32319,'0'0'424,"40"205"-424,-13-118 0,2 5 8,-2-12-8,-4-14 0,-3-13 0,-7-14 0,-3-12-8,-10-15-8,-3-12-312</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8.562"/>
    </inkml:context>
    <inkml:brush xml:id="br0">
      <inkml:brushProperty name="width" value="0.05" units="cm"/>
      <inkml:brushProperty name="height" value="0.05" units="cm"/>
      <inkml:brushProperty name="color" value="#E71224"/>
    </inkml:brush>
  </inkml:definitions>
  <inkml:trace contextRef="#ctx0" brushRef="#br0">1 281 29990,'0'0'2713,"29"0"-2706,204 0-6,-200-1-10,0-2-1,0-1 1,-1-1 0,0-2-1,0-2 1,0 0 0,-1-2-1,0-2 1,-1 0 0,50-32-1,-73 40 3,1 0 0,-1 0 0,-1-1 0,1 0 0,9-12 0,-13 15 6,-1 0 1,0 0 0,-1 0 0,1-1 0,0 1 0,-1-1-1,0 1 1,0-1 0,0 1 0,0-1 0,0 0 0,-1 1-1,0-1 1,0 0 0,0-5 0,-1 7 2,1-1 1,-1 1-1,0 0 1,0 0-1,0 0 0,0-1 1,0 1-1,-1 0 1,1 0-1,-1 1 0,1-1 1,-1 0-1,1 0 1,-1 1-1,0-1 1,0 1-1,0-1 0,0 1 1,0 0-1,0 0 1,-4-1-1,1-1 10,-1 1-1,0 0 1,1 0-1,-1 1 1,0-1-1,0 1 1,-10 0-1,15 1-11,1 0 1,0 0-1,-1 0 0,1 0 0,-1 0 0,1 0 0,-1 0 0,1 0 1,0 1-1,-1-1 0,1 0 0,-1 0 0,1 0 0,0 1 0,-1-1 1,1 0-1,-1 0 0,1 1 0,0-1 0,0 0 0,-1 1 0,1-1 0,0 0 1,-1 1-1,1-1 0,0 0 0,0 1 0,-1 0 0,-5 12 2,1 1-1,0 0 1,1 0-1,0 0 1,1 0-1,-1 24 1,-3 96 3,7-131-5,-2 39 4,1-7-3,1 1 0,7 61 0,-6-88-1,0-1 1,1 0-1,0 0 1,1 0-1,0 0 1,0 0-1,0 0 0,1-1 1,0 0-1,1 1 1,0-2-1,0 1 1,0 0-1,1-1 1,0 0-1,0 0 1,7 5-1,-8-9 0,-1 0 0,1 0-1,-1 0 1,1-1 0,-1 1 0,1-1-1,0 0 1,0-1 0,0 1 0,-1-1-1,1 0 1,0 0 0,0 0 0,0-1-1,0 1 1,-1-1 0,1-1 0,0 1-1,-1-1 1,1 1 0,-1-1 0,1 0-1,-1-1 1,0 1 0,0-1 0,6-5-1,-3 0 1,-1-1-1,0 0 0,0 0 1,-1-1-1,0 1 0,0-1 1,-1 0-1,-1-1 0,5-16 1,-3-4-4,2-62-1,-1 7 3,-6 86 2,0 0 0,0-1 0,0 1 0,0 0 0,0-1 0,0 1 0,0 0 0,0 0 0,0-1 0,0 1 0,0 0 0,0-1-1,0 1 1,0 0 0,0-1 0,1 1 0,-1 0 0,0 0 0,0-1 0,0 1 0,0 0 0,1 0 0,-1-1 0,0 1 0,0 0 0,0 0 0,1 0 0,-1-1 0,0 1 0,0 0 0,1 0 0,-1 0 0,0 0 0,1 0 0,-1-1 0,0 1-1,0 0 1,1 0 0,-1 0 0,0 0 0,1 0 0,-1 0 0,0 0 0,1 0 0,-1 0 0,0 0 0,0 0 0,1 0 0,-1 0 0,0 1 0,1-1 0,-1 0 0,0 0 0,0 0 0,1 0 0,-1 0 0,1 1 0,14 15-5,34 54 5,-34-46 1,2 1 0,0-2 0,1 0 0,2-1 0,0-1 0,46 36 0,-55-51-34,-1 0 0,2-2-1,-1 1 1,0-1 0,1-1 0,0 0-1,0 0 1,0-1 0,0-1 0,0 0-1,0-1 1,14-1 0,19 1-1375</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8.816"/>
    </inkml:context>
    <inkml:brush xml:id="br0">
      <inkml:brushProperty name="width" value="0.05" units="cm"/>
      <inkml:brushProperty name="height" value="0.05" units="cm"/>
      <inkml:brushProperty name="color" value="#E71224"/>
    </inkml:brush>
  </inkml:definitions>
  <inkml:trace contextRef="#ctx0" brushRef="#br0">1 0 32591,'0'0'144,"23"164"-136,-13-90 0,10 1-8,-4 2 0,-6-11 8,3-13-8,-3-8 0,-6-15 0,-4-9-8,0-13 0,-17-31-1200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9.135"/>
    </inkml:context>
    <inkml:brush xml:id="br0">
      <inkml:brushProperty name="width" value="0.05" units="cm"/>
      <inkml:brushProperty name="height" value="0.05" units="cm"/>
      <inkml:brushProperty name="color" value="#E71224"/>
    </inkml:brush>
  </inkml:definitions>
  <inkml:trace contextRef="#ctx0" brushRef="#br0">1 6 32519,'0'0'215,"34"-1"-207,-6 0-8,-4-1 0,1 1 1,-1 1-1,1 1 0,-1 1 0,0 2 0,0 0 0,40 13 0,-38-7 1,0 1 0,-2 1-1,1 1 1,-2 2 0,1 0 0,-2 1 0,0 2 0,37 38-1,-47-43 1,-1 1-1,0 0 0,-1 0 0,-1 1 0,0 0 0,-1 1 0,-1 0 0,0 1 0,-1-1 1,-1 1-1,0 0 0,-1 0 0,-1 1 0,-1-1 0,0 19 0,-2-30 1,-1 0-1,0 0 0,0 0 1,-1 0-1,0 0 0,0 0 1,0-1-1,-1 1 0,1-1 1,-1 0-1,-1 1 0,1-1 1,-1-1-1,1 1 0,-2 0 1,1-1-1,0 0 0,-1 0 1,0 0-1,0-1 0,-6 4 1,-10 6-2,-1-2 1,0 0-1,0-2 1,-26 8 0,24-10-3,0-1 0,-1-1 1,1-1-1,-1-1 0,-47 0 1,70-3 0,0 0 1,0 0 0,0-1-1,0 1 1,0 0 0,0-1 0,-1 1-1,1-1 1,0 0 0,0 1-1,1-1 1,-1 0 0,0 0 0,0 0-1,0-1 1,1 1 0,-1 0-1,0-1 1,1 1 0,-1-1-1,1 1 1,0-1 0,0 0 0,-1 0-1,1 0 1,0 1 0,0-1-1,-1-3 1,0-4-27,1 0-1,-1 0 1,1 0-1,1 0 1,0-15 0,1 8-63,-1-41-513</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49.453"/>
    </inkml:context>
    <inkml:brush xml:id="br0">
      <inkml:brushProperty name="width" value="0.05" units="cm"/>
      <inkml:brushProperty name="height" value="0.05" units="cm"/>
      <inkml:brushProperty name="color" value="#E71224"/>
    </inkml:brush>
  </inkml:definitions>
  <inkml:trace contextRef="#ctx0" brushRef="#br0">169 19 30126,'0'0'2616,"-27"16"-2608,-82 54-7,106-68-1,0 0 0,0 0 0,1 1 0,-1-1 0,0 1 0,1 0 0,0 0 0,0 0 0,0 0 0,-3 5 0,4-6 0,1-1 0,0 1 0,-1 0 0,1 0 0,0-1 0,0 1 0,0 0 0,0 0 0,0 0 0,0-1 0,1 4 0,0 5 0,-1-7 0,0 0 0,-1 0 0,1 0 0,1-1 0,-1 1 0,0 0 0,1 0 0,-1 0 0,1 0 0,0-1 0,0 1 0,0 0 0,0 0 0,0-1 0,1 1 0,-1-1 0,1 1 0,0-1 0,-1 0 0,1 0 0,0 0 0,1 0 0,-1 0 0,0 0 0,0 0 0,1-1 0,-1 1 0,1-1 0,0 0 0,-1 1 0,1-1 0,0-1 0,-1 1 0,7 1 0,1 1 0,1-1 0,-1 0-1,1-1 1,0 0 0,0 0 0,-1-1-1,1 0 1,0-1 0,0-1 0,17-4 0,-24 5-1,0 0 1,0-1 0,0 0 0,0 0 0,0 0-1,0 0 1,0-1 0,-1 0 0,1 1 0,-1-1-1,0-1 1,0 1 0,0 0 0,0-1 0,0 1-1,-1-1 1,0 0 0,1 0 0,-2 0 0,1 0-1,0 0 1,-1-1 0,0 1 0,0 0 0,0-1-1,0 1 1,0-9 0,0 1-3,-1 0-1,0-1 1,-1 1 0,0 0-1,-4-17 1,4 26 0,0-1 1,0 1-1,0 0 0,-1 0 0,1 0 0,-1 0 0,0 0 0,0 0 1,0 0-1,0 1 0,-1-1 0,1 1 0,-1 0 0,0-1 1,1 1-1,-1 0 0,0 0 0,0 1 0,0-1 0,0 1 1,0-1-1,-1 1 0,-5-1 0,0 0-55,-1 1 1,1 0-1,-16 2 1,11-1-169,-11 0-598</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0.059"/>
    </inkml:context>
    <inkml:brush xml:id="br0">
      <inkml:brushProperty name="width" value="0.05" units="cm"/>
      <inkml:brushProperty name="height" value="0.05" units="cm"/>
      <inkml:brushProperty name="color" value="#E71224"/>
    </inkml:brush>
  </inkml:definitions>
  <inkml:trace contextRef="#ctx0" brushRef="#br0">15 122 32351,'0'0'397,"-3"5"-387,1-2-10,0 1 0,1 0 0,-1 0 0,1 0 0,0 0 0,0 0 0,1 1 0,-1-1 0,1 0 1,0 0-1,0 0 0,0 0 0,0 1 0,1-1 0,1 4 0,3 16 0,13 34 0,-7-22 0,15 39 0,-23-73-7,0-8 5,2-12 4,-4 14-3,10-30 0,1 0-1,2 1 1,0 0 0,3 1-1,23-34 1,-39 64 1,0-1 0,1 1 0,-1 1-1,1-1 1,-1 0 0,1 0 0,0 0 0,0 1 0,-1-1-1,1 1 1,0-1 0,0 1 0,1 0 0,-1 0 0,0 0 0,0 0-1,1 0 1,-1 1 0,0-1 0,1 1 0,-1-1 0,0 1-1,1 0 1,-1 0 0,6 0 0,-5 1 0,0 1 0,0-1-1,0 1 1,0-1 0,-1 1 0,1 0-1,0 0 1,-1 0 0,1 1 0,-1-1-1,0 1 1,0-1 0,0 1 0,0 0-1,0-1 1,2 7 0,2 4 1,0 1 0,-2 0 0,0 0 0,0 0 0,1 19 0,3 6 1,-8-38-2,0-1 0,0 0 0,0 1 1,0-1-1,0 0 0,0 1 0,0-1 0,0 0 0,0 0 1,0 1-1,0-1 0,0 0 0,0 1 0,0-1 0,0 0 0,0 0 1,0 1-1,1-1 0,-1 0 0,0 0 0,0 1 0,0-1 1,1 0-1,-1 0 0,0 1 0,0-1 0,0 0 0,1 0 0,-1 0 1,0 0-1,1 1 0,-1-1 0,0 0 0,0 0 0,1 0 1,-1 0-1,0 0 0,1 0 0,-1 0 0,0 0 0,0 0 0,1 0 1,-1 0-1,12-14 2,11-40-4,-17 39 2,9-18-4,1 2 1,2 0 0,37-49-1,-52 77 4,0-1-1,0 1 0,0-1 1,0 1-1,1 0 1,-1 0-1,1 0 0,7-4 1,-10 7 0,0-1-1,0 1 1,0 0 0,1 0 0,-1-1 0,0 1 0,0 0 0,0 0 0,0 0 0,1 0 0,-1 0-1,0 0 1,0 1 0,0-1 0,0 0 0,1 1 0,-1-1 0,0 1 0,0-1 0,0 1 0,0-1 0,0 1-1,0 0 1,0-1 0,0 1 0,0 0 0,-1 0 0,1 0 0,0-1 0,0 1 0,-1 0 0,1 0-1,0 0 1,-1 0 0,1 1 0,-1-1 0,1 1 0,5 13 5,0 0 0,-1 1 0,3 16 0,-3-14-20,0 0 0,1 0 1,8 18-1,-12-31-4,1-1-1,-1 0 1,1 0-1,0 0 1,0 0-1,0 0 1,0 0-1,1-1 1,0 0-1,-1 0 0,1 0 1,0 0-1,1 0 1,-1-1-1,0 0 1,7 3-1,18 0-1201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0.633"/>
    </inkml:context>
    <inkml:brush xml:id="br0">
      <inkml:brushProperty name="width" value="0.05" units="cm"/>
      <inkml:brushProperty name="height" value="0.05" units="cm"/>
      <inkml:brushProperty name="color" value="#E71224"/>
    </inkml:brush>
  </inkml:definitions>
  <inkml:trace contextRef="#ctx0" brushRef="#br0">206 25 32351,'0'0'384,"-27"7"-377,-81 29-6,105-34-1,0-1 0,0 1 1,0 0-1,0-1 0,0 1 0,0 1 1,1-1-1,-1 0 0,1 1 0,-1-1 0,1 1 1,0 0-1,0 0 0,0 0 0,0 0 0,1 0 1,-1 0-1,1 0 0,0 1 0,0-1 1,-1 7-1,-2 3 2,0 3-2,0 1 0,0-1 0,2 1 1,0-1-1,1 29 0,1-44 0,0 0 0,1 1 0,-1-1 0,1 1 0,-1-1 0,1 0 0,-1 1 0,1-1 0,0 0 0,0 0 0,0 1 0,0-1 0,0 0 0,0 0 0,0 0 0,0 0 0,0 0 0,0 0 0,0-1 0,1 1 0,-1 0 0,0-1 0,1 1 0,-1 0 0,0-1 0,1 0 0,-1 1 0,1-1 0,-1 0 0,1 0 0,-1 0 0,1 0 0,-1 0 0,3 0 0,7 0-2,0 0 0,0-1 0,16-4 0,-19 4 1,0-2 0,0 1 0,0-1 0,0 0-1,-1 0 1,0-1 0,1 0 0,-1-1 0,-1 0 0,1 0 0,-1 0 0,0 0 0,0-1 0,0 0-1,-1-1 1,0 1 0,0-1 0,-1 0 0,0 0 0,0 0 0,-1-1 0,0 1 0,0-1 0,0 0-1,-1 0 1,0 0 0,-1 0 0,1-12 0,-2-38 17,0 52 0,0 39-16,0-24 0,1 1 1,0-1-1,1 0 1,0 1-1,1-1 0,-1 0 1,7 12-1,-8-18 0,0 1 0,1-1 0,-1 0-1,1 0 1,0-1 0,0 1 0,0 0 0,0-1 0,0 1-1,1-1 1,-1 1 0,1-1 0,0 0 0,-1 0-1,1 0 1,0-1 0,0 1 0,0-1 0,0 1 0,1-1-1,-1 0 1,0 0 0,0-1 0,6 1 0,-3-1-16,0 0 1,0-1 0,0 0 0,0 0 0,0 0 0,0-1-1,-1 0 1,1 0 0,0 0 0,-1-1 0,0 0 0,1 0-1,-1 0 1,0-1 0,-1 0 0,1 0 0,0 0-1,-1 0 1,0-1 0,6-9 0,3-2 22,-2-1 0,0 0 0,0-1 0,-2 0 0,0 0 0,11-36 0,-17 52 188,-1 11-134,2 20-85,-3-21 47,31 165-7,-31-154-101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0.807"/>
    </inkml:context>
    <inkml:brush xml:id="br0">
      <inkml:brushProperty name="width" value="0.05" units="cm"/>
      <inkml:brushProperty name="height" value="0.05" units="cm"/>
      <inkml:brushProperty name="color" value="#E71224"/>
    </inkml:brush>
  </inkml:definitions>
  <inkml:trace contextRef="#ctx0" brushRef="#br0">0 7 31079,'0'0'1664,"43"-6"-1760,-16 6-248</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1.126"/>
    </inkml:context>
    <inkml:brush xml:id="br0">
      <inkml:brushProperty name="width" value="0.05" units="cm"/>
      <inkml:brushProperty name="height" value="0.05" units="cm"/>
      <inkml:brushProperty name="color" value="#E71224"/>
    </inkml:brush>
  </inkml:definitions>
  <inkml:trace contextRef="#ctx0" brushRef="#br0">0 1 31807,'0'0'824,"2"25"-765,6 82-33,-8-103-24,1 1-1,-1-1 1,1 1-1,0-1 1,1 1 0,-1-1-1,1 1 1,0-1-1,0 0 1,4 7-1,-5-10 0,0 0-1,0 0 1,0 0-1,0 0 1,0 0-1,0 0 1,0-1-1,1 1 1,-1 0-1,0-1 1,0 1-1,1-1 1,-1 1-1,0-1 1,0 1-1,1-1 1,-1 0-1,1 0 1,-1 0-1,0 0 1,1 0-1,1 0 1,3-2-1,-1 0 1,0 0-1,0 0 1,0-1-1,0 0 1,0 1-1,-1-2 1,1 1-1,-1-1 1,0 1-1,5-6 1,49-54-1,21-20 0,-78 82 0,-1 0 0,1 1 0,0-1 0,-1 0 0,1 1 0,0-1 0,0 1 0,0-1 0,-1 1 0,1-1 0,0 1 0,0 0 0,0 0 0,0-1 0,0 1 0,0 0 0,0 0 0,0 0 0,0 0 0,0 0 0,-1 0 0,1 0 0,0 0 0,0 0 0,0 1 0,0-1 0,0 0 0,0 0 0,0 1 0,0-1 0,-1 1 0,1-1 0,0 1 0,0-1 0,0 1 0,-1-1 0,1 1 0,1 1 0,2 3 0,0 0 0,-1 1 0,1-1 0,4 12 0,-1-3 0,0-1-2,34 51 8,-39-62-6,0 1-1,0 0 1,0-1 0,0 1-1,1-1 1,-1 0 0,1 1-1,-1-1 1,1 0-1,0-1 1,0 1 0,0 0-1,0-1 1,0 0-1,1 0 1,-1 0 0,6 1-1,4-3-43,-2-4-93</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1.381"/>
    </inkml:context>
    <inkml:brush xml:id="br0">
      <inkml:brushProperty name="width" value="0.05" units="cm"/>
      <inkml:brushProperty name="height" value="0.05" units="cm"/>
      <inkml:brushProperty name="color" value="#E71224"/>
    </inkml:brush>
  </inkml:definitions>
  <inkml:trace contextRef="#ctx0" brushRef="#br0">358 0 32567,'0'0'176,"215"238"-168,-133-68 0,-2 56 0,-27 18-8,-44-14 0,-18-28 0,-48-56 0,-9-33 0,-3-33 0,-11-8 0,-98 29 0,16-18 0,-14-8-40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3.514"/>
    </inkml:context>
    <inkml:brush xml:id="br0">
      <inkml:brushProperty name="width" value="0.05" units="cm"/>
      <inkml:brushProperty name="height" value="0.05" units="cm"/>
    </inkml:brush>
  </inkml:definitions>
  <inkml:trace contextRef="#ctx0" brushRef="#br0">871 238 32079,'0'0'381,"-40"2"-301,9-2-63,8-1-8,-1 2 1,0 0-1,0 2 1,0 0-1,1 2 0,0 0 1,0 2-1,0 0 1,-41 21-1,29-8-6,1 1 1,0 2-1,2 2 0,1 1 1,1 1-1,1 1 1,1 2-1,2 0 0,1 2 1,2 1-1,1 1 1,1 1-1,2 1 0,-23 62 1,28-51-3,2 1 0,2 0 0,2 1 0,2 0 0,2 0 0,3 1 0,6 70 0,-2-90-1,1 1 1,1-1-1,2 0 1,1-1 0,1 0-1,2 0 1,0-1-1,2 0 1,1-1-1,2-1 1,0 0 0,1-1-1,35 38 1,-15-26 0,1-2-1,2-1 1,1-3 0,1 0 0,2-3 0,88 42 0,-44-32 0,1-4 1,178 42-1,-97-45 2,2-7 0,289 3-1,-325-25 0,-1-6 0,0-6-1,264-56 1,-288 36-2,-1-4 0,140-66 0,-174 63 0,-2-3 0,-1-4 0,118-92 0,-161 112 0,-2-2 0,0-1 0,-2-2 0,0 0 0,-3-1 0,34-56 0,-46 65 0,0 0 0,-2-1 0,-1-1 0,0 1 0,-2-1 0,0-1 0,-2 1 0,0-1 0,-2 0 0,-1 1 0,-2-42 0,-2 41 0,-1 0 0,0 0 0,-2 1 0,-1 0 0,0 0 0,-2 1 0,0 0 0,-18-29 0,10 25 0,-1 0 0,-1 1 0,-1 1 0,-1 0 0,-45-37 0,23 29 0,0 1 0,-3 3 0,0 1 0,-1 2 0,-2 3 0,0 2 0,-77-21 0,56 23 1,-1 3-1,0 4 1,-1 3 0,0 2 0,-78 5-1,60 7 1,0 4 0,1 3 0,-153 44 0,92-8-1,1 6 0,3 7 0,3 6 0,3 6 0,-206 146 0,273-165 0,-114 112 0,154-134 0,2 2 0,2 1 0,-32 51 0,49-68 0,2 0 0,0 1 0,1 0 0,1 1 0,1 0 0,1 0 0,1 0 0,-4 36 0,8-42 0,1-1 0,0 1 0,1-1 0,0 0 0,1 1 0,1-1 0,0 0 0,1 0 0,1-1 0,0 1 0,1-1 0,0 0 0,1 0 0,1-1 0,0 0 0,0 0 0,1-1 0,1 0 0,-1-1 0,20 16 0,1-3 0,2-1 0,0-2 0,1-1 0,1-1 0,0-2 0,70 22 0,-28-16 0,1-3 0,108 13 0,171-7 0,-205-25 0,-1-6 0,176-31 0,-137 3 0,239-77 0,101-85 0,-419 145 0,-2-5 0,158-110 0,-230 141 0,-2-1 0,-1-2 0,0-2 0,-3-1 0,53-67 0,-72 81 0,0 0 0,-1-1 0,-1 0 0,-1-1 0,0 1 0,-2-2 0,0 1 0,-1-1 0,-1 0 0,-1 0 0,0 0 0,-2 0 0,0-1 0,-4-31 0,0 28 0,-2-1 0,0 1 0,-2 0 0,0 1 0,-2-1 0,-1 2 0,0-1 0,-2 1 0,-1 1 0,0 0 0,-1 1 0,-29-31 0,9 16 0,-2 2 0,-1 1 0,-1 2 0,-1 2 0,-71-38 0,56 38 1,-2 2-1,-1 3 1,-1 2 0,-1 3 0,-91-17-1,69 23 1,0 3 0,-1 4 0,-135 9-1,80 11 0,0 6 1,2 6-1,1 6 0,-226 87 0,148-34 0,-219 125 0,293-132 0,3 6 0,-174 144 0,250-178 0,1 3 0,-98 121 0,126-135 0,2 1 0,2 1 0,2 2 0,-22 54 0,33-64 0,1 0 0,2 0 0,2 1 0,1 0 0,2 0 0,-2 50 0,7-62 0,0 1 0,2-1 0,1 0 0,0 0 0,2 0 0,1-1 0,1 0 0,0 0 0,2 0 0,0-1 0,2 0 0,0-1 0,1 0 0,16 19 0,-6-14 0,1 0 0,1-2 0,2 0 0,0-2 0,1-1 0,0-1 0,2-2 0,1 0 0,37 15 0,2-5 0,0-3 0,1-3 0,1-3 0,139 17 0,-84-25 0,0-5 0,138-12 0,-122-6 0,0-7 0,-1-6 0,255-82 0,-220 44 0,-2-8 0,240-137 0,-286 133 0,-3-5 0,120-103 0,-180 129 0,-2-4 0,-3-2 0,-3-3 0,97-138 0,-127 158 0,-2-2 0,-2 0 0,-2-1 0,-1-1 0,-3-1 0,-3-1 0,-1 0 0,-2-1 0,4-67 0,-13 82 0,-2 0 0,-1-1 0,-2 1 0,-1 1 0,-18-69 0,14 77 0,-2-1 0,-1 1 0,-1 1 0,-1 0 0,-1 1 0,-2 0 0,-35-43 0,31 45 0,-2 1 0,0 2 0,-2 0 0,0 1 0,-1 1 0,0 1 0,-41-19 0,30 20 0,-1 1 0,0 2 0,-1 2 0,-1 1 0,-47-5 0,12 8 0,0 3 0,0 4 0,0 3 0,0 3 0,-138 31 0,99-10 0,-174 68 0,-101 81 0,225-89 0,-258 183 0,314-189 0,3 5 0,4 4 0,-94 111 0,137-133 0,4 3 0,-62 106 0,80-116 0,4 2 0,2 1 0,3 1 0,-18 71 0,33-92 0,2 0 0,1 0 0,3 0 0,2 1 0,1 0 0,3 0 0,7 51 0,-6-80 0,1 1 0,1-1 0,0-1 0,1 1 0,1 0 0,0-1 0,2 0 0,-1-1 0,2 0 0,0 0 0,16 19 0,-12-19 0,1-1 0,0 0 0,1-1 0,0-1 0,1 0 0,0-1 0,1-1 0,32 13 0,-14-10 0,1 0 0,1-3 0,67 9 0,116-5 0,-135-13 0,157-20 0,-163 5 0,0-4 0,108-42 0,142-85 0,-220 87 0,-3-4 0,-2-4 0,171-148 0,-212 158 0,-4-2 0,-2-3 1,-3-2-1,-3-2 0,-2-3 0,61-116 0,-85 130 1,-1-1 0,-3-1 0,-3-1-1,-2 0 1,-2-1 0,-3-1 0,-3 0-1,1-80 1,-9 99-1,-1-1 0,-3 1 0,-1 0 0,-18-72 0,14 83 0,-2 1 0,-1 0 0,-1 0 0,-1 1 0,-1 1 0,-33-44 0,25 43 0,-1 1 0,-1 1 0,-1 1 0,-1 1 0,-1 2 0,-48-30 0,37 30 0,-2 1 0,0 2 0,-1 2 0,-75-20 0,44 21 0,-1 4 0,0 2 0,-1 4 0,1 3 0,-1 4 0,-99 12 0,72 3 0,0 3 0,1 6 0,1 3 0,-137 60-1,73-14-2,-270 168 0,283-143 3,-242 205-1,307-225 3,3 3-1,4 4 1,-121 169 0,167-204-2,1 1 0,4 1 0,-32 80 0,47-93-2,1 1 1,2 0 0,-9 79-1,17-104 2,0 0 0,1 1 0,1-1 0,1 0 0,1 0 0,0 0-1,1 0 1,0 0 0,1 0 0,8 17 0,-6-22 0,0 1 0,1-1 0,1 0 0,0-1 0,0 0 0,1 0 0,0-1 0,1 0 0,0-1 0,0 0 0,1 0 0,16 8 0,1-1 0,2-1 0,0-1 0,0-2 0,1-1 0,56 10 0,5-6 0,139 5 0,-106-16 0,153-15 0,-135-7 1,-2-6 1,250-79-1,254-153 3,-69-44-4,-464 232 0,-3-5 0,186-166 0,-245 191 0,-1-2 0,60-83 0,-86 100 0,-1 0 0,-2-1 0,-1-1 0,-2-1 0,18-59 0,-25 59 0,-2 0 0,-1 0 0,-2-1 0,0-50 0,-4 68 0,-2 1 0,0-1 0,-1 1 0,-1 0 0,0 0 0,-2 0 0,0 0 0,-15-33 0,12 37 0,-1 0 0,0 1 0,-1 0 0,-1 1 0,0 0 0,-1 0 0,0 2 0,-1-1 0,-26-17 0,14 13 0,0 1 0,-2 1 0,1 1 0,-2 1 0,1 2 0,-55-13 0,15 11 0,0 2 0,-73-1 0,40 8 0,-161 14 0,151 5 0,-176 48 0,82-2 0,2 9 0,4 8 0,3 9 0,-266 165 0,350-182 0,-118 101 0,171-123 0,3 3 0,1 3 0,3 1 0,-56 82 0,81-99 0,1 1 0,3 1 0,1 1 0,2 1 0,2 1 0,1 1 0,-17 88 0,27-88 0,2 1 0,1-1 0,5 57 0,-1-83 0,1 0 0,0 0 0,2 0 0,0-1 0,1 1 0,1-1 0,0 0 0,2-1 0,12 23 0,-9-24 0,0 0 0,2-1 0,-1-1 0,2 0 0,0-1 0,0-1 0,1 0 0,29 18 0,-9-11 0,-1-1 0,2-1 0,0-2 0,70 18 0,-27-14 0,161 15 0,-110-24 0,1-7 0,-1-5 0,250-36 0,-256 12 0,-2-5 0,207-83 0,-174 46 0,227-135 0,-58-19 0,-253 165 0,-3-4 0,88-99 0,-120 117 0,-2-1 0,-2-2 0,-1-2 0,-3 0 0,22-54 0,-35 64 0,-1 0 0,-2 0 0,-2-1 0,-1-1 0,-2 0 0,-2 0 0,0-72 0,-6 84 0,-1 0 0,-2 0 0,0 1 0,-2-1 0,-1 1 0,-2 1 0,0-1 0,-1 1 0,-2 1 0,-1 0 0,-27-40 0,18 36 0,-1 1 0,-2 1 0,0 1 0,-2 1 0,-1 2 0,-1 0 0,0 2 0,-56-29 0,38 26 0,-1 3 0,-1 1 0,0 3 0,-90-19 0,71 24 0,-2 3 0,1 3 0,-81 3 0,49 8 0,0 5 0,1 5 0,1 4 0,0 4 0,-106 40 0,58-7 0,3 6 0,2 6 0,4 7 0,3 5 0,-190 149 0,219-143 0,3 6 0,4 3 0,5 5 0,4 4 0,5 4 0,-111 183 0,152-213 0,3 3 0,-36 102 0,59-127 0,1 1 0,3 0 0,-7 68 0,17-93 0,1 0 0,2 0 0,1 1 0,8 54 0,-5-71 0,1-1 0,0 0 0,1 0 0,0 0 0,2-1 0,-1 0 0,2 0 0,0 0 0,1-1 0,0 0 0,19 20 0,-6-12 0,2-1 0,0-1 0,1-1 0,1-1 0,1-1 0,0-1 0,1-2 0,0-1 0,1-1 0,1-1 0,30 5 0,27 3 0,0-5 0,159 5 0,-137-15 0,156-17 0,-168 0 0,-1-4 0,102-34 0,176-84 0,-215 68 0,-4-6 0,-3-7 0,-4-7 0,-3-5 0,144-125 0,-202 142 0,-3-4 0,-4-4 0,86-116 0,-114 128 0,-3-3 0,-4-1 0,-3-2 0,56-150 0,-76 161 0,-2 0 0,13-91 0,-24 90 0,0-97 0,-9 137 0,0-1 0,-2 0 0,-5-29 0,5 49 0,0 1 0,-1 0 0,0 0 0,0 0 0,-1 0 0,0 0 0,0 1 0,0 0 0,-1 0 0,-1 0 0,1 0 0,-1 1 0,-13-11 0,8 8 0,0 1 0,-1 1 0,-1 0 0,1 0 0,-1 1 0,0 1 0,0 0 0,-1 1 0,-17-3 0,-5 1 0,0 2 0,-68 1 0,40 6 0,0 2 0,-116 26 0,88-7 0,1 4 0,-118 54 0,70-16 0,3 7 0,-240 170 0,223-124 0,-268 268 0,110-27 0,74-26 0,81-52 0,136-241 0,1 1 0,3 0 0,1 1 0,2 1 0,-13 83 0,25-118 0,0 0 0,0-1 0,1 1 0,1 0 0,-1 0 0,1-1 0,3 12 0,-3-15 0,1-1 0,0 1 0,1-1 0,-1 0 0,1 0 0,0 0 0,0 0 0,0 0 0,0-1 0,1 1 0,-1-1 0,1 0 0,0 0 0,7 4 0,2 1 0,1-1 0,-1-1 0,1 0 0,0-1 0,1 0 0,-1-1 0,1-1 0,16 2 0,13-1 0,-1-2 0,45-3 0,-17-4 0,-1-2 0,87-21 0,-53 1 0,-2-6 0,0-3 0,155-82 0,-121 43 0,242-176 0,-255 154 0,-4-5 0,117-132 0,-155 142 0,-4-2 0,-4-5 0,68-122 0,-127 200 0,-2-1 0,-1-1 0,0 0 0,-2 0 0,0-1 0,9-44 0,-18 65 0,1 0 0,-1 0 0,1 0 0,-1 0 0,0 0 0,0 0 0,0 0 0,0 0 0,-1 0 0,1 0 0,-1 0 0,0 0 0,0 0 0,0 1 0,0-1 0,0 0 0,-1 0 0,1 1 0,-1-1 0,0 1 0,0 0 0,0-1 0,0 1 0,-3-3 0,-1 1 0,-1 1 0,1 0 0,0 1 0,-1-1 0,0 1 0,0 0 0,0 1 0,1 0 0,-14-1 0,-20 0 0,-67 5 0,45 2 0,-115 26 0,71-1 0,-104 44 0,42-5 0,3 7 0,-205 128 0,280-146 0,3 4 0,2 4 0,3 3 0,4 3 0,-97 116 0,153-162 0,2 1 0,-20 33 0,35-50 0,0 0 0,0 1 0,1-1 0,1 1 0,-1 0 0,2 0 0,0 0 0,0 0 0,0 21 0,1-29 0,1 1 0,0 0 0,0 0 0,1-1 0,-1 1 0,1 0 0,-1-1 0,1 1 0,0 0 0,1-1 0,-1 1 0,1-1 0,-1 0 0,1 1 0,0-1 0,0 0 0,1 0 0,-1 0 0,1 0 0,-1-1 0,1 1 0,0-1 0,0 1 0,0-1 0,0 0 0,0 0 0,0-1 0,7 3 0,4 2 0,0 0 0,0-1 0,1-1 0,0-1 0,0 0 0,0-1 0,17 1 0,14-3 0,61-6 0,-41-2 0,0-3 0,-1-4 0,0-2 0,74-30 0,-37 6 0,169-98 0,-201 97 0,-2-4 0,-2-2 0,75-71 0,-96 76 0,-2-3 0,-3-1 0,-1-2 0,55-94 0,-81 120 0,-1-1 0,0 0 0,-2-1 0,-1 0 0,-1 0 0,8-45 0,-15 60 0,1-1 0,-2 1 0,1 0 0,-1 0 0,-1-1 0,0 1 0,0 0 0,-1 0 0,-1 0 0,1 0 0,-2 0 0,1 0 0,-1 1 0,-1-1 0,0 1 0,0 0 0,-1 1 0,0-1 0,0 1 0,-12-11 0,10 11 0,-1 1 0,0 0 0,0 1 0,0 0 0,-1 0 0,0 1 0,0 0 0,-14-4 0,4 3 0,0 2 0,0 0 0,-1 1 0,-24 0 0,5 1 0,0 3 0,1 1 0,-62 12 0,10 8 0,-121 45 0,-5 16 0,4 10 0,-317 189 0,461-240 0,2 3 0,-78 68 0,132-103 0,1 1 0,0 0 0,1 1 0,0 1 0,1-1 0,1 1 0,0 1 0,0 0 0,2 0 0,-10 25 0,16-36 0,0-1 0,0 0 0,0 1 0,1-1 0,0 0 0,-1 1 0,1-1 0,0 0 0,0 1 0,0 3 0,1-5 0,-1 0 0,1 1 0,-1-1 0,1 0 0,0 0 0,-1 0 0,1 0 0,0 0 0,0 0 0,0 0 0,0-1 0,0 1 0,0 0 0,0 0 0,0-1 0,0 1 0,0 0 0,0-1 0,0 1 0,0-1 0,1 0 0,-1 1 0,0-1 0,0 0 0,0 0 0,1 0 0,1 0 0,11 1 0,0-1 0,0 0 0,0-1 0,0-1 0,26-6 0,181-67 0,102-60 0,334-174 0,-19-48 0,-584 324 0,-2-3 0,-1-2 0,47-46 0,-89 76 0,0 0 0,-1-1 0,0 0 0,0 0 0,-1-1 0,0 0 0,-1-1 0,0 1 0,-1-1 0,0 0 0,-1 0 0,0-1 0,-1 0 0,0 1 0,-1-1 0,0 0 0,0-16 0,-1 24 0,-1 0 0,0-1 0,0 1 0,0 0 0,-1-1 0,1 1 0,-1 0 0,0-1 0,-1 1 0,1 0 0,-1 0 0,1 0 0,-1 0 0,0 0 0,-1 0 0,1 1 0,-6-7 0,3 6 0,-1 0 0,0-1 0,0 2 0,0-1 0,-1 1 0,1 0 0,-1 0 0,0 1 0,0 0 0,0 0 0,-13-1 0,-9 0 0,1 1 0,0 1 0,-1 1 0,1 2 0,-37 6 0,-1 5 0,1 2 0,-113 42 0,55-5 0,3 5 0,-201 129 0,172-85 0,-202 182 0,145-82 0,110-87 0,87-101 0,0 0 0,1 1 0,0 0 0,1 0 0,1 1 0,-6 20 0,11-31 0,0 0 0,0 1 0,0-1 0,0 0 0,1 1 0,-1-1 0,1 0 0,0 1 0,1-1 0,-1 0 0,1 1 0,0-1 0,0 0 0,0 0 0,1 1 0,-1-1 0,1 0 0,0 0 0,0-1 0,0 1 0,1 0 0,-1-1 0,1 1 0,0-1 0,0 0 0,0 0 0,1 0 0,-1 0 0,7 3 0,3 2 0,-1-1 0,2 0 0,-1-1 0,0 0 0,1-1 0,0-1 0,21 4 0,15-1 0,0-1 0,88-2 0,-33-8 0,138-21 0,-54-13 0,-2-8 0,222-86 0,-127 15 0,-114 31 0,-160 82 0,0 0 0,0-1 0,-1-1 0,0 1 0,0-1 0,0 0 0,-1-1 0,9-11 0,-13 15 0,-1 0 0,1 0 0,-1 0 0,0-1 0,0 1 0,0 0 0,-1-1 0,1 1 0,-1-1 0,1 1 0,-1 0 0,0-1 0,-1 1 0,1-1 0,-1 1 0,1 0 0,-1-1 0,0 1 0,0 0 0,0 0 0,-3-5 0,0 1 0,1 0 0,-1 0 0,-1 1-1,1 0 1,-1 0 0,0 0 0,-1 0 0,1 1 0,-9-6 0,-17-11-4,-38-19 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4.454"/>
    </inkml:context>
    <inkml:brush xml:id="br0">
      <inkml:brushProperty name="width" value="0.05" units="cm"/>
      <inkml:brushProperty name="height" value="0.05" units="cm"/>
    </inkml:brush>
  </inkml:definitions>
  <inkml:trace contextRef="#ctx0" brushRef="#br0">2 1 32375,'0'0'360,"-1"18"-353,1-3-7,0-1 0,1 0 0,0 1 0,1-1 1,1 0-1,1 0 0,0 0 0,0 0 1,1-1-1,1 0 0,0 0 0,9 13 0,11 12 2,1 0-1,2-2 1,1-1-1,2-1 0,2-2 1,0-1-1,68 45 0,-31-31 0,1-4 0,2-3 0,118 44 0,-50-35 0,3-6 0,1-6 0,1-6 0,2-7 1,211 4-1,-118-21-1,0-11 1,403-60-1,-362 10 0,-211 37 0,126-50 0,-190 67 0,11-10-1,-18 12-8,-1-1 0,0 1 0,0 0 0,0-1 0,0 1 0,0 0 0,0-1 0,0 1 0,0-1 0,0 1 0,0 0 0,0 0 0,-1-1 0,1 1 0,0 0 1,0-1-1,0 1 0,0 0 0,0-1 0,-1 1 0,1 0 0,0 0 0,0-1 0,-1 1 0,1 0 0,0 0 0,0-1 0,-1 1 0,1 0 0,0 0 0,0 0 0,-1 0 0,1-1 1,0 1-1,-1 0 0,1 0 0,0 0 0,-1 0 0,1 0 0,-1 0 0,-11-6-1231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4.804"/>
    </inkml:context>
    <inkml:brush xml:id="br0">
      <inkml:brushProperty name="width" value="0.05" units="cm"/>
      <inkml:brushProperty name="height" value="0.05" units="cm"/>
    </inkml:brush>
  </inkml:definitions>
  <inkml:trace contextRef="#ctx0" brushRef="#br0">1 0 32495,'0'0'245,"6"6"-235,2 0-10,-1 1 0,1-2 1,1 1-1,-1-1 0,1-1 1,0 0-1,17 6 0,80 19 6,-38-11-5,-51-13-1,130 42 0,-123-38 0,-1 2 0,0 0 0,0 1 0,20 16 0,-40-26 0,0 0 0,0 0 0,0 1 0,-1-1 0,1 1 0,-1 0 0,0 0 0,1 0 0,-1 0 0,-1 0 0,1 0 0,0 0 0,-1 1 0,0-1 0,1 1 0,-2-1 0,1 1 0,0-1 0,-1 1 0,1 0 0,-1-1 0,0 1 0,0 3 0,-1-1 0,0-1 0,-1 0 0,1 1 0,-1-1 0,0 0 0,-1 0 0,1 0 0,-1 0 0,0 0 0,0-1 0,0 1 0,-1-1 0,0 0 0,-6 6 0,-51 40-46,-2-3-1,-3-3 1,-1-2-1,-125 55 1,106-60-778</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6.092"/>
    </inkml:context>
    <inkml:brush xml:id="br0">
      <inkml:brushProperty name="width" value="0.05" units="cm"/>
      <inkml:brushProperty name="height" value="0.05" units="cm"/>
    </inkml:brush>
  </inkml:definitions>
  <inkml:trace contextRef="#ctx0" brushRef="#br0">58 112 32111,'0'0'639,"-10"-17"-630,-29-47-4,30 57-6,10 19-2,12 26 3,1-1 0,1-1 0,2-1-1,32 49 1,-9-14 0,-5-6 0,3 0 0,2-3 0,89 103 0,-125-160 0,0 0 0,1 0 0,-1-1 0,1 0 0,0 1 0,0-2-1,10 6 1,-13-8 1,-1 1-1,1-1 0,-1 1 0,0-1 0,1 1 1,-1-1-1,1 0 0,-1 0 0,1 0 0,-1 0 1,1 0-1,-1 0 0,1 0 0,-1 0 0,0-1 1,1 1-1,-1-1 0,1 1 0,-1-1 0,0 1 1,1-1-1,-1 0 0,0 0 0,0 1 0,1-1 1,-1 0-1,0 0 0,0 0 0,0 0 0,0-1 1,0 1-1,0 0 0,-1 0 0,1 0 0,1-3 1,7-22-1,-1 0 0,-2 0 0,0 0 0,-2-1 1,2-36-1,1 0 0,9-94-1,17-105-25,-33 260 21,1 0-1,-1 0 1,1 0-1,-1 0 0,1 0 1,0 0-1,0 0 0,0 0 1,0 0-1,0 0 1,2-3-1,3 8-435,0 14-708,-2 18-3144</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6.331"/>
    </inkml:context>
    <inkml:brush xml:id="br0">
      <inkml:brushProperty name="width" value="0.05" units="cm"/>
      <inkml:brushProperty name="height" value="0.05" units="cm"/>
    </inkml:brush>
  </inkml:definitions>
  <inkml:trace contextRef="#ctx0" brushRef="#br0">1 1 32351,'0'0'359,"0"27"-350,0 91-2,-1-76-5,3 1 0,1 0 1,9 42-1,-7-67 17,-3-35-603,-2-6-1340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6.507"/>
    </inkml:context>
    <inkml:brush xml:id="br0">
      <inkml:brushProperty name="width" value="0.05" units="cm"/>
      <inkml:brushProperty name="height" value="0.05" units="cm"/>
    </inkml:brush>
  </inkml:definitions>
  <inkml:trace contextRef="#ctx0" brushRef="#br0">0 0 32239,'0'0'416,"17"36"-752,-4-12-1376</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6.857"/>
    </inkml:context>
    <inkml:brush xml:id="br0">
      <inkml:brushProperty name="width" value="0.05" units="cm"/>
      <inkml:brushProperty name="height" value="0.05" units="cm"/>
    </inkml:brush>
  </inkml:definitions>
  <inkml:trace contextRef="#ctx0" brushRef="#br0">1 0 31927,'0'0'729,"16"14"-714,107 92-7,-109-94-8,68 64 0,-74-68 0,-1 0 0,-1 0 0,1 0-1,-1 1 1,-1 0 0,0 1 0,0-1 0,4 11 0,-8-17-2,0 1 0,0 0 1,0 0-1,0 0 0,-1-1 1,1 1-1,-1 0 0,0 0 1,0 0-1,-1 0 0,1 0 1,-1 0-1,0-1 1,-2 8-1,2-9 1,0 0-1,-1-1 1,1 1-1,0 0 1,-1 0 0,0-1-1,1 1 1,-1-1 0,0 1-1,0-1 1,0 0 0,0 0-1,0 0 1,0 0 0,0 0-1,0 0 1,0-1-1,0 1 1,-1 0 0,1-1-1,0 0 1,0 0 0,-1 0-1,1 0 1,-3 0 0,-12 0-1,-30-2 1,44 1 1,1 0 0,-1 0 0,0 0 0,1 0 1,-1 0-1,1 0 0,0-1 0,-1 1 0,1-1 1,0 0-1,0 0 0,0 0 0,0 0 0,-3-3 1,0-3 1,0 1 1,1-1 0,0 0 0,0 0-1,1 0 1,0 0 0,0-1 0,1 1-1,0-1 1,1 0 0,-2-16 0,3 19-3,0-1 0,0 1 0,1 0 0,0 0 0,0 0 0,0-1 0,1 1 0,-1 0 1,2 1-1,-1-1 0,1 0 0,-1 1 0,1-1 0,1 1 0,-1 0 0,1 0 0,6-6 0,8-4-34,1 0 0,1 2 0,0 1 0,0 0-1,1 1 1,1 1 0,30-9 0,12-3-586</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7.287"/>
    </inkml:context>
    <inkml:brush xml:id="br0">
      <inkml:brushProperty name="width" value="0.05" units="cm"/>
      <inkml:brushProperty name="height" value="0.05" units="cm"/>
    </inkml:brush>
  </inkml:definitions>
  <inkml:trace contextRef="#ctx0" brushRef="#br0">180 0 32047,'0'0'603,"-22"10"-583,-71 34-12,90-43-8,-1 0 0,1 1 1,0 0-1,0-1 0,1 1 0,-1 0 1,0 1-1,1-1 0,-1 0 1,1 1-1,0-1 0,0 1 1,0 0-1,0 0 0,0 0 0,0 0 1,1 0-1,0 0 0,-1 0 1,0 4-1,-1 4 2,-1 0-2,2 1 0,-1 0 0,1 0 0,1 1 0,0-1 1,1 0-1,2 22 0,-1-32 0,-1 0 0,0-1 0,0 1 0,1 0 0,-1-1 0,1 1 0,-1-1 0,1 1 0,0-1 0,0 1 0,0-1 0,0 1 0,0-1 0,0 0 0,0 1 0,0-1 0,0 0 0,1 0 0,-1 0 0,0 0 0,1 0 0,-1 0 0,1 0 0,-1-1 0,1 1 0,-1 0 0,1-1 0,0 1 0,1-1 0,6 2-1,0-1 1,-1 0-1,1 0 0,12-2 0,-8 1-2,-9 0 3,1 0-1,-1-1 1,0 1-1,0-1 1,0 0-1,-1 0 1,1-1-1,0 1 0,0-1 1,-1 0-1,1 0 1,0 0-1,-1 0 1,0 0-1,0-1 1,0 0-1,0 1 1,0-1-1,0 0 1,-1-1-1,1 1 0,-1 0 1,0-1-1,0 1 1,0-1-1,0 0 1,1-7-1,1-2 9,0 0-1,-1 0 1,-1-1 0,0 1-1,-1-25 1,0 47-9,0-1 1,0 1-1,1-1 1,0 0-1,1 0 1,0 0-1,0 0 1,0 0-1,1-1 0,1 1 1,-1-1-1,1 0 1,8 9-1,-8-10 1,0 0-1,1 0 0,0-1 0,0 0 1,0 0-1,0 0 0,1-1 1,0 0-1,0 0 0,0-1 1,0 1-1,1-2 0,-1 1 1,1-1-1,8 1 0,-5-1-23,1-1 0,-1-1 0,0 0 0,1-1 0,14-2 0,5-12-333</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7.478"/>
    </inkml:context>
    <inkml:brush xml:id="br0">
      <inkml:brushProperty name="width" value="0.05" units="cm"/>
      <inkml:brushProperty name="height" value="0.05" units="cm"/>
    </inkml:brush>
  </inkml:definitions>
  <inkml:trace contextRef="#ctx0" brushRef="#br0">0 1 31599,'0'0'1088,"14"92"-1088,-1-33 0,3 13 8,-6 2-8,-3-2 8,3-7-8,0-8 0,0-10-8,13-17-32,-3-6-168,9-15-4097</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7.797"/>
    </inkml:context>
    <inkml:brush xml:id="br0">
      <inkml:brushProperty name="width" value="0.05" units="cm"/>
      <inkml:brushProperty name="height" value="0.05" units="cm"/>
    </inkml:brush>
  </inkml:definitions>
  <inkml:trace contextRef="#ctx0" brushRef="#br0">7 0 32311,'0'0'421,"0"0"-421,0 0 1,0 1-1,0-1 0,0 0 0,0 0 0,0 0 0,0 0 1,0 0-1,0 1 0,0-1 0,0 0 0,0 0 0,0 0 1,0 0-1,-1 0 0,1 0 0,0 0 0,0 1 0,0-1 0,0 0 1,0 0-1,0 0 0,0 0 0,0 0 0,0 0 0,0 0 1,-1 0-1,1 0 0,0 1 0,0-1 0,0 0 0,0 0 0,0 0 1,0 0-1,0 0 0,-1 0 0,1 0 0,0 0 0,0 0 1,0 0-1,0 0 0,0 0 0,0 0 0,-1 0 0,1 0 1,0 0-1,0 0 0,0 0 0,0 0 0,0 0 0,0 0 0,-1 0 1,1 0-1,0 0 0,0-1 0,0 1 0,0 0 0,0 0 1,0 0-1,0 0 0,0 0 0,-1 0 0,1 0 0,0 0 0,0 0 1,0-1-1,0 1 0,-1 8 0,1 0 0,0 1 0,1-1 0,0 0 0,0 0 0,0 0 0,1 0 0,4 11 0,1 9 0,67 263 7,-72-281-72,0 0 0,-1 0 1,0 19-1,-1-19-619</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8.020"/>
    </inkml:context>
    <inkml:brush xml:id="br0">
      <inkml:brushProperty name="width" value="0.05" units="cm"/>
      <inkml:brushProperty name="height" value="0.05" units="cm"/>
    </inkml:brush>
  </inkml:definitions>
  <inkml:trace contextRef="#ctx0" brushRef="#br0">1 111 32407,'0'0'344,"231"-110"-344,-164 110 0,-8 0-8,-3 39-8,-23 32-16,-13 1-56,-20-10-392</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8.530"/>
    </inkml:context>
    <inkml:brush xml:id="br0">
      <inkml:brushProperty name="width" value="0.05" units="cm"/>
      <inkml:brushProperty name="height" value="0.05" units="cm"/>
    </inkml:brush>
  </inkml:definitions>
  <inkml:trace contextRef="#ctx0" brushRef="#br0">0 350 9794,'0'0'22885,"36"-3"-22877,120-13 0,-131 12-6,0-1-1,0-1 1,0-1-1,27-12 1,-26 10-2,7-3-27,-1-1-1,0-2 1,-1-1 0,-1-1-1,45-34 1,-70 47 25,-1-1 0,1 0 0,-1 0 0,0-1 0,0 1-1,-1-1 1,0 1 0,0-1 0,0 0 0,-1-1 0,0 1 0,0 0 0,0-1 0,-1 1 0,0-1 0,0 1-1,0-1 1,-1 1 0,0-1 0,-1 1 0,1-1 0,-4-11 0,3 16 119,0 6-51,-1 14-41,0 27-45,2-31 20,1 1 0,0-1 0,1 0 0,6 22 0,-7-33 0,-1 0 0,1 1-1,0-1 1,0 0 0,1 0 0,-1-1-1,1 1 1,-1 0 0,1 0 0,0-1-1,0 1 1,0-1 0,0 1 0,1-1-1,-1 0 1,0 0 0,1 0 0,0 0-1,-1 0 1,1-1 0,0 1 0,0-1-1,0 0 1,0 0 0,0 0 0,5 1-1,-3-2 3,0 0-1,0 0 0,0 0 0,0-1 0,-1 1 1,1-1-1,0 0 0,-1-1 0,1 1 1,0-1-1,-1 0 0,0 0 0,1-1 0,-1 1 1,0-1-1,0 0 0,3-4 0,-1 2-1,0-1 0,-1 0 0,0-1 1,-1 0-1,0 1 0,0-1 0,0-1 0,-1 1 0,5-14 0,-2-3 1,0 0 0,1-26 1,-5 40 1,2 1-10,0 14 0,19 46-7,-18-37 22,1 0-1,1-1 0,12 20 1,-16-29-28,1 0 0,-1 0 1,1 0-1,0 0 0,0 0 1,0-1-1,0 0 0,1 0 1,-1 0-1,1 0 0,0-1 1,0 0-1,10 3 0,14 0-769</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8.882"/>
    </inkml:context>
    <inkml:brush xml:id="br0">
      <inkml:brushProperty name="width" value="0.05" units="cm"/>
      <inkml:brushProperty name="height" value="0.05" units="cm"/>
    </inkml:brush>
  </inkml:definitions>
  <inkml:trace contextRef="#ctx0" brushRef="#br0">218 806 32023,'0'0'569,"1"7"-553,4 23 7,-4-23 2,-1-18 21,-1-5-44,-1 0 0,-1 1 0,0-1 0,-1 1 0,0-1 0,-2 1 0,1 1 0,-12-20-1,-3-10 0,8 14 0,-89-235 3,89 226-4,1-1 1,3-1-1,1 1 1,-2-79-1,9 116-1,1 0 1,0 0-1,-1 0 0,1 0 0,0 0 1,0 1-1,1-1 0,-1 0 1,1 1-1,-1-1 0,1 1 0,0 0 1,0-1-1,0 1 0,0 0 1,0 0-1,0 0 0,0 0 0,1 1 1,-1-1-1,1 1 0,0-1 1,-1 1-1,1 0 0,0 0 0,0 0 1,-1 0-1,7 0 0,-6 0 0,1 0-1,-1 0 0,0 1 0,0-1 0,1 1 1,-1 0-1,0 0 0,1 0 0,-1 1 0,0-1 1,0 1-1,1 0 0,-1 0 0,0 0 0,0 0 0,0 0 1,0 1-1,0-1 0,0 1 0,-1 0 0,1 0 1,0 0-1,-1 0 0,0 1 0,1-1 0,2 4 1,-1 4-40,0 0 0,0 0 1,-1 1-1,0-1 0,-1 1 1,0-1-1,0 14 0,-1 24-644</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9.073"/>
    </inkml:context>
    <inkml:brush xml:id="br0">
      <inkml:brushProperty name="width" value="0.05" units="cm"/>
      <inkml:brushProperty name="height" value="0.05" units="cm"/>
    </inkml:brush>
  </inkml:definitions>
  <inkml:trace contextRef="#ctx0" brushRef="#br0">0 102 31959,'0'0'720,"205"-39"-712,-112 12-8,-17 6-32,-17 6-168</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9.441"/>
    </inkml:context>
    <inkml:brush xml:id="br0">
      <inkml:brushProperty name="width" value="0.05" units="cm"/>
      <inkml:brushProperty name="height" value="0.05" units="cm"/>
    </inkml:brush>
  </inkml:definitions>
  <inkml:trace contextRef="#ctx0" brushRef="#br0">73 170 32103,'0'0'536,"20"-1"-529,63-3-5,-80 4-1,1 0-1,-1 0 1,0-1-1,0 1 1,1-1-1,-1 0 1,0 0-1,0 0 1,0 0-1,0 0 1,0-1-1,0 0 1,0 1-1,-1-1 0,1 0 1,-1 0-1,1-1 1,-1 1-1,0 0 1,1-1-1,2-5 1,-3 3-1,0 0-1,0-1 1,-1 0 0,0 1-1,0-1 1,0 0 0,-1 1 0,0-12-1,0 15 1,-1 0 0,1-1 0,0 1 0,-1 0 0,1 0 0,-1 0 0,0-1 0,0 1 0,1 0 0,-1 0-1,-1 0 1,1 0 0,0 0 0,0 1 0,-1-1 0,1 0 0,-4-2 0,1 1 0,0 0 0,0 0 0,0 1 0,0-1 0,-1 1 0,1 0 0,0 1 0,-8-3 0,6 3 0,0-1 0,1 1 0,-1 0 0,0 1 0,0 0 0,0 0 0,0 0 0,1 0 0,-1 1 0,0 0 0,0 0 0,1 1 0,-1-1 0,0 1 0,-5 4 0,4-2 0,1 1 1,0 0-1,0 0 0,0 1 1,1 0-1,0 0 0,0 0 0,1 1 1,-1-1-1,1 1 0,1 0 1,-5 13-1,3-7 1,1 1-1,1 0 1,0 0-1,1 0 1,0 0-1,1 19 1,1-30-1,0 0 0,0 0 0,1 0 0,-1 0 0,1 0 0,0 0 0,-1 0 0,1-1 0,1 1 0,-1 0 0,0 0 0,1-1 0,-1 1 0,1-1 0,0 1 0,-1-1-1,1 0 1,0 1 0,1-1 0,-1 0 0,0-1 0,1 1 0,-1 0 0,1-1 0,-1 1 0,1-1 0,0 0 0,0 1 0,-1-2 0,1 1 0,4 1 0,9 1-6,-1-1 0,1-1 0,0 0-1,27-3 1,-30 2-3,61-8-317,-7-10-875</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9.665"/>
    </inkml:context>
    <inkml:brush xml:id="br0">
      <inkml:brushProperty name="width" value="0.05" units="cm"/>
      <inkml:brushProperty name="height" value="0.05" units="cm"/>
    </inkml:brush>
  </inkml:definitions>
  <inkml:trace contextRef="#ctx0" brushRef="#br0">76 0 31919,'0'0'784,"-12"17"-776,-37 53-1,47-66-7,0 0 0,0 0 0,0 0 0,1 0 0,-1 1 0,1-1 0,0 0 0,0 1 1,1-1-1,-1 1 0,1-1 0,0 1 0,0-1 0,2 9 0,-1 5 0,-1-17 0,0 0 0,0 1 0,0-1 0,0 0-1,0 0 1,1 0 0,-1 1 0,0-1 0,1 0 0,-1 0 0,0 0 0,1 0-1,0 0 1,-1 0 0,1 0 0,-1 0 0,1 0 0,0 0 0,0 0 0,0 0-1,0 0 1,-1-1 0,1 1 0,0 0 0,0 0 0,1-1 0,-1 1 0,0-1-1,0 1 1,0-1 0,2 1 0,3 0-2,0 0 1,0-1-1,0 0 1,0 1-1,8-2 1,4 0-3,-10 0 2,0 1 1,0-1-1,0-1 1,0 0-1,0 0 1,0 0 0,-1-1-1,1 0 1,-1-1-1,0 0 1,0 0-1,12-9 1,-1-2-489,-1 0-1,0-2 1,18-23-1,1-8-5137</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49.919"/>
    </inkml:context>
    <inkml:brush xml:id="br0">
      <inkml:brushProperty name="width" value="0.05" units="cm"/>
      <inkml:brushProperty name="height" value="0.05" units="cm"/>
    </inkml:brush>
  </inkml:definitions>
  <inkml:trace contextRef="#ctx0" brushRef="#br0">27 49 31223,'0'0'1511,"-4"-11"-1503,-1-1-8,-7-13 1,8 31-1,3 24-1,1 4 1,1 1 0,2-1 0,9 41 0,7 7 1,32 162-1,-48-204-241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50.111"/>
    </inkml:context>
    <inkml:brush xml:id="br0">
      <inkml:brushProperty name="width" value="0.05" units="cm"/>
      <inkml:brushProperty name="height" value="0.05" units="cm"/>
    </inkml:brush>
  </inkml:definitions>
  <inkml:trace contextRef="#ctx0" brushRef="#br0">0 81 31351,'0'0'1312,"176"-32"-1312,-94 17 0,-12-6-32,-7 9-208</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50.540"/>
    </inkml:context>
    <inkml:brush xml:id="br0">
      <inkml:brushProperty name="width" value="0.05" units="cm"/>
      <inkml:brushProperty name="height" value="0.05" units="cm"/>
    </inkml:brush>
  </inkml:definitions>
  <inkml:trace contextRef="#ctx0" brushRef="#br0">57 144 30551,'0'0'2081,"15"2"-2061,-2 1-16,2 0 0,0 0 0,0-1 0,0-1-1,0-1 1,18 0 0,-29-1-3,-1 0-1,1 0 1,0 0 0,-1 0 0,1-1-1,-1 1 1,1-1 0,-1 0-1,0 0 1,1 0 0,-1-1-1,0 1 1,-1-1 0,1 1 0,0-1-1,-1 0 1,1 0 0,-1 0-1,0-1 1,2-4 0,-1 3-1,0-1 0,-1 0 0,0 0 0,0-1 0,-1 1 0,1 0 0,-1-1 1,-1 1-1,1 0 0,-1-1 0,-1-7 0,1 12 0,-1 1 0,1 0 0,-1 0 0,1 0 0,-1-1 1,1 1-1,-1 0 0,0 0 0,1 0 0,-1 0 0,0 0 0,0 0 0,0 0 0,0 1 0,0-1 1,0 0-1,0 0 0,0 1 0,0-1 0,-1 0 0,1 1 0,0 0 0,0-1 0,0 1 0,-1-1 1,1 1-1,0 0 0,-2 0 0,-42-2 5,35 2-6,3 0 0,-1 1 1,0 0-1,1 0 1,-1 0-1,0 1 1,1 0 0,0 1-1,-1 0 1,1 0-1,0 1 1,1-1-1,-1 1 1,1 1 0,-1-1-1,1 1 1,1 0-1,-7 8 1,5-6 0,1 1 1,0 0 0,1 0-1,0 1 1,0 0-1,0 0 1,1 0-1,1 0 1,0 0-1,0 1 1,1 0 0,0-1-1,-1 14 1,3-15-1,-1 53 5,1-58-4,1 1-1,-1 0 0,1-1 0,0 1 1,0-1-1,1 1 0,-1-1 0,1 1 1,-1-1-1,1 0 0,0 0 0,0 0 1,1 0-1,2 3 0,1 0 0,1-1 0,0 0 0,0-1 0,1 0 0,-1 0 0,1-1 0,0 1 0,-1-2 0,2 1 0,-1-1 0,0 0 0,12 0 0,12 1-1,0-2-1,35-3 0,-33 0-53,0-3 1,0 0-1,0-3 1,33-11 0,17-9-789</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09:51.002"/>
    </inkml:context>
    <inkml:brush xml:id="br0">
      <inkml:brushProperty name="width" value="0.05" units="cm"/>
      <inkml:brushProperty name="height" value="0.05" units="cm"/>
    </inkml:brush>
  </inkml:definitions>
  <inkml:trace contextRef="#ctx0" brushRef="#br0">266 476 31655,'0'0'1080,"-28"10"-1073,-92 35-5,113-42-1,1 0-1,0 0 0,-1 1 1,1 0-1,0 0 1,1 0-1,-1 1 0,1 0 1,0 0-1,0 0 0,1 0 1,-1 1-1,1 0 1,0 0-1,1 0 0,-1 1 1,-3 9-1,3-7 0,1-2 0,0 0 0,0 1 0,1-1 0,0 1 0,0 0 0,1-1 0,0 1 0,0 0 0,1 0 0,0 0 0,0-1 0,2 14 0,-1-20 0,-1 0 0,1 0 0,0 0 0,-1 0 0,1 0 0,0 0 0,0 0 0,-1 0 0,1 0 0,0 0 0,0-1 0,0 1 0,0 0 0,0 0 0,0-1 0,0 1 0,1-1 0,-1 1 0,0-1-1,0 1 1,0-1 0,1 0 0,1 0 0,32 2-4,-26-2 2,0 0 1,-1-1 0,0 1 0,0-1 0,0-1 0,1 0 0,-1 0 0,-1-1 0,1 1 0,0-2 0,-1 1 0,1-1 0,-1 0 0,11-10 0,-8 6-1,-1-1-1,0 0 1,-1 0-1,0-1 1,-1 0-1,0-1 1,0 1-1,6-16 1,0-4 0,-3 0 0,0-1 0,-2 0 0,-1 0 1,-2 0-1,3-46 0,-5-206 27,-3 278-22,0-1-1,-1 1 1,1-1-1,-1 1 1,0-1-1,0 1 1,-1 0-1,1-1 0,-1 1 1,-1 0-1,1 0 1,-6-9-1,8 14-2,-1 0 0,1 0 1,0 0-1,0 0 0,0-1 0,0 1 0,0 0 0,0 0 0,0 0 0,-1 0 0,1 0 0,0 0 0,0 0 0,0 0 0,0 0 0,0 0 0,0 0 1,-1 0-1,1 0 0,0 0 0,0 0 0,0 0 0,0 0 0,0 0 0,-1 0 0,1 0 0,0 0 0,0 0 0,0 0 0,0 0 0,0 0 0,0 0 1,-1 0-1,1 0 0,0 0 0,0 0 0,0 1 0,0-1 0,0 0 0,0 0 0,0 0 0,0 0 0,0 0 0,-1 0 0,1 0 0,0 0 0,0 1 1,0-1-1,0 0 0,0 0 0,0 0 0,0 0 0,0 0 0,0 1 0,0-1 0,0 0 0,0 0 0,0 0 0,0 0 0,0 0 0,-1 9-1,0-1 0,0 1 0,1-1 0,1 11 0,0 8 1,-1 34-1,7 226 7,-3-235-5,3-1 0,2 1-1,24 76 1,-29-115-9,-2-9-8,-1 0 0,1 1 1,-1-1-1,0 1 0,0-1 0,0 9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54.375"/>
    </inkml:context>
    <inkml:brush xml:id="br0">
      <inkml:brushProperty name="width" value="0.05" units="cm"/>
      <inkml:brushProperty name="height" value="0.05" units="cm"/>
    </inkml:brush>
  </inkml:definitions>
  <inkml:trace contextRef="#ctx0" brushRef="#br0">675 7 32159,'0'0'583,"-7"0"-567,-43-3-7,32 1-9,1 1 0,-1 0 0,1 2 0,-1 0 0,0 0 0,-33 9 0,22 2 0,1 0 0,0 2 0,1 2 0,1 0 0,0 2 0,-33 28 0,26-16 0,1 1 0,1 2 0,-49 69 0,72-91 0,0 0 0,2 1 0,-1 0 0,1 1 0,1 0 0,0 0 0,1 0 0,1 0 0,0 0 0,0 1 0,1 0 0,1 26 0,0-36 0,1 0 0,1 1 0,-1-1 0,1 0 0,-1 0 0,1 0 0,0 0 0,1 0 0,-1 0 0,1 0 0,-1 0 0,1-1 0,0 1 0,1-1 0,-1 1 0,1-1 0,-1 0 0,6 5 0,-2-3 0,1-1 0,0 1 0,0-2 0,0 1 0,1-1 0,-1 0 0,1 0 0,0-1 0,8 2 0,16 2 2,0-1 0,0-2-1,1-1 1,-1-1 0,1-2 0,-1-2-1,0 0 1,63-17 0,-51 8-55,0-3 0,-1-1 1,-1-2-1,-1-3 1,66-42-1,-50 23-831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54.884"/>
    </inkml:context>
    <inkml:brush xml:id="br0">
      <inkml:brushProperty name="width" value="0.05" units="cm"/>
      <inkml:brushProperty name="height" value="0.05" units="cm"/>
    </inkml:brush>
  </inkml:definitions>
  <inkml:trace contextRef="#ctx0" brushRef="#br0">84 198 32287,'0'0'376,"2"0"-368,5-1-6,1 1-1,-1-2 1,0 1 0,0-1 0,0 0-1,0 0 1,0-1 0,-1 0 0,1 0-1,-1-1 1,1 0 0,-1 0 0,-1 0-1,8-7 1,-8 6-1,0 1 1,-1-1-1,1 0 0,-1 0 0,-1 0 1,1 0-1,-1-1 0,1 1 1,-2-1-1,1 0 0,-1 0 1,0 0-1,0 0 0,0 0 0,-1-1 1,1-10-1,-2 15-1,1 0 1,-1 0-1,0 0 1,0-1-1,0 1 1,-1 0-1,1 0 1,0 0-1,-1 0 0,1 0 1,-1 0-1,0 0 1,1 1-1,-1-1 1,0 0-1,0 0 1,-3-3-1,1 4 1,1 0-1,-1 0 1,0 0 0,0 0-1,0 0 1,0 1 0,0-1-1,0 1 1,0 0 0,0 0-1,-5 1 1,0-1-1,0 0 0,1 1 0,-1 0 0,0 1 0,1 0 0,-1 0 0,1 1 0,0-1 0,0 1 0,0 1 0,0 0 0,0 0 0,1 0 0,-1 1 0,1 0 0,0 0 0,1 0 0,-7 9 0,5-6 0,1 1 0,0 0 0,0 1 0,1-1 0,1 1 0,-1 0 1,1 0-1,1 0 0,0 0 0,1 1 0,0 0 0,-1 19 0,2-22 1,1 1 0,0 0 0,0-1 0,1 1 0,0-1 0,3 10 0,-3-15-1,0 0 0,1 0 0,-1 0 0,1 0 0,0 0 0,0 0 0,0-1 0,0 1 0,1 0 0,-1-1 0,1 0 0,-1 1 0,1-1 0,0 0 0,0-1 0,0 1 0,5 2 0,8 1 0,0 0 0,1-1 0,-1-1 0,1 0 0,-1-1 0,1-1 0,0 0 0,18-3 0,-8 2-1,-11-1-52,-1 0 1,1-1-1,0-1 0,-1 0 1,0-1-1,0-1 1,0 0-1,0-1 1,16-9-1,5-9-1732</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55.188"/>
    </inkml:context>
    <inkml:brush xml:id="br0">
      <inkml:brushProperty name="width" value="0.05" units="cm"/>
      <inkml:brushProperty name="height" value="0.05" units="cm"/>
    </inkml:brush>
  </inkml:definitions>
  <inkml:trace contextRef="#ctx0" brushRef="#br0">6 1 32495,'0'0'264,"0"2"-259,-2 9-6,0 1 1,1-1-1,0 1 0,1 0 0,2 12 0,-1 10 1,2 41 1,4 0 1,3-1-1,3 0 0,4 0 1,43 119-1,-49-164-4,27 46-1,-38-75 3,0 0-1,0 1 1,0-1-1,0 1 1,0-1-1,0 0 1,0 1-1,1-1 1,-1 0-1,0 1 1,0-1-1,0 1 1,1-1-1,-1 0 1,0 0-1,0 1 1,1-1-1,-1 0 1,0 1-1,1-1 1,-1 0 0,0 0-1,1 0 1,-1 1-1,0-1 1,1 0-1,-1 0 1,1 0-1,-1 0 1,0 0-1,1 0 1,-1 0-1,1 0 1,-1 0-1,0 0 1,1 0-1,-1 0 1,1 0-1,-1 0 1,0 0-1,1 0 1,-1 0-1,1 0 1,-1 0-1,0-1 1,1 1-1,-1 0 1,0 0-1,1 0 1,-1-1-1,0 1 1,1 0-1,-1-1 1,0 1-1,0 0 1,1 0-1,-1-1 1,9-20-343,-2-8-787</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0:55.457"/>
    </inkml:context>
    <inkml:brush xml:id="br0">
      <inkml:brushProperty name="width" value="0.05" units="cm"/>
      <inkml:brushProperty name="height" value="0.05" units="cm"/>
    </inkml:brush>
  </inkml:definitions>
  <inkml:trace contextRef="#ctx0" brushRef="#br0">1 0 28238,'0'0'4509,"3"19"-4498,46 328-3,-35-235-7,-6-45-1,2-1 0,20 69 0,-28-122-49</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5.215"/>
    </inkml:context>
    <inkml:brush xml:id="br0">
      <inkml:brushProperty name="width" value="0.05" units="cm"/>
      <inkml:brushProperty name="height" value="0.05" units="cm"/>
    </inkml:brush>
  </inkml:definitions>
  <inkml:trace contextRef="#ctx0" brushRef="#br0">59 3019 31919,'0'0'799,"-10"13"-777,-32 36-11,36-43-1,5-11-7,7-11-1,12-16-2,33-50 1,-29 49-1,89-125 0,373-438 0,-342 447 0,294-235 0,-176 195 0,7 11 0,7 12 0,382-168 0,-261 168 0,810-226 0,-952 330 0,2 11 0,2 10 0,487-11 0,-729 51 0,1 1 0,-1 1 0,0 0 0,1 1 0,-1 1 0,0 0 0,0 1 0,-1 0 0,1 2 0,-1 0 0,18 9 0,-31-14 0,1 0 0,0-1 0,-1 1 0,1 0 0,-1 0 0,1 1 0,-1-1 0,0 0 0,1 0 0,-1 1 0,0-1 0,0 0 0,0 1 0,0-1 0,0 1 0,0 0 0,0-1 0,-1 1 0,1 0 0,0-1 0,-1 1 0,0 0 0,1 2 0,-20-10-1,-50-17-295,35 9-799</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5.597"/>
    </inkml:context>
    <inkml:brush xml:id="br0">
      <inkml:brushProperty name="width" value="0.05" units="cm"/>
      <inkml:brushProperty name="height" value="0.05" units="cm"/>
    </inkml:brush>
  </inkml:definitions>
  <inkml:trace contextRef="#ctx0" brushRef="#br0">126 7 32079,'0'0'679,"-7"-1"-671,4 0-8,-15-3 1,14 6-1,8 7 0,28 25 0,0-1 0,2-2 0,2-1 0,1-2 0,50 30 0,213 94 0,-277-142 0,-4-2 0,33 19 0,-52-27 0,0 0 0,1 0 0,-1 0 0,0 1 0,0-1 0,1 0 0,-1 0 0,0 0 0,1 0 0,-1 0 0,0 1 0,1-1 0,-1 0 0,0 0 0,0 1 0,1-1 0,-1 0 0,0 0 0,0 1 0,0-1 0,0 0 0,1 1 0,-1-1 0,0 0 0,0 0 0,0 1 0,0-1 0,0 0 0,0 1 0,0-1 0,0 0 0,0 1 0,0-1 0,0 1 0,0-1 0,0 0 0,0 1 0,0-1 0,0 0 0,0 1 0,0-1 0,-11 5 0,9-4 0,-13 5 0,-88 37 0,1 4 0,-104 66 0,-28 58-9,151-106-38</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6.825"/>
    </inkml:context>
    <inkml:brush xml:id="br0">
      <inkml:brushProperty name="width" value="0.05" units="cm"/>
      <inkml:brushProperty name="height" value="0.05" units="cm"/>
    </inkml:brush>
  </inkml:definitions>
  <inkml:trace contextRef="#ctx0" brushRef="#br0">2 0 32247,'0'0'512,"-1"8"-505,0 4-7,1-1 0,1 1 0,0-1 0,0 1 1,1-1-1,0 1 0,7 17 0,37 88 0,-36-94 0,15 33-3,2-2 1,37 55-1,-61-103-34,1 0-1,0 0 1,1-1 0,0 0-1,0 0 1,0 0 0,9 6-1,-10-10-775</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7.096"/>
    </inkml:context>
    <inkml:brush xml:id="br0">
      <inkml:brushProperty name="width" value="0.05" units="cm"/>
      <inkml:brushProperty name="height" value="0.05" units="cm"/>
    </inkml:brush>
  </inkml:definitions>
  <inkml:trace contextRef="#ctx0" brushRef="#br0">0 105 32423,'0'0'328,"22"-12"-321,-11 6-7,10-5 0,1 0 0,0 1 1,0 1-1,1 1 0,41-8 0,10 6 0,137-1 0,-207 10 0,0 1-1,1 0 1,-1 1 0,0-1-1,1 1 1,-1 0 0,0 0-1,0 0 1,0 0-1,0 1 1,0-1 0,0 1-1,0 0 1,4 4 0,-6-4-1,1 1 1,-1 0 0,0 0 0,0 0 0,0 0-1,0 0 1,-1 0 0,1 1 0,-1-1-1,0 0 1,0 1 0,0-1 0,0 1 0,-1-1-1,1 1 1,-1 0 0,0 4 0,0 2-1,-1 0 0,0 0 0,-1 0 0,0 0 0,-1-1 0,0 1 0,0-1 0,-1 1 0,0-1 0,0 0 0,-1-1 0,-1 1 0,1-1 1,-11 11-1,-9 10-8,-2-2 1,-40 33 0,65-58 7,-8 7-27,0 0 1,-1 0-1,0-1 1,-1 0 0,1-1-1,-1 0 1,-1-1-1,-25 9 1,22-14-485</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7.703"/>
    </inkml:context>
    <inkml:brush xml:id="br0">
      <inkml:brushProperty name="width" value="0.05" units="cm"/>
      <inkml:brushProperty name="height" value="0.05" units="cm"/>
    </inkml:brush>
  </inkml:definitions>
  <inkml:trace contextRef="#ctx0" brushRef="#br0">1 135 32375,'0'0'368,"14"0"-361,40-1-6,140 3-1,-187-2-1,0 1 1,0 0-1,-1 0 0,1 1 0,-1-1 1,1 2-1,-1-1 0,0 1 0,1 0 1,-1 0-1,-1 1 0,1-1 1,-1 1-1,1 1 0,-1-1 0,0 1 1,-1 0-1,1 0 0,-1 0 0,0 0 1,0 1-1,0 0 0,-1 0 1,0 0-1,0 0 0,-1 0 0,0 1 1,0-1-1,0 1 0,-1-1 0,0 1 1,0 0-1,-1 0 0,1-1 1,-2 1-1,1 0 0,-1 0 0,0-1 1,0 1-1,-1 0 0,1-1 0,-2 1 1,-4 10-1,3-10-4,-1 0 0,1-1 0,-1 0 0,-1 0 0,1 0 0,-1 0 0,0-1 0,0 0 0,-1 0 0,1-1 0,-8 4 0,8-5 4,1 0 1,-1-1-1,0 1 1,1-1-1,-1-1 1,0 1-1,0-1 0,0 0 1,0 0-1,-1-1 1,1 0-1,0 0 0,0 0 1,0-1-1,-8-1 1,12 1 2,0 0 0,-1 0 0,1-1 0,0 1 0,0 0 0,0-1 0,0 0 0,0 1 0,0-1 0,0 0 0,0 0 0,1 0 0,-1 0 0,1-1 0,-1 1 0,1 0 0,0-1 0,0 1 0,0 0 0,0-1 0,1 1 0,-1-1 0,0-3 0,-1-8 1,0 0 1,1 0-1,1-15 1,0 24-5,1-7 1,0 1 0,1 0 0,0-1 0,1 1 0,0 0 0,1 1 0,1-1 0,-1 1 0,1-1 0,1 1 0,0 1 0,14-18 0,-10 15 0,1 0 0,0 0 0,1 1 0,0 0 0,0 1 0,2 1 0,-1 0 0,25-12 0,-29 17 0,1 0-1,-1 1 1,1 0-1,-1 1 1,20-3-1,-26 5 1,0 0 0,-1-1 0,1 1-1,0 0 1,0 1 0,0-1 0,0 0 0,-1 1-1,1 0 1,0-1 0,-1 1 0,1 0 0,0 0-1,-1 1 1,1-1 0,-1 1 0,0-1-1,1 1 1,-1 0 0,0 0 0,0-1 0,0 2-1,0-1 1,3 4 0,23 58 0,-22-49 1,0 0 1,1-1 0,0 0-1,17 24 1,-20-34-3,-1 0 0,1 0 1,0-1-1,-1 0 0,1 1 1,1-1-1,-1-1 0,0 1 0,1-1 1,0 0-1,-1 0 0,1 0 0,0 0 1,0-1-1,0 0 0,0 0 1,0 0-1,0-1 0,8 0 0,-12 0 2,-1 0-1,1-1 1,-1 1-1,1-1 0,-1 1 1,1-1-1,-1 0 1,1 1-1,-1-1 0,1 1 1,-1-1-1,0 0 1,1 1-1,-1-1 0,0 0 1,0 0-1,1 1 1,-1-1-1,0 0 0,0 1 1,0-1-1,0 0 1,0 0-1,0 1 0,0-1 1,0-1-1,-1-30 8,1 22-5,1-17-4,-1 9 2,0-1 0,-2-18 0,1 33-3,0-1 0,0 0 1,0 1-1,0-1 0,-1 1 0,0-1 0,0 1 0,0 0 1,0 0-1,-1 0 0,1 0 0,-7-7 0,3 6-48,0 0 0,-1 1 0,1-1 0,-1 1 0,0 1 0,-1-1 0,1 1 0,-11-3 0,-15-1-1157</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8.006"/>
    </inkml:context>
    <inkml:brush xml:id="br0">
      <inkml:brushProperty name="width" value="0.05" units="cm"/>
      <inkml:brushProperty name="height" value="0.05" units="cm"/>
    </inkml:brush>
  </inkml:definitions>
  <inkml:trace contextRef="#ctx0" brushRef="#br0">179 1 32463,'0'0'264,"-179"170"-264,179-123 0,0 1 0,0-6 8,14-13-8,15-8-8,11-18 8,6-3-16,40-36-24,-13-5-72,-7-13-1136</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8.611"/>
    </inkml:context>
    <inkml:brush xml:id="br0">
      <inkml:brushProperty name="width" value="0.05" units="cm"/>
      <inkml:brushProperty name="height" value="0.05" units="cm"/>
    </inkml:brush>
  </inkml:definitions>
  <inkml:trace contextRef="#ctx0" brushRef="#br0">154 206 32127,'0'0'573,"-25"22"-563,-75 73-9,97-91-1,-1 0 0,1 0 0,0 0 0,0 0 0,0 1 0,0-1 0,-1 7 0,2 14 0,3-13 1,-1-10 0,-1 1-1,1 0 1,0 0-1,1-1 1,-1 1-1,0 0 1,1 0-1,0-1 1,-1 1-1,1 0 1,0-1-1,0 1 0,3 3 1,-2-4-2,0-1 1,0 0 0,0 1-1,0-1 1,0 0-1,0 0 1,0 0-1,0-1 1,0 1 0,1-1-1,-1 1 1,0-1-1,0 1 1,1-1-1,-1 0 1,0 0-1,4-1 1,4 0-8,1 0 0,-1-1 0,0 0 0,0-1 1,-1 0-1,1-1 0,-1 0 0,1 0 0,-1-1 0,0 0 0,-1-1 0,0 0 0,1 0 1,-2-1-1,1 0 0,-1 0 0,0-1 0,-1 0 0,1 0 0,-2-1 0,1 1 0,4-12 1,-7 13 10,-1 0-1,0 0 1,0 0 0,-1-1 0,0 1 0,0 0 0,0-1 0,-1 1 0,-1-8 0,1 0 73,0 15-49,0 8-10,0-6-17,0 0 1,0 0-1,0 0 0,1 0 0,-1 0 1,0 0-1,1 0 0,0 0 1,-1-1-1,1 1 0,0 0 0,0-1 1,0 1-1,0 0 0,0-1 1,1 1-1,-1-1 0,0 1 0,1-1 1,2 2-1,0 0 1,-1-1-1,1-1 1,0 1 0,0 0-1,-1-1 1,1 0-1,0 0 1,0 0 0,8 0-1,-4 0 0,0-1-1,0 0 0,0-1 1,0 0-1,0 0 1,0 0-1,0-1 0,0-1 1,-1 1-1,11-5 0,-10 2-30,-1 0-1,1-1 0,-1 1 0,0-1 0,0-1 1,-1 1-1,0-1 0,0 0 0,-1 0 1,0-1-1,0 0 0,0 0 0,-1 0 0,-1 0 1,1-1-1,-1 0 0,-1 1 0,1-1 1,-2 0-1,1 0 0,-1 0 0,0-15 0,-2 21 44,1 0-1,-1 0 0,1-1 0,-1 1 0,0 0 0,0 0 0,-1 0 0,1 1 0,-1-1 0,1 0 0,-1 0 0,0 1 1,0-1-1,0 1 0,0-1 0,0 1 0,-1 0 0,1 0 0,-1 0 0,1 0 0,-1 1 0,0-1 0,0 1 0,0-1 1,0 1-1,0 0 0,0 0 0,-4 0 0,-7-3 53,0 0 0,-1 2 1,1 0-1,-30 0 0,44 2-63,0 0-1,0 0 1,0 0 0,-1 0-1,1 0 1,0 0-1,0 0 1,0 0-1,-1 0 1,1 0 0,0 0-1,0 0 1,0 0-1,0 0 1,-1 0-1,1 0 1,0 0 0,0 0-1,0 1 1,0-1-1,0 0 1,-1 0-1,1 0 1,0 0 0,0 0-1,0 1 1,0-1-1,0 0 1,0 0-1,0 0 1,0 0 0,0 1-1,-1-1 1,1 0-1,0 0 1,0 0-1,0 0 1,0 1 0,0-1-1,0 0 1,0 0-1,0 0 1,0 1-1,5 10 4,10 9-5,2-8 3,1-1 0,0 0 0,1-2 0,0 0 0,1-1 0,0 0 0,20 3 0,-7-1 1,51 24 1,-82-34-4,-1 1 0,0-1 0,0 1 0,0 0 0,0-1 0,0 1 0,0 0 0,0 0 0,0 0 0,0 0 0,0-1 0,0 1 0,0 0 0,-1 1 0,1-1 0,0 0 0,0 2 0,-1-2 0,0 0 0,0 0 0,0-1 0,0 1 0,0 0-1,0 0 1,0 0 0,0-1 0,0 1 0,-1 0 0,1 0 0,0 0 0,-1-1 0,1 1 0,-1 0-1,1-1 1,0 1 0,-1 0 0,0-1 0,0 2 0,-3 1-3,0 0 0,0 1 0,0-1-1,-1-1 1,1 1 0,-7 2 0,-20 8-141,4-1-360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8.881"/>
    </inkml:context>
    <inkml:brush xml:id="br0">
      <inkml:brushProperty name="width" value="0.05" units="cm"/>
      <inkml:brushProperty name="height" value="0.05" units="cm"/>
    </inkml:brush>
  </inkml:definitions>
  <inkml:trace contextRef="#ctx0" brushRef="#br0">0 0 32255,'0'0'445,"4"28"-435,-4-20-10,5 34 2,2-1 0,2 0 0,15 46 0,46 149-1,-44-144-1,-23-82-109,-1 0 0,0 0 1,0 0-1,0 17 0,-2-47-1475</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9.119"/>
    </inkml:context>
    <inkml:brush xml:id="br0">
      <inkml:brushProperty name="width" value="0.05" units="cm"/>
      <inkml:brushProperty name="height" value="0.05" units="cm"/>
    </inkml:brush>
  </inkml:definitions>
  <inkml:trace contextRef="#ctx0" brushRef="#br0">0 67 31471,'0'0'1203,"9"-11"-1178,-1 0-24,1 1 1,15-15-1,-22 24-1,0 0 0,-1-1 0,1 1 0,0 1 0,0-1 0,0 0 0,0 0 0,0 1 0,1-1 0,-1 1 0,0 0 0,0 0 0,0-1 0,0 1 0,0 1 0,0-1 0,1 0 0,-1 0 0,0 1 0,0-1 0,0 1 0,0 0 0,0 0 0,0 0 0,0 0 0,0 0 0,3 2 0,2 2 0,1 1 0,-1 0-1,0 0 1,8 10 0,-10-10-2,0 1 0,0-1 0,-1 1 0,1 0 0,-1 0 0,-1 0 0,0 1 1,0-1-1,0 1 0,-1 0 0,0 0 0,0 0 0,-1 0 0,0 0 0,-1 0 1,0 13-1,0-17 1,-1 1 0,1 0 0,-1-1 0,0 1 1,-1 0-1,1-1 0,-1 1 0,0-1 1,0 0-1,0 1 0,0-1 0,-1 0 0,0 0 1,0-1-1,0 1 0,0-1 0,-1 1 0,-4 3 1,3-3-32,0-1 1,0 1 0,0-1 0,-1 0 0,1 0-1,-1-1 1,0 1 0,1-1 0,-1-1-1,0 1 1,0-1 0,-1 0 0,-7 0 0,9-1-940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1:59.883"/>
    </inkml:context>
    <inkml:brush xml:id="br0">
      <inkml:brushProperty name="width" value="0.05" units="cm"/>
      <inkml:brushProperty name="height" value="0.05" units="cm"/>
    </inkml:brush>
  </inkml:definitions>
  <inkml:trace contextRef="#ctx0" brushRef="#br0">168 377 32199,'0'0'493,"-27"24"-483,-83 78-9,106-98-1,0 0 0,1 0 0,0 0 0,-1 0 0,2 1 0,-1-1 0,-2 7 0,4-10 0,1 1 0,-1 0 0,1-1 0,0 1 0,0 0 0,0-1 0,0 1 0,0 0 0,0-1 0,0 1 0,1 2 0,0 6 0,-1-9 0,0 0 0,0 0 0,0 1 0,0-1 0,0 0 0,0 0 0,0 1 0,0-1 0,0 0 0,1 0 0,-1 0 0,1 0 0,-1 0 0,1 1 0,-1-1 0,1 0 0,-1 0 0,1 0 0,0 0 0,0 0 0,0-1 0,-1 1 0,3 1 0,0-1 0,-1 0 0,1 0 0,0-1 0,-1 1 0,1-1 0,0 0 0,-1 1 0,6-2 0,-2 1 0,-1 0-1,0-1 1,0 0-1,0 0 0,-1-1 1,1 1-1,-1-1 0,1 0 1,-1 0-1,1 0 0,-1-1 0,0 0 1,0 0-1,0 0 0,5-6 1,7-7-17,25-33 0,-34 40 12,-1 2 7,-1 0 0,0 0 0,0-1 0,-1 0 0,0 0 0,0 0 1,-1 0-1,0 0 0,0-1 0,-1 1 0,0-1 0,-1 0 0,0 0 1,1-10-1,-2 22-2,1-1 1,-1 1 0,1 0 0,0-1 0,0 1 0,1-1-1,-1 1 1,0-1 0,1 0 0,3 4 0,2 6-1,2 5 1,-6-10 0,1 0 0,-1 0-1,2 0 1,-1-1 0,1 1 0,0-1 0,0 0 0,8 7 0,-11-11-1,0-1 0,0-1 0,0 1 0,0 0 0,0 0 0,0-1-1,0 1 1,0-1 0,0 0 0,1 1 0,-1-1 0,0 0 0,0 0 0,0-1-1,0 1 1,0 0 0,1-1 0,-1 1 0,0-1 0,0 0 0,0 1 0,0-1-1,0 0 1,-1 0 0,1 0 0,0-1 0,0 1 0,-1 0 0,1-1 0,-1 1-1,1-1 1,-1 1 0,3-5 0,4-4-5,0-2-1,-1 1 1,0-1 0,5-12-1,-9 18 4,6-16-2,-1 0 0,-1 0 0,8-47 0,1-1 13,-16 68-7,1 0 0,0 0-1,-1-1 1,1 1 0,0 0-1,0 0 1,0 0 0,1 0-1,-1 0 1,0 0 0,1 1 0,-1-1-1,1 0 1,-1 1 0,1-1-1,0 1 1,0-1 0,2 0-1,-2 1 0,0 0-1,0 1 0,0 0 1,0 0-1,0-1 0,0 1 1,0 0-1,0 0 0,0 1 1,0-1-1,0 0 0,0 1 1,0-1-1,0 1 1,0 0-1,-1-1 0,1 1 1,0 0-1,0 0 0,-1 0 1,1 0-1,2 3 0,32 24 5,-22-16-4,1-1 0,0 0 1,25 13-1,-35-21-1,1-1 1,-1 0-1,1 0 1,0-1-1,-1 1 0,1-1 1,0 0-1,0-1 1,0 1-1,0-1 0,0-1 1,0 1-1,0-1 1,0 0-1,8-2 0,-9 1 1,1-1-1,-1 0 0,0 0 0,1 0 0,-2 0 1,1-1-1,0 0 0,-1 0 0,1 0 0,-1-1 1,0 1-1,0-1 0,-1 0 0,0 0 0,0 0 1,0-1-1,0 1 0,-1-1 0,2-5 1,1-4-4,0-1 1,-1 1 0,-1-1 0,-1 0 0,0 0 0,-1-17 0,-1 31 1,0 0 0,-1 0 1,1 0-1,-1 0 1,0 0-1,0 0 1,0 0-1,0 0 0,0 0 1,0 0-1,0 0 1,-1 0-1,1 1 0,-1-1 1,1 0-1,-1 1 1,0 0-1,1-1 0,-1 1 1,0 0-1,0 0 1,0 0-1,0 0 1,0 0-1,0 0 0,0 1 1,0-1-1,-1 1 1,1-1-1,-3 1 0,0-1 0,0 0 0,0 1 0,0-1-1,0 1 1,1 0 0,-1 1 0,0-1-1,0 1 1,0 0 0,0 0-1,1 1 1,-1-1 0,1 1 0,-6 2-1,4 1 3,0 0 0,1 0 0,-1 1 0,1-1 0,0 1 0,1 0 0,-1 1 0,1-1 0,0 1 0,1 0 0,0 0 0,0 0 0,-3 11 0,1 0 3,1-1-1,1 0 0,0 1 1,0 32-1,3-45-2,0 9 1,0 0 1,1 0 0,5 25 0,-5-35-2,0 0-1,0 0 1,1 0 0,0 0-1,0 0 1,0-1-1,0 1 1,0-1 0,1 1-1,0-1 1,-1 0 0,1 0-1,1 0 1,-1 0-1,0 0 1,6 2 0,2 1-1,1-1 0,-1-1 0,1 0 0,0 0 0,0-1 0,1-1 0,-1 0 0,1 0 1,21-2-1,4 0-10,67-11 1,-17-10-81,-13-3-249</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00.537"/>
    </inkml:context>
    <inkml:brush xml:id="br0">
      <inkml:brushProperty name="width" value="0.05" units="cm"/>
      <inkml:brushProperty name="height" value="0.05" units="cm"/>
    </inkml:brush>
  </inkml:definitions>
  <inkml:trace contextRef="#ctx0" brushRef="#br0">289 414 32367,'0'0'376,"19"-32"-369,59-100-6,-71 120-1,0-1 0,-1 0 0,9-27 0,-13 33 0,-1 0 0,0-1 0,-1 1 0,1 0 0,-2-8 0,1-7 0,-1 18 0,1 0-1,0 0 1,-1 0 0,0 0 0,0 0-1,0 0 1,0 0 0,-1 0 0,1 1-1,-1-1 1,0 1 0,0-1 0,0 1-1,-1 0 1,1-1 0,-1 1 0,0 0-1,0 1 1,0-1 0,0 1 0,0-1-1,0 1 1,-1 0 0,1 0 0,-1 0-1,0 1 1,1-1 0,-7-1-1,1 1 1,0 0-1,0 0 1,0 1-1,0 0 1,0 0-1,0 1 1,0 0-1,0 1 1,0 0-1,0 1 0,0-1 1,-11 5-1,7 0 1,1-1 0,1 2 0,-1-1 0,1 2-1,1 0 1,-1 0 0,1 0 0,-14 17 0,8-7 1,1 0 1,1 1 0,-23 41 0,32-50-2,0 0 1,1 0 0,1 0-1,0 1 1,0 0-1,1-1 1,0 1 0,1 0-1,0 0 1,0 0-1,1 0 1,3 19 0,-1-25-1,-1-1 0,0 1 0,1-1 0,0 0 0,0 0 0,0 0 0,0 0 0,1 0 0,0-1 0,-1 1 1,1-1-1,1 1 0,-1-1 0,0 0 0,1-1 0,0 1 0,-1 0 0,1-1 0,0 0 0,0 0 0,1 0 0,6 2 0,8 2 2,1 0 0,-1-2-1,37 4 1,277 3-1,-243-12-1,-89 1 0,1 0 0,0-1 0,-1 1 0,1 0 0,0 0 0,-1 1 0,1-1 0,0 0 0,-1 0 0,1 1 0,0-1 0,-1 1 0,1 0 0,-1-1 0,1 1 0,-1 0 0,1 0 0,-1 0 0,3 2 0,-3 0 0,0-1 0,0 1 0,0 0 0,-1 0 0,1 0 0,-1-1 0,0 1 0,0 0 0,0 0 0,0 4 0,0-6 0,-1 4 0,1-1 0,-1 1 0,0 0 0,0-1 0,-1 1 0,1-1 0,-1 1 0,0-1 0,0 0 0,-1 1 0,1-1 0,-1 0 0,0-1 0,-3 5 0,-8 6 0,0 0 0,-16 12 0,26-23 0,-7 6 0,1-1 0,-2 0 0,1 0 0,-1-2 0,0 1 0,0-2 0,-1 1 0,1-2 0,-1 0 0,0 0 0,-1-1 0,1-1 0,-1 0 0,-26 0 0,37-2 0,1 0 0,-1 0 0,1-1 0,-1 1 0,1-1 0,-1 0 0,1 0 0,-1 0 0,1 0 0,-1 0 0,1 0 0,0 0 0,0-1 0,0 0 0,0 1 0,0-1 0,0 0 0,0 0 0,0 0 0,1 0 0,-1 0 0,1 0 0,-1 0 0,1-1 0,0 1 0,0 0 0,0-1 0,0 1 0,0-1 0,1 1 0,-1-1 0,0-3 0,-1-10 0,1 1 0,0-1 0,1 0 0,2-18 0,-1 22 0,1 0 0,1 0 0,0-1 0,0 2 0,1-1 1,1 0-1,0 1 0,11-18 0,7-6-4,32-39-1,-24 33-11,15-23-72</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01.363"/>
    </inkml:context>
    <inkml:brush xml:id="br0">
      <inkml:brushProperty name="width" value="0.05" units="cm"/>
      <inkml:brushProperty name="height" value="0.05" units="cm"/>
    </inkml:brush>
  </inkml:definitions>
  <inkml:trace contextRef="#ctx0" brushRef="#br0">554 54 31823,'0'0'919,"-36"-11"-910,-6-3-6,-69-12 1,107 25-4,0 0 0,-1 1 0,1 0 0,0 0 0,-1 0 0,1 0 0,-1 1 0,1 0 0,0 0 0,0 0 0,0 0 1,-1 0-1,1 1 0,0 0 0,0 0 0,1 0 0,-1 0 0,-5 5 0,-17 13 0,2 1 0,0 1 0,1 0 0,2 2 0,0 1 0,1 1 0,2 0 0,-20 38 0,28-44 0,0 0 0,1 1 0,1 0 0,1 0 0,1 1 0,1 0 0,1 0 0,1 0 0,1 1 0,1-1 0,1 1 0,5 40 0,-4-56 0,0-1 0,1 1 0,0-1 0,0 1 0,1-1 0,0 0 0,0 0 0,0 0 0,1 0 0,0-1 0,0 1 0,0-1 0,0 0 0,11 8 0,-7-6 0,1-1 0,1-1 0,-1 1 0,1-2 0,-1 1 0,2-1 0,-1-1 0,16 4 0,12-1 0,-1-2 0,1-1-1,0-2 1,43-5 0,-31 1-16,1-2 1,-1-3-1,0-1 1,-1-3-1,0-2 1,-1-3-1,80-37 1,110-85-2246,-229 133 1892,93-60-8110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01.952"/>
    </inkml:context>
    <inkml:brush xml:id="br0">
      <inkml:brushProperty name="width" value="0.05" units="cm"/>
      <inkml:brushProperty name="height" value="0.05" units="cm"/>
    </inkml:brush>
  </inkml:definitions>
  <inkml:trace contextRef="#ctx0" brushRef="#br0">444 288 29886,'0'0'2654,"-31"-8"-2555,-99-23-54,121 29-42,1 0 0,-1 1 1,0 0-1,1 1 0,-1 0 0,0 0 0,0 1 0,1 0 0,-1 1 0,1 0 0,-1 0 0,-15 7 0,11-2 0,1 0 0,-1 2-1,1-1 1,0 2 0,-11 11-1,15-14 0,2-2-2,1-1 0,0 1 0,1 0 0,-1 0 0,1 1 0,0-1 0,0 1 0,0 0 0,1 0 0,0 0 0,0 0 0,1 1 0,0-1 1,0 1-1,0 0 0,1-1 0,0 1 0,0 0 0,1 0 0,0 0 0,1 10 0,0-15 0,-1 1 0,1-1 0,1 0 0,-1 0 0,0 0 0,0 0 0,1 0 0,0 0 0,-1-1 0,1 1 0,0 0 0,-1-1 0,1 1 0,0-1 0,0 0 0,0 1 0,1-1 0,-1 0 0,0 0 0,0-1 0,1 1 0,-1 0 0,0-1 0,1 1 0,-1-1 0,0 0 0,1 0 0,2 0 0,8 1 0,1-1-1,0 0 1,20-4 0,-25 3-1,0-1 0,-1-1 1,1 0-1,-1 0 1,1 0-1,-1-1 1,0-1-1,-1 1 0,1-1 1,-1 0-1,0-1 1,7-6-1,4-6 0,-1-1-1,-1-1 1,14-21-1,-28 39 3,0 0-1,0 0 0,0 1 0,1-1 0,-1 1 0,0-1 1,1 1-1,-1 0 0,1 0 0,-1 0 0,1 0 1,-1 1-1,1-1 0,0 1 0,-1-1 0,1 1 1,0 0-1,2 0 0,60 4 3,-43-2-3,-20-2 0,108 3-2,-97-4 1,-1-1 0,1 1 0,0-2 0,-1 0 0,1 0 0,17-9 0,-13 5-10,0-2 1,0 0-1,-1-1 1,0-1 0,28-25-1,-38 30 8,0 1 0,-1-1-1,0-1 1,0 1 0,0-1-1,-1 0 1,0 0 0,-1 0-1,1 0 1,-1-1 0,-1 0 0,1 1-1,-1-1 1,-1 0 0,0 0-1,1-14 1,-2 18 5,0 0 0,0 0 0,0 0 0,0 0-1,-1 0 1,0 0 0,0 0 0,0 0 0,0 0 0,-1 1 0,1-1 0,-1 0 0,0 1-1,-4-5 1,3 5 1,0 0-1,-1 0 1,1 0-1,-1 1 1,0-1-1,1 1 0,-1 0 1,0 0-1,-1 1 1,1-1-1,0 1 1,0 0-1,-6-1 1,-8-1-1,1 0 0,-1 2 1,0 0-1,0 0 0,-28 4 1,40-2-2,0 0-1,0-1 1,1 2 0,-1-1 0,0 1 0,0 0 0,1 0 0,-1 0 0,1 1 0,0 0 0,0 0-1,0 1 1,0-1 0,0 1 0,1 0 0,-1 0 0,1 0 0,0 1 0,-6 9 0,9-12-1,0 0 0,0 0 0,0-1 0,0 1 0,1 0 0,-1 0 0,1 0 0,-1 0 0,1 0 0,0-1 0,0 1 0,0 0 0,0 0 0,0 0 0,0 0 0,0 0 0,0 0 0,1 0 0,-1 0 0,1 0 0,0-1 0,-1 1 1,1 0-1,0 0 0,0-1 0,0 1 0,0 0 0,1-1 0,-1 1 0,0-1 0,1 0 0,-1 1 0,1-1 0,-1 0 0,1 0 0,-1 0 0,1 0 0,0 0 0,3 1 0,8 3 0,-1 0 0,1-1 0,0 0 0,21 2 0,-27-5 0,47 6 1,77 1 0,-79-7 2,94 14 0,-144-15-3,0 1 0,0-1-1,1 1 1,-1 0 0,0 0 0,0 0 0,0 0 0,0 0-1,0 0 1,0 1 0,0-1 0,0 0 0,-1 1-1,1 0 1,0-1 0,-1 1 0,2 2 0,-2-2-1,-1-1 1,1 1 0,0-1 0,-1 1 0,0-1 0,1 1-1,-1 0 1,0-1 0,0 1 0,0-1 0,0 1 0,0 0-1,0-1 1,0 1 0,0 0 0,-1-1 0,1 1-1,-1-1 1,1 1 0,-1-1 0,0 1 0,0-1 0,1 1-1,-1-1 1,-2 2 0,-2 3-1,0-1 0,0 1 0,-1-1 0,0-1 0,0 1 0,0-1 0,0 0 0,-1-1 0,-9 5 0,-9 2-136,-34 9 0,13-8-659</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02.221"/>
    </inkml:context>
    <inkml:brush xml:id="br0">
      <inkml:brushProperty name="width" value="0.05" units="cm"/>
      <inkml:brushProperty name="height" value="0.05" units="cm"/>
    </inkml:brush>
  </inkml:definitions>
  <inkml:trace contextRef="#ctx0" brushRef="#br0">1 1 32591,'0'0'143,"11"36"-135,2 8-7,4 12-1,2-1 0,27 55 0,167 292-4,-207-394-104,-11-15-2,-9-16-563,-11-9-2161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02.444"/>
    </inkml:context>
    <inkml:brush xml:id="br0">
      <inkml:brushProperty name="width" value="0.05" units="cm"/>
      <inkml:brushProperty name="height" value="0.05" units="cm"/>
    </inkml:brush>
  </inkml:definitions>
  <inkml:trace contextRef="#ctx0" brushRef="#br0">1 104 32127,'0'0'589,"26"-16"-573,91-50-13,-108 62-3,0 1 0,0-1 0,0 2 0,1-1 0,-1 1 0,1 1 0,0 0 0,-1 0 0,1 1 0,15 1 0,2 0 0,-15-1 0,-1 0 0,1 0 0,0 2 0,0-1 0,-1 1 0,18 6 0,-26-7 0,0 1 0,0-1 0,0 1 0,0 0 0,-1-1 0,1 1 0,-1 1 0,1-1 0,-1 0 0,0 0 0,1 1 0,-1 0 0,0-1 0,-1 1-1,1 0 1,0 0 0,-1 0 0,0 0 0,0 0 0,0 0 0,0 0 0,0 0 0,0 1 0,-1-1 0,0 0 0,0 1 0,0 4 0,0-2-2,-1 0 1,0-1-1,0 1 1,-1-1-1,0 1 1,0-1-1,0 0 1,0 0-1,-1 0 0,0 0 1,0 0-1,0 0 1,-1-1-1,1 0 1,-1 1-1,0-2 1,-1 1-1,1 0 1,-6 3-1,-12 8-28,0-1 0,-45 20-1,-32 9-668,67-32-783</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03.333"/>
    </inkml:context>
    <inkml:brush xml:id="br0">
      <inkml:brushProperty name="width" value="0.05" units="cm"/>
      <inkml:brushProperty name="height" value="0.05" units="cm"/>
    </inkml:brush>
  </inkml:definitions>
  <inkml:trace contextRef="#ctx0" brushRef="#br0">226 426 32495,'0'0'231,"-31"10"-223,-96 38-7,124-47-1,0 0 0,-1 1 0,1-1 0,0 1 0,0 0 0,0 0 0,0 0 0,0 0 0,1 0 0,-1 1 0,0-1 0,1 1 0,0 0 0,0 0 0,0-1 0,0 2 0,0-1 0,0 0 0,1 0 0,0 0 0,-1 1 0,1-1 0,1 1 0,-2 4 0,0 3 0,-1 5 0,0 1 0,2-1 0,0 32 0,1-34 0,0-12 0,0 0 0,0 0 0,1 0 0,-1 0 0,0 0 0,1 0-1,0 0 1,-1 0 0,1-1 0,0 1 0,0 0 0,0 0 0,0-1 0,0 1 0,0 0 0,1-1 0,-1 1 0,0-1 0,1 1-1,-1-1 1,1 0 0,0 0 0,-1 0 0,1 0 0,0 0 0,0 0 0,0 0 0,0 0 0,-1-1 0,4 1 0,-1 0-1,1 0 1,-1 0 0,1-1-1,0 0 1,-1 0 0,1 0-1,-1-1 1,1 1 0,0-1 0,-1 0-1,1 0 1,-1-1 0,7-2-1,-1-2 0,0 0-1,-1-1 1,0 0 0,0 0-1,0-1 1,-1 0-1,0-1 1,0 0-1,6-11 1,0 0-10,0-1 1,-2-1 0,12-30-1,-22 47 11,0 0-1,-1 0 1,0 0-1,0 0 0,0 0 1,0-1-1,-1 1 1,0-8-1,0 6 6,0 7 9,2 11-5,1-5-9,0 1 0,1-1 0,0 0 0,0 0 0,0 0 0,1-1 0,0 1 0,0-1-1,0 0 1,0-1 0,1 1 0,0-1 0,0 0 0,0-1 0,1 1 0,-1-1 0,1 0 0,0-1 0,0 0 0,0 0 0,0 0 0,0-1 0,8 1 0,-11-2-2,0 0-1,1 0 1,-1 0 0,0-1 0,0 1 0,1-1 0,-1 0 0,0 0-1,0-1 1,5-1 0,-7 1-1,0 0-1,0 0 0,1 0 1,-1 0-1,0-1 0,-1 1 1,1 0-1,0-1 0,-1 0 1,0 1-1,1-1 1,-1 0-1,0 0 0,0 0 1,-1 1-1,2-4 0,3-21 0,-1 1 0,-2 0 0,0-1 0,-2 1 0,-3-40 0,-3 39 58,6 27-54,0 0 0,0-1 1,-1 1-1,1 0 1,0 0-1,0 0 0,0 0 1,0 0-1,0-1 0,0 1 1,0 0-1,0 0 1,0 0-1,0 0 0,-1-1 1,1 1-1,0 0 0,0 0 1,0 0-1,0-1 1,0 1-1,0 0 0,0 0 1,0 0-1,0 0 0,1-1 1,-1 1-1,0 0 1,0 0-1,0 0 0,0 0 1,0-1-1,0 1 0,0 0 1,0 0-1,0 0 1,1 0-1,-1-1 0,0 1 1,0 0-1,0 0 0,0 0 1,0 0-1,1 0 1,-1 0-1,0 0 0,0 0 1,0-1-1,0 1 0,1 0 1,-1 0-1,0 0 1,0 0-1,0 0 0,0 0 1,1 0-1,-1 0 1,0 0-1,0 0 0,0 0 1,1 0-1,-1 0 0,0 0 1,0 1-1,2-1 1,4 1-1,-1 0 1,1 0-1,0 0 0,-1 1 1,1 0-1,-1 0 1,0 0-1,0 1 0,0 0 1,0 0-1,8 6 0,54 49 9,-45-37-6,-3-5 2,-10-8-3,0-1-1,-1 1 0,0 0 1,0 1-1,-1 0 0,11 16 1,-12 4-22,-5-28 20,-1 0-1,0 0 0,0-1 1,0 1-1,0 0 0,-1 0 1,1 0-1,0 0 0,0-1 1,0 1-1,-1 0 0,1 0 1,0-1-1,-1 1 0,1 0 1,-1 0-1,1-1 0,-1 1 1,1 0-1,-1-1 0,1 1 1,-1-1-1,0 1 0,1-1 1,-1 1-1,0-1 0,1 1 1,-1-1-1,0 0 0,0 1 1,1-1-1,-1 0 0,0 0 1,0 1-1,0-1 0,0 0 1,1 0-1,-3 0 0,2-5 7,1-3-6,1-1 0,1 0 0,-1 1 0,1-1 0,1 1 0,0 0 1,0 0-1,0 0 0,1 0 0,0 0 0,9-11 0,9-10 0,39-41-1,-30 36 1,-4 5-2,-2 2-21,35-49 1,-54 68 3,-1 0-1,-1 0 1,1 0-1,-1-1 1,0 0-1,-1 0 1,0 0-1,-1 0 1,0 0 0,0 0-1,0-15 1,-2 23 19,0 0 1,-1 0 0,1-1 0,-1 1-1,1 0 1,-1 0 0,0 0 0,1-1 0,-1 1-1,0 0 1,0 0 0,0 0 0,0 0-1,0 0 1,0 1 0,0-1 0,0 0 0,0 0-1,0 1 1,0-1 0,0 1 0,-1-1-1,1 1 1,0-1 0,0 1 0,-1 0 0,1-1-1,0 1 1,-1 0 0,1 0 0,0 0-1,-1 0 1,-1 0 0,-52 4 122,46-2-114,0 1-1,0-1 1,0 2 0,1-1-1,0 1 1,-1 0 0,1 1 0,1 0-1,-1 1 1,1-1 0,0 1-1,0 1 1,0-1 0,-7 11-1,7-8-5,1-1-1,0 1 0,0 0 0,1 0 0,0 0 0,1 1 0,0 0 0,0 0 0,1 0 0,1 0 0,0 0 0,-2 15 0,4-15-1,-1-2 1,1-1 1,0 0-1,0 1 0,3 14 0,-2-20-2,0 0 1,0 0 0,0 1-1,0-1 1,0 0-1,0 0 1,0 0-1,1 0 1,-1-1-1,1 1 1,0 0 0,-1-1-1,1 1 1,0-1-1,0 1 1,0-1-1,0 0 1,0 1-1,2 0 1,5 1 0,0 0 0,0-1-1,1 0 1,-1 0 0,0-1 0,1 0 0,-1-1-1,14-1 1,-10 1-1,32-1-46,-1-3-1,1-2 1,-1-1 0,45-14 0,-71 16-33,72-16-970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03.984"/>
    </inkml:context>
    <inkml:brush xml:id="br0">
      <inkml:brushProperty name="width" value="0.05" units="cm"/>
      <inkml:brushProperty name="height" value="0.05" units="cm"/>
    </inkml:brush>
  </inkml:definitions>
  <inkml:trace contextRef="#ctx0" brushRef="#br0">315 302 32231,'0'0'511,"12"-13"-503,39-47-7,-46 53-1,-1 0 0,0 0 0,-1-1 0,1 0 0,-1 0 0,-1 0 0,1 0 0,-2 0 0,1 0 0,-1 0 0,0-1 0,-1 1 0,0-1 0,0 1 0,-1 0 0,-3-17 0,4 22 0,-1 0 0,0 0 0,0 0 0,0 0 0,0 0 0,0 0 0,-1 0 0,1 0 0,-1 0 0,0 1 0,0-1 0,0 1 0,0-1 0,0 1 0,-1 0 0,-2-3 0,0 2 0,-1 0 0,1 0 0,-1 0 0,1 0 0,-1 1 0,0 0 0,0 0 0,-7 0 0,1 0 0,1 0-1,-1 1 0,0 1 0,0 0 0,1 1 1,-1 0-1,1 1 0,-23 6 0,21-4 2,1 2-1,0 0 0,1 0 1,-1 1-1,1 0 0,1 1 1,-1 0-1,1 1 0,1 0 1,-1 1-1,-13 19 0,17-21 1,0 0-1,1 0 0,1 1 0,-1 0 0,1 0 0,1 0 0,-1 0 1,2 0-1,-1 1 0,1-1 0,1 1 0,0 0 0,0-1 1,1 1-1,0 0 0,3 19 0,-1-23 0,0-1 0,0 1 0,1-1 0,-1 1 0,1-1 0,1 0 0,-1 0 0,1-1 0,0 1 0,0-1 0,0 1 0,0-1 0,1 0 0,0-1 0,0 1 0,7 3 0,11 6 0,0-2 0,33 13 0,76 15 5,-103-33-4,-1 1-1,0 2 1,-1 0-1,0 2 1,43 24-1,-66-33 0,-1 0 0,0 1 0,0-1-1,0 1 1,0-1 0,0 1 0,-1 0 0,1 0 0,-1 0-1,0 0 1,0 0 0,0 1 0,0-1 0,-1 1 0,1-1-1,-1 1 1,0-1 0,0 1 0,0 0 0,0 0 0,-1 0 0,1-1-1,-1 1 1,0 0 0,-1 0 0,1 0 0,0 0 0,-1-1-1,0 1 1,0 0 0,0 0 0,-1-1 0,1 1 0,-1-1-1,0 1 1,1-1 0,-2 0 0,1 0 0,0 0 0,-1 0 0,-4 5-1,-8 3 2,0-1-1,-1 0 1,0-1-1,-1-1 0,0 0 1,0-1-1,-1-1 1,0-1-1,0-1 0,0 0 1,0-1-1,-1-1 1,1-1-1,-1 0 1,-22-3-1,38 2 0,0-1 0,0 0 0,0 1 0,0-1 1,1 0-1,-1 0 0,0-1 0,1 1 0,-1-1 0,0 1 0,1-1 0,0 0 0,-1 0 1,1 0-1,0 0 0,0 0 0,0 0 0,0-1 0,1 1 0,-1-1 0,1 1 0,-1-1 0,1 0 1,0 1-1,0-1 0,-1-6 0,-1-5 1,0 0 0,1 0 0,1 0 0,1-19 0,0 29-1,1-7 0,0 1 0,0-1 0,1 1 0,1 0 0,0 0 0,0 0 0,1 0 0,0 0 0,1 1 0,9-15 0,7-7-2,40-46 0,-34 46-2,22-30-11,-13 12-26</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2.708"/>
    </inkml:context>
    <inkml:brush xml:id="br0">
      <inkml:brushProperty name="width" value="0.05" units="cm"/>
      <inkml:brushProperty name="height" value="0.05" units="cm"/>
    </inkml:brush>
  </inkml:definitions>
  <inkml:trace contextRef="#ctx0" brushRef="#br0">10 1 32527,'0'0'208,"-2"20"-201,-3 54-4,3-1 0,11 113 0,19-44-1,-16-91-80,-2 1 0,6 100 0,-16-146-490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3.011"/>
    </inkml:context>
    <inkml:brush xml:id="br0">
      <inkml:brushProperty name="width" value="0.05" units="cm"/>
      <inkml:brushProperty name="height" value="0.05" units="cm"/>
    </inkml:brush>
  </inkml:definitions>
  <inkml:trace contextRef="#ctx0" brushRef="#br0">1 80 32047,'0'0'671,"14"-7"-663,18-7-7,1 2 1,0 1 0,1 2 0,-1 2 0,51-6-1,10 7 2,106 6 0,-185 0-4,-1 2 0,0 0 0,0 1-1,-1 0 1,1 1 0,0 0 0,-1 1 0,0 1 0,16 9 0,-24-12 0,1 1 1,0-1-1,-1 1 0,0 0 0,0 1 0,0-1 0,-1 1 1,0 0-1,0 0 0,0 0 0,0 1 0,-1 0 1,0-1-1,0 1 0,0 0 0,-1 0 0,0 1 0,0-1 1,0 0-1,-1 1 0,0-1 0,0 9 0,-1-11 1,0 0 0,-1 0 0,0 0 0,1 0 0,-1 0 0,-1-1 0,1 1 0,-1 0 0,1-1 0,-1 1 0,0-1 0,0 1 0,0-1 0,-1 0 0,1 0-1,-1 0 1,0 0 0,0-1 0,0 1 0,0-1 0,0 0 0,0 1 0,-4 0 0,-10 6-2,0-1 0,-1-2-1,-30 9 1,18-6-6,-19 5-92,0-2 1,0-2 0,-1-2 0,-81 1 0,80-8-828</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3.682"/>
    </inkml:context>
    <inkml:brush xml:id="br0">
      <inkml:brushProperty name="width" value="0.05" units="cm"/>
      <inkml:brushProperty name="height" value="0.05" units="cm"/>
    </inkml:brush>
  </inkml:definitions>
  <inkml:trace contextRef="#ctx0" brushRef="#br0">1 99 18868,'0'0'13824,"27"-1"-13814,-6 0-10,165-6-2,-168 7-2,3 0 0,-1 0 0,1 1-1,-1 1 1,38 8 0,-53-8 2,-1-1 1,1 0 0,-1 1 0,0 0-1,0 0 1,1 1 0,-1-1 0,-1 1 0,1-1-1,0 1 1,-1 1 0,1-1 0,-1 0-1,0 1 1,0-1 0,-1 1 0,1 0 0,-1 0-1,1 0 1,-1 1 0,-1-1 0,1 0-1,-1 1 1,1-1 0,-1 1 0,0-1 0,0 8-1,0-7 2,0 0-1,-1 0 0,1 0 1,-1 0-1,0 0 0,0 0 1,-1 0-1,0 0 0,0 0 1,0 0-1,0 0 0,-1 0 1,1 0-1,-1 0 0,-1-1 1,1 1-1,-1-1 0,0 1 1,0-1-1,0 0 0,-7 7 1,2-3-5,-1 0 1,0 0-1,0 0 1,-1-2 0,0 1-1,0-1 1,-1 0-1,1-1 1,-1 0-1,0-1 1,-1 0 0,1-1-1,-1 0 1,0-1-1,-14 1 1,25-3 5,0 0 1,0 0-1,-1 0 0,1-1 1,0 1-1,0 0 0,0 0 1,0-1-1,0 1 0,0-1 1,0 1-1,0-1 0,0 1 1,0-1-1,0 0 0,0 0 0,1 1 1,-1-1-1,0 0 0,0 0 1,1 0-1,-2-1 0,1-1 1,-1 0 0,1 0 0,0 0 0,0 0 0,0-1 0,0 1 0,0-6 0,0-7 2,0 0 0,3-23-1,-1 29 0,1 0-3,-1 0 1,2 1-1,0-1 1,0 1-1,0 0 0,1 0 1,1 0-1,-1 0 1,1 1-1,1 0 0,0 0 1,0 0-1,0 0 1,1 1-1,0 0 0,1 1 1,-1 0-1,11-7 1,2 0-6,0 1 1,0 1-1,1 1 1,0 0-1,1 2 0,41-11 1,-38 14-2,0 1 0,0 2 0,29 0 0,-52 2 4,1 0 1,-1 0-1,0 0 1,0 0-1,0 1 1,1-1-1,-1 1 0,0-1 1,0 1-1,0 0 1,0 0-1,0 0 1,0 0-1,0 0 0,0 1 1,0-1-1,-1 0 1,1 1-1,0-1 1,-1 1-1,0 0 0,1 0 1,-1-1-1,0 1 1,0 0-1,1 0 1,-2 0-1,1 0 0,0 0 1,1 4-1,0 5-1,0 0 0,-1 0 0,0 1-1,-1-1 1,-1 12 0,1-2 7,0 114 3,-1-132-9,1-1-1,0 1 1,0-1 0,0 1 0,1-1 0,-1 1 0,1-1 0,-1 0 0,1 1 0,0-1 0,0 0-1,0 1 1,0-1 0,0 0 0,2 2 0,-1-2-4,0-1 1,0 0-1,0 0 0,0 1 1,0-1-1,0 0 0,0-1 0,0 1 1,1 0-1,-1-1 0,0 1 1,0-1-1,1 1 0,-1-1 0,0 0 1,5-1-1,-3 1 8,0-1 0,0 0 0,0 0 0,0 0 0,-1 0 1,1-1-1,0 0 0,-1 0 0,0 0 0,1 0 0,-1 0 0,0 0 0,0-1 0,0 0 0,0 0 0,-1 0 1,1 0-1,-1 0 0,1 0 0,-1 0 0,0-1 0,-1 1 0,3-6 0,1-1 12,-1 0 0,0-1 0,-1 1 0,0 0 0,-1-1 0,0 0-1,1-20 1,-3 28-12,0-10 13,0 0-1,-1-1 1,-4-21-1,4 30-13,-1 1 0,0-1 0,1 1 0,-1 0-1,-1-1 1,1 1 0,0 0 0,-1 1 0,0-1 0,0 0 0,0 1 0,-1 0-1,-6-6 1,4 4-18,-1 0 1,0 1-1,1 0 0,-1 0 0,-1 1 0,1 0 1,0 0-1,-1 1 0,1 0 0,-1 0 0,0 0 0,0 1 1,0 1-1,0-1 0,1 1 0,-1 0 0,-8 2 1,14-2-18,0 0 1,0 1 0,1-1 0,-1 0-1,0 1 1,1 0 0,-1-1 0,0 1-1,1 0 1,-1 0 0,1-1 0,-1 1 0,1 1-1,0-1 1,-1 0 0,1 0 0,0 0-1,0 1 1,0-1 0,0 0 0,0 1-1,0-1 1,0 1 0,-1 1 0,-3 16-863</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3.952"/>
    </inkml:context>
    <inkml:brush xml:id="br0">
      <inkml:brushProperty name="width" value="0.05" units="cm"/>
      <inkml:brushProperty name="height" value="0.05" units="cm"/>
    </inkml:brush>
  </inkml:definitions>
  <inkml:trace contextRef="#ctx0" brushRef="#br0">183 0 32311,'0'0'352,"-182"122"-352,182-89 0,0 0 0,0-7 0,16-2-8,21-9-8,12-6 0,11-9 0,12 0-24,38-30-80,-14-5-152,-14-1-2057</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4.351"/>
    </inkml:context>
    <inkml:brush xml:id="br0">
      <inkml:brushProperty name="width" value="0.05" units="cm"/>
      <inkml:brushProperty name="height" value="0.05" units="cm"/>
    </inkml:brush>
  </inkml:definitions>
  <inkml:trace contextRef="#ctx0" brushRef="#br0">282 0 32047,'0'0'536,"-30"2"-484,-97 6-19,122-8-31,-1 1-1,1 0 0,0 0 0,0 0 0,-1 0 0,1 1 1,0-1-1,0 1 0,1 1 0,-1-1 0,0 1 1,1 0-1,-1 0 0,1 0 0,0 0 0,0 1 1,0 0-1,1-1 0,-1 1 0,1 1 0,0-1 1,0 0-1,-3 8 0,2-2-2,1 1 0,0 0-1,1 0 1,0 1 0,1-1-1,0 0 1,1 19 0,0-28-1,-1 1 0,1 0-1,0-1 1,1 1 0,-1-1 0,0 1 0,1-1-1,-1 1 1,1-1 0,0 1 0,0-1-1,0 0 1,0 1 0,0-1 0,1 0 0,-1 0-1,3 3 1,-1-3-1,0 0-1,0 0 1,0-1-1,0 0 1,0 1 0,0-1-1,1 0 1,-1-1-1,0 1 1,0-1-1,1 1 1,-1-1-1,5 0 1,2 1-3,0-1 0,0-1 0,-1 1 1,1-1-1,0-1 0,0 0 0,0 0 0,-1-1 0,11-5 0,-13 5 3,0-1-1,0-1 0,-1 1 0,1-1 0,-1 0 1,0-1-1,0 1 0,-1-1 0,0 0 1,0-1-1,7-11 0,-8 11 19,0-1 0,-1 0 0,0 0 0,0 0 0,-1 0 0,0-1 0,0 1 0,-1-1 0,0 1 0,-1-1 0,-1-15 0,2 30-15,0-1-1,0 1 1,0-1 0,1 1 0,0-1-1,0 1 1,0-1 0,1 0 0,-1 0-1,1 0 1,0-1 0,1 1 0,-1-1-1,1 1 1,5 4 0,-1-1-1,1-1 0,-1 0 0,1 0 1,0-1-1,0 0 0,1-1 0,13 6 0,-6-6-3,1 0-1,-1-1 1,1 0-1,0-2 0,0 0 1,25-1-1,-7-3-97,0 0 1,39-10-1,-49 7-573,40-15 0,10-12-2792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4.670"/>
    </inkml:context>
    <inkml:brush xml:id="br0">
      <inkml:brushProperty name="width" value="0.05" units="cm"/>
      <inkml:brushProperty name="height" value="0.05" units="cm"/>
    </inkml:brush>
  </inkml:definitions>
  <inkml:trace contextRef="#ctx0" brushRef="#br0">280 17 31719,'0'0'855,"-29"-3"-801,-94-9-14,116 11-36,0 0-1,0 1 1,0 0 0,0 0-1,0 1 1,0 0-1,-12 3 1,16-3-3,0 1-1,0 0 1,0-1-1,0 1 1,0 1 0,0-1-1,1 0 1,-1 1-1,-3 4 1,2-3-1,1-1 0,1 0 0,-1 1 0,1-1 0,0 0 0,0 1-1,1-1 1,-1 1 0,1 0 0,-1-1 0,1 1 0,0 0 0,1 0 0,-1 0 0,1 0 0,0 0 0,0 4-1,0-6 0,0 1 0,0 0 0,1 0-1,-1-1 1,1 1 0,0 0 0,-1-1-1,1 1 1,0-1 0,1 1 0,-1-1-1,0 0 1,1 1 0,0-1-1,-1 0 1,1 0 0,0 0 0,0 0-1,0 0 1,0 0 0,0-1 0,4 3-1,12 3 0,1-1-1,-1-1 1,1 0-1,1-1 0,-1-2 1,0 0-1,1 0 1,21-3-1,14 3 8,-52-2-6,-1 0 1,1 0-1,-1 1 0,0-1 1,1 1-1,-1 0 1,1-1-1,-1 1 1,0 0-1,3 2 0,-5-3 1,1 0-1,-1 1 0,1-1 0,-1 0 1,1 1-1,-1-1 0,1 1 0,-1-1 1,0 1-1,1-1 0,-1 1 0,0-1 1,1 1-1,-1 0 0,0-1 0,0 1 0,1-1 1,-1 1-1,0 0 0,0-1 0,0 1 1,0 0-1,0-1 0,0 2 0,-1 0 1,0 0-1,0 0 0,0 0 1,0 0-1,0 0 0,0 0 0,-1 0 1,1-1-1,-1 1 0,1 0 1,-1-1-1,1 0 0,-1 1 0,0-1 1,0 0-1,0 0 0,0 0 1,-3 2-1,-7 3-3,-1 1-1,0-1 1,-1-1 0,1-1 0,-1 0-1,0 0 1,1-2 0,-2 1 0,-17-1-1,30-2-26,1 0-1,0 0 1,0 0-1,-1 0 1,1 0-1,0 0 1,-1 0-1,1-1 1,0 1-1,0-1 1,-1 1-1,1-1 1,0 1-1,0-1 1,0 0-1,0 1 1,0-1-1,0 0 1,0 0-1,0 0 1,0 0-1,0 0 1,0 0-1,1 0 1,-1 0-1,0 0 1,1 0-1,-1-1 1,1 1-1,-1 0 1,1 0-1,-1-1 1,1 1-1,0 0 1,0 0-1,0-3 1,-2-28-4098</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4.925"/>
    </inkml:context>
    <inkml:brush xml:id="br0">
      <inkml:brushProperty name="width" value="0.05" units="cm"/>
      <inkml:brushProperty name="height" value="0.05" units="cm"/>
    </inkml:brush>
  </inkml:definitions>
  <inkml:trace contextRef="#ctx0" brushRef="#br0">14 1 32207,'0'0'437,"-3"35"-426,-1 0-9,1-9-1,1 0 0,1 0 0,1 0 0,1 0 0,1 0 0,9 42 0,20 67 4,62 317-24,-91-441-60,-3-16-94,-2-18-500,-11-17-1782</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5.165"/>
    </inkml:context>
    <inkml:brush xml:id="br0">
      <inkml:brushProperty name="width" value="0.05" units="cm"/>
      <inkml:brushProperty name="height" value="0.05" units="cm"/>
    </inkml:brush>
  </inkml:definitions>
  <inkml:trace contextRef="#ctx0" brushRef="#br0">1 55 31887,'0'0'775,"24"-9"-759,82-27-8,-99 34-9,0 0 0,1 0 1,-1 1-1,0-1 0,1 2 1,0-1-1,-1 1 0,1 0 1,-1 1-1,1 0 0,-1 0 1,0 1-1,1-1 1,-1 2-1,0-1 0,0 1 1,0 0-1,0 0 0,8 7 1,-11-7-2,0 1 0,0 0 0,0 0 1,-1 1-1,1-1 0,-1 1 0,-1-1 1,1 1-1,-1 0 0,1 0 1,-1 0-1,-1 1 0,1-1 0,-1 0 1,0 1-1,0-1 0,0 1 0,-1-1 1,0 1-1,0-1 0,0 1 0,-1-1 1,-2 10-1,1-9 1,0-1 1,0 0-1,0 1 1,-1-1-1,0-1 0,0 1 1,0 0-1,0-1 1,-1 1-1,0-1 0,0 0 1,0 0-1,0-1 1,-1 1-1,0-1 1,1 0-1,-9 4 0,-4 2-104,0-2-1,0 0 0,-35 9 1,29-11-734</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5.900"/>
    </inkml:context>
    <inkml:brush xml:id="br0">
      <inkml:brushProperty name="width" value="0.05" units="cm"/>
      <inkml:brushProperty name="height" value="0.05" units="cm"/>
    </inkml:brush>
  </inkml:definitions>
  <inkml:trace contextRef="#ctx0" brushRef="#br0">205 144 31807,'0'0'717,"-28"9"-639,-88 32-30,112-40-47,1 1 0,-1-1 0,0 1 1,1 0-1,-1 0 0,1 0 0,0 0 0,0 0 1,0 1-1,0-1 0,0 1 0,0 0 0,1 0 1,-1 0-1,1 0 0,0 1 0,-3 5 1,4-5-3,0-1 1,1 1 0,-1 0 0,1 0 0,0 0 0,0 0-1,0-1 1,0 1 0,0 0 0,1 0 0,2 6 0,-3-9-1,1 1 1,0-1 0,0 0 0,0 0-1,0 1 1,0-1 0,0 0 0,0 0-1,0 0 1,0 0 0,0 0-1,1-1 1,-1 1 0,0 0 0,1-1-1,-1 1 1,0 0 0,1-1 0,-1 0-1,1 1 1,-1-1 0,1 0-1,-1 0 1,1 0 0,2 0 0,45-1 6,-44 0-5,5 0-2,0-2 0,0 1 0,0-1 1,-1-1-1,0 0 0,1 0 0,-1-1 1,-1 0-1,1 0 0,9-9 0,-2 2-3,-1-1 0,-1-1 0,0 0 0,16-22-1,-26 31 9,0-1-1,-1 0 0,1-1 0,-1 1 0,-1-1 1,1 1-1,-1-1 0,0 0 0,1-9 0,-3 41-3,-1-12 0,1 0-1,0 1 1,1-1-1,0 0 1,4 16 0,-4-26 0,0 0-1,0-1 1,0 1 0,0 0 0,1 0 0,-1 0-1,1-1 1,0 1 0,0-1 0,0 1 0,0-1 0,0 0-1,0 0 1,1 0 0,-1 0 0,0 0 0,1 0-1,0-1 1,-1 1 0,1-1 0,0 0 0,0 0-1,0 0 1,0 0 0,0 0 0,0-1 0,0 1 0,4-1-1,-4 1 2,0-1 0,1 0-1,-1 0 1,0 0 0,0-1-1,1 1 1,-1-1 0,0 1-1,0-1 1,0 0 0,0 0-1,0-1 1,0 1 0,0-1-1,0 1 1,0-1 0,-1 0-1,1 0 1,2-3 0,0-1-1,-1 0 0,1 0 0,-1 0 0,-1 0 0,1-1 0,-1 0 0,3-11 0,35-100-7,-41 117 7,0 1 0,0-1-1,0 0 1,0 0 0,1 0 0,-1 1 0,0-1-1,1 0 1,-1 0 0,1 1 0,-1-1 0,1 0 0,-1 1-1,1-1 1,-1 0 0,1 1 0,0-1 0,-1 1-1,1-1 1,0 1 0,-1-1 0,1 1 0,0 0-1,0-1 1,-1 1 0,1 0 0,0 0 0,0-1 0,0 1-1,-1 0 1,1 0 0,0 0 0,0 0 0,0 0-1,0 0 1,-1 0 0,1 0 0,0 1 0,0-1-1,0 0 1,0 0 0,-1 1 0,1-1 0,0 0 0,0 1-1,-1-1 1,1 1 0,1 0 0,4 3-3,-1 1 1,1 0-1,-1 0 1,7 8-1,-8-9 2,2 3 2,0 0-1,1 0 1,0 0-1,1-1 0,-1 0 1,1-1-1,0 0 1,1 0-1,-1 0 0,1-1 1,0-1-1,0 1 1,0-1-1,1-1 0,-1 0 1,1 0-1,-1-1 1,1 0-1,11-1 0,8 1 2,0-3 1,-1 0-1,44-10 0,-58 9-4,0-2 0,0 1 0,-1-2 0,1 0 1,-1-1-1,-1 0 0,1-1 0,20-16 0,-30 21 1,0 0 0,-1 0-1,1 0 1,-1 0 0,0 0 0,0 0-1,0 0 1,0-1 0,1-4-1,-2 7 2,-1 0-1,1-1 1,-1 1-1,1 0 0,-1-1 1,0 1-1,0 0 1,0-1-1,1 1 0,-1 0 1,-1-1-1,1 1 1,0 0-1,0-1 1,0 1-1,-1 0 0,1-1 1,-1 1-1,1 0 1,-1 0-1,1-1 0,-1 1 1,0 0-1,0 0 1,1 0-1,-1 0 0,0 0 1,0 0-1,-2-1 1,-2-1 1,0 0 0,-1 1 0,0-1 1,0 1-1,1 1 0,-1-1 1,0 1-1,0 0 0,0 0 0,-1 1 1,1 0-1,-9 0 0,11 1 0,-1-1 0,1 0 1,0 1-1,0-1 0,0 1 0,-1 0 0,1 1 0,0-1 0,0 1 0,1 0 0,-1 0 0,0 0 0,0 0 1,1 1-1,0-1 0,-1 1 0,1 0 0,-5 6 0,6-5-1,-1 0 0,1 1 0,1-1-1,-1 1 1,0-1 0,1 1 0,0 0 0,0 0 0,0 0 0,1-1-1,0 1 1,0 0 0,0 6 0,1-8 0,-1-1-1,1 1 1,-1 0 0,1-1 0,0 1-1,0 0 1,0-1 0,0 1 0,0-1-1,1 1 1,-1-1 0,1 0 0,0 1-1,0-1 1,0 0 0,0 0 0,0-1-1,0 1 1,0 0 0,0 0 0,1-1-1,-1 0 1,4 2 0,7 1-5,0 0 0,0-1 1,1-1-1,-1 0 0,1-1 0,0 0 0,15-2 0,-1 1-8,70 0-78,1 0-126</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6.442"/>
    </inkml:context>
    <inkml:brush xml:id="br0">
      <inkml:brushProperty name="width" value="0.05" units="cm"/>
      <inkml:brushProperty name="height" value="0.05" units="cm"/>
    </inkml:brush>
  </inkml:definitions>
  <inkml:trace contextRef="#ctx0" brushRef="#br0">510 237 29182,'0'0'3544,"1"-3"-3536,0-2-7,2-7 1,-1 0 0,0 0 0,0-15 0,-2 23-2,0 0 0,-1 1 0,1-1 0,-1 0 0,1 1 0,-1-1 0,0 1 0,-1-1 0,1 1 0,0 0 0,-1 0 0,0-1 0,0 1 0,0 0 0,0 0 0,-3-2 0,-7-7 0,-1 2-1,0 0 1,-1 0-1,0 1 1,0 1 0,-1 0-1,0 1 1,0 1-1,-1 1 1,0 0 0,0 0-1,0 2 1,-1 0-1,1 1 1,-1 1 0,1 0-1,-1 1 1,1 1-1,-28 4 1,36-3 0,0 0 0,0 0 0,0 0-1,1 1 1,-1 0 0,1 1 0,0-1 0,0 1 0,0 1 0,0-1-1,1 1 1,0 1 0,0-1 0,0 1 0,1 0 0,-6 7 0,5-4-1,1-1 1,0 1 0,0 1-1,1-1 1,0 1 0,1-1-1,0 1 1,1 0 0,0 0-1,0 0 1,1 1 0,0 13-1,1-8 0,-1-8 1,1 0 0,0 0 0,1 0 0,2 9 0,-3-14 0,1-1 0,0 1 0,0-1 0,1 1 0,-1-1 0,0 1 0,1-1 0,-1 0 0,1 1 0,0-1 0,0 0 0,0 0 0,0 0 0,0-1 0,4 3 0,0 0 0,2 0 0,-1-1 0,0 0 0,1 0 0,-1-1 0,1 0 0,0 0 0,0-1 0,14 1 0,6-1 0,38-4 1,-45 0 0,0-2 0,0 0-1,0-1 1,-1-1 0,0-1-1,-1-1 1,0 0 0,0-2-1,31-22 1,-34 21 0,-11 11 6,-5 7-7,0-2 0,0 38-7,-1 16 20,13 103 0,-10-144-25,1-1 1,1 1-1,1-1 0,0 0 1,1-1-1,1 1 0,0-1 1,1 0-1,0-1 0,21 26 1,-5-16-408</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7.112"/>
    </inkml:context>
    <inkml:brush xml:id="br0">
      <inkml:brushProperty name="width" value="0.05" units="cm"/>
      <inkml:brushProperty name="height" value="0.05" units="cm"/>
    </inkml:brush>
  </inkml:definitions>
  <inkml:trace contextRef="#ctx0" brushRef="#br0">0 0 30334,'0'0'2384,"10"30"-2370,66 205-4,-56-171-11,62 239-14,-78-276 17,-5-27-313,-5-15-821,-7-19-4508</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7.399"/>
    </inkml:context>
    <inkml:brush xml:id="br0">
      <inkml:brushProperty name="width" value="0.05" units="cm"/>
      <inkml:brushProperty name="height" value="0.05" units="cm"/>
    </inkml:brush>
  </inkml:definitions>
  <inkml:trace contextRef="#ctx0" brushRef="#br0">0 90 32239,'0'0'488,"33"-11"-480,-10 4-7,24-10 1,1 3 0,1 2-1,56-6 1,-38 11-2,-1 3 0,88 7 0,-148-3-1,0 1 1,0 0-1,0 0 1,0 0-1,0 1 1,0-1-1,-1 2 1,1-1-1,0 1 1,-1-1-1,0 1 1,0 1-1,0-1 1,0 1-1,4 4 1,-4-3-2,-1 1 0,-1-1 1,1 1-1,-1 0 1,0 0-1,0 0 1,0 0-1,-1 0 0,0 1 1,0-1-1,-1 0 1,0 1-1,1 7 0,-2-5 3,1-1-1,-2 0 0,1 0 0,-1 0 0,0 1 1,-1-1-1,0 0 0,0 0 0,-1-1 0,0 1 1,0 0-1,-1-1 0,0 0 0,0 0 0,-1 0 1,0 0-1,0-1 0,0 0 0,-1 0 0,0 0 1,0 0-1,-13 8 0,-3 0-1,-1 0-1,0-2 1,0 0-1,-1-2 1,-1 0-1,-27 6 1,19-8-74,0-1 1,-35 2-1,25-7-457</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8.037"/>
    </inkml:context>
    <inkml:brush xml:id="br0">
      <inkml:brushProperty name="width" value="0.05" units="cm"/>
      <inkml:brushProperty name="height" value="0.05" units="cm"/>
    </inkml:brush>
  </inkml:definitions>
  <inkml:trace contextRef="#ctx0" brushRef="#br0">1 274 32479,'0'0'221,"33"0"-211,113 4-9,-122-4-1,0 1 0,0 2-1,0 0 1,0 1 0,-1 2 0,35 12 0,-54-17-2,1 1 0,-1 0 0,0 0 0,0 1 0,0-1 0,-1 1 0,1 0 0,0 0 1,-1 0-1,0 0 0,0 0 0,0 1 0,5 7 0,-7-10 1,-1 1 1,1 0-1,0 0 0,0 0 1,-1 0-1,1 0 0,-1 0 1,0 0-1,0 0 0,1 0 1,-1 0-1,-1 0 0,1 0 0,0 0 1,0 0-1,-1 0 0,1 0 1,-1 0-1,0 0 0,1 0 1,-1 0-1,0 0 0,0 0 1,0-1-1,0 1 0,-1 0 0,1-1 1,0 1-1,-1-1 0,1 1 1,-1-1-1,-2 2 0,-6 5-4,-1-1-1,0 0 0,0-1 1,0 0-1,-1-1 0,0 0 1,0-1-1,0 0 0,0-1 1,-1 0-1,-24 1 0,36-4 7,-1 0 0,1 0 1,0 0-1,0-1 0,0 1 0,-1 0 0,1-1 0,0 1 0,0-1 0,0 1 0,0-1 0,0 0 0,0 0 0,0 1 1,0-1-1,0 0 0,0 0 0,0 0 0,1 0 0,-1 0 0,0 0 0,1 0 0,-1 0 0,0 0 0,1 0 0,0 0 1,-1-1-1,1 1 0,0 0 0,-1 0 0,1 0 0,0-1 0,0 1 0,0 0 0,0-3 0,0-4 1,0-1 0,1 1 0,0-1 0,2-10-1,1 7 0,0 0-1,1 0 1,1 1-1,-1-1 1,2 1 0,-1 0-1,2 1 1,-1 0-1,18-18 1,-9 12-6,0 1 1,1 0-1,1 1 1,37-22-1,-47 32 4,0 0-1,0 1 1,0 0-1,1 0 1,-1 0-1,1 1 1,0 1-1,0 0 1,0 0 0,0 0-1,14 2 1,-20 0 0,0-1 0,-1 1 0,1 0 0,-1 0 0,1 0 0,-1 1 0,0-1 0,0 1 0,1-1 0,-1 1 0,0 0 0,0 0 0,0 0 0,-1 0 0,1 0 0,0 0 0,-1 0 0,1 0 0,-1 1 0,0-1 0,0 1 0,0-1 0,0 1 0,0-1 0,-1 1 0,1 0 0,0 4 0,2 10-2,-1 1-1,-1-1 1,-1 19 0,0-25 5,-1 6-2,1-10 0,0 0 0,0 0 0,0 0 0,1 0 0,1 9 0,-1-14 0,-1-1 0,1 1 0,0 0 0,-1-1 0,1 1 0,0-1 0,0 1 1,0-1-1,0 0 0,0 1 0,0-1 0,0 0 0,1 0 0,-1 0 0,0 0 0,1 0 1,-1 0-1,1 0 0,-1 0 0,1 0 0,-1-1 0,1 1 0,0 0 0,-1-1 0,1 0 0,2 1 1,4 0 1,-1-1-1,0 0 1,1 0 0,-1-1 0,0 0 0,0 0 0,1 0 0,-1-1 0,0 0-1,0-1 1,-1 1 0,1-1 0,-1-1 0,1 1 0,-1-1 0,0 0 0,0-1 0,0 1-1,-1-1 1,6-6 0,-5 4-1,1-1-1,-1 0 0,0 0 1,-1-1-1,1 1 0,-2-1 1,1 0-1,-2 0 1,1-1-1,-1 1 0,0-1 1,-1 0-1,0 0 1,0-12-1,-1 15 0,0-1-1,-1 1 1,0 0 0,-1 0-1,1-1 1,-2 1-1,1 0 1,-1 0 0,0 0-1,0 0 1,-1 0 0,0 0-1,0 1 1,0-1 0,-1 1-1,0 0 1,0 0-1,-1 1 1,0-1 0,0 1-1,-10-9 1,7 8-18,1 0 0,0 1 0,-1 0-1,0 0 1,0 1 0,-16-6 0,21 9 5,0 0 1,0 0-1,0 1 1,0-1-1,-1 1 0,1-1 1,0 1-1,0 0 1,-1 0-1,-3 1 0,6-1 6,-1 1 0,1-1 0,0 1 0,-1-1 0,1 1 0,0 0 0,-1 0 0,1-1-1,0 1 1,0 0 0,0 0 0,0 0 0,0 0 0,0 0 0,0 1 0,0-1 0,0 0 0,1 0-1,-1 0 1,0 1 0,1-1 0,-1 0 0,0 2 0,-3 26-841,3 0-1629</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8.277"/>
    </inkml:context>
    <inkml:brush xml:id="br0">
      <inkml:brushProperty name="width" value="0.05" units="cm"/>
      <inkml:brushProperty name="height" value="0.05" units="cm"/>
    </inkml:brush>
  </inkml:definitions>
  <inkml:trace contextRef="#ctx0" brushRef="#br0">189 0 29910,'0'0'2777,"-169"84"-2777,156-40 8,6-2-8,7-3 0,0-10-8,17-2-16,19-9 0,10-6 8,10-9-32,50-3-72,-13-6 0,-7-15-712</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8.868"/>
    </inkml:context>
    <inkml:brush xml:id="br0">
      <inkml:brushProperty name="width" value="0.05" units="cm"/>
      <inkml:brushProperty name="height" value="0.05" units="cm"/>
    </inkml:brush>
  </inkml:definitions>
  <inkml:trace contextRef="#ctx0" brushRef="#br0">265 145 30839,'0'0'1707,"-30"0"-1627,-94 2-32,119-2-47,0 0 1,0 0-1,1 1 1,-1 0-1,0 0 1,0 0-1,0 0 0,1 1 1,-1-1-1,0 1 1,1 1-1,0-1 1,-1 1-1,1-1 1,0 1-1,0 0 1,1 0-1,-1 1 1,-3 3-1,5-2-2,-1 0-1,1-1 1,-1 1-1,2 0 1,-1 0 0,0 0-1,1 1 1,0-1-1,0 0 1,1 0-1,-1 1 1,2 6-1,-1-11 1,0 0-1,1 0 1,-1 0-1,1 0 0,-1 0 1,1 0-1,0 0 1,-1 0-1,1 0 0,0 0 1,0-1-1,0 1 1,0 0-1,-1-1 1,1 1-1,0 0 0,0-1 1,0 1-1,0-1 1,0 0-1,0 1 0,1-1 1,-1 0-1,0 1 1,0-1-1,0 0 1,0 0-1,0 0 0,2 0 1,42 1-18,-38-1 16,1 0-5,0 0 0,0 0-1,1-1 1,-1 0 0,0 0 0,0-1 0,0-1-1,-1 1 1,1-1 0,0 0 0,-1-1 0,0 1-1,0-2 1,0 1 0,0-1 0,-1 0 0,0 0-1,0-1 1,11-12 0,-14 17 20,1 0 1,0 0-1,-1 0 1,1 0-1,0 1 1,0 0-1,0-1 1,0 1-1,-1 1 1,9 0-1,-1 0 7,-2-2-21,1 0 0,-1 0 0,0-1 0,0 0 0,-1-1 0,1 0 0,0 0 0,-1-1 0,0 0 0,13-9 0,-16 11 0,-1-1 1,0 0 0,0 0 0,0 0 0,0-1 0,-1 1 0,1-1-1,-1 0 1,0 0 0,0 0 0,0 0 0,-1-1 0,0 1-1,1-1 1,-1 1 0,-1-1 0,1 0 0,-1 0 0,0 0-1,1-6 1,-1-10 4,0 17 4,-1-1-1,1 0 1,-1 0-1,0 0 1,0 0-1,-1 0 1,0 0-1,-1-7 1,2 12-7,-1 0 0,1-1 0,0 1 0,0-1 0,0 1 0,-1 0 1,1-1-1,0 1 0,0 0 0,-1 0 0,1-1 0,0 1 0,-1 0 0,1 0 1,0-1-1,-1 1 0,1 0 0,-1 0 0,1 0 0,0-1 0,-1 1 0,1 0 1,-1 0-1,1 0 0,0 0 0,-1 0 0,1 0 0,-1 0 0,1 0 0,-1 0 1,1 0-1,0 0 0,-1 0 0,1 1 0,-1-1 0,1 0 0,0 0 0,-1 0 1,1 0-1,0 1 0,-1-1 0,0 1-1,0 0 1,0-1-1,1 1 0,-1 0 0,0 0 1,0-1-1,1 1 0,-1 0 0,1 0 1,-1 0-1,1 0 0,-1 0 0,1 0 1,0 0-1,0 0 0,-1 0 0,1 1 1,-1 7-2,1-1 0,0 0 0,1 1-1,0-1 1,0 0 0,0 0 0,1 0 0,1 0 0,-1 0 0,1 0 0,1 0 0,-1-1 0,1 1 0,1-1 0,-1 0 0,1-1 0,0 1 0,7 6 0,57 72 10,-65-81-7,-1 0-1,0 0 1,1 0 0,-1 0-1,-1 0 1,1 0 0,-1 1-1,1 0 1,1 5 0,-4-9-11,-64-1-995,29 0-1724</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9.139"/>
    </inkml:context>
    <inkml:brush xml:id="br0">
      <inkml:brushProperty name="width" value="0.05" units="cm"/>
      <inkml:brushProperty name="height" value="0.05" units="cm"/>
    </inkml:brush>
  </inkml:definitions>
  <inkml:trace contextRef="#ctx0" brushRef="#br0">1 0 32351,'0'0'344,"20"214"-344,0-133 8,-1 2-8,-2-3 0,0-5 0,-4-10 0,-3-14 0,-4-9-16,-2-16-24,-4-23-56</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19.378"/>
    </inkml:context>
    <inkml:brush xml:id="br0">
      <inkml:brushProperty name="width" value="0.05" units="cm"/>
      <inkml:brushProperty name="height" value="0.05" units="cm"/>
    </inkml:brush>
  </inkml:definitions>
  <inkml:trace contextRef="#ctx0" brushRef="#br0">0 91 31647,'0'0'991,"25"-16"-974,84-47-4,-107 61-13,1 1 1,0 0-1,0-1 0,-1 1 0,1 0 0,0 0 0,0 0 0,0 1 1,1-1-1,-1 1 0,0 0 0,0 0 0,0 0 0,0 0 0,0 0 1,0 1-1,0-1 0,0 1 0,0 0 0,0 0 0,0 0 0,0 0 1,4 3-1,-3 0 0,1 0-1,-1 0 1,0 0 0,-1 0 0,1 1 0,-1 0 0,0 0 0,4 7 0,-3-5 0,-1-1 1,1 1-1,-1 0 1,0 1-1,-1-1 1,0 0-1,0 1 1,-1-1-1,0 1 1,0 0-1,-1-1 1,0 12-1,0-13 1,-1-1-1,0 1 1,0-1-1,0 1 1,-1-1-1,0 0 1,0 1-1,0-1 1,0 0-1,-1 0 1,0 0-1,0-1 1,0 1-1,-1-1 1,0 0-1,-4 5 1,-7 3 28,-32 21 1,42-29-128,-1-1 0,1 0 0,-1-1-1,0 1 1,0-1 0,0 0 0,0-1-1,-1 1 1,-11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0.096"/>
    </inkml:context>
    <inkml:brush xml:id="br0">
      <inkml:brushProperty name="width" value="0.05" units="cm"/>
      <inkml:brushProperty name="height" value="0.05" units="cm"/>
    </inkml:brush>
  </inkml:definitions>
  <inkml:trace contextRef="#ctx0" brushRef="#br0">187 57 32127,'0'0'584,"-23"16"-577,-74 54-6,92-65-1,-1-1-1,1 1 1,0 0-1,0 1 1,0-1 0,1 1-1,0 0 1,0 0-1,0 0 1,1 0 0,0 1-1,0-1 1,1 1 0,0 0-1,0 0 1,0 0-1,1 0 1,0 0 0,1 0-1,-1 0 1,1 0-1,2 10 1,-2-10 0,0-6-1,0-1 1,1 1-1,-1 0 1,0-1 0,1 1-1,-1 0 1,1-1-1,-1 1 1,1-1 0,-1 1-1,1-1 1,-1 1-1,1-1 1,-1 0 0,1 1-1,0-1 1,-1 1-1,1-1 1,0 0 0,-1 0-1,1 0 1,0 1-1,-1-1 1,1 0 0,0 0-1,0 0 1,-1 0-1,1 0 1,0 0 0,1 0-1,31-1-1,-25 1 1,3-2-2,0 0 1,0 0-1,0-1 0,-1-1 1,1 0-1,-1 0 1,0-1-1,0 0 1,-1-1-1,1 0 0,-1 0 1,0-1-1,15-15 1,-14 12 2,0-1 1,0 0-1,-1 0 1,0-1-1,-1-1 1,0 1-1,-1-1 1,-1 0-1,0-1 0,5-16 1,-11 30-1,0 0 0,0 1 0,0-1 0,0 0 1,0 0-1,0 0 0,0 0 0,0 0 0,1 0 0,-1 0 0,0 0 0,0 0 1,0 0-1,0 0 0,0 0 0,0 0 0,0 0 0,0 0 0,0 0 0,0 0 0,0 0 1,0 0-1,1 0 0,-1 0 0,0 0 0,0 0 0,0 0 0,0 0 0,0 0 1,0 0-1,0 0 0,0 0 0,0 0 0,0 0 0,0 0 0,1 0 0,-1 0 0,0 0 1,0 0-1,0 0 0,0 0 0,0 0 0,0 0 0,0 0 0,0 0 0,0-1 0,0 1 1,0 0-1,0 0 0,0 0 0,0 0 0,0 0 0,0 0 0,0 0 0,0 0 1,0 0-1,0 0 0,0 0 0,0-1 0,0 1 0,0 0 0,0 0 0,0 0 0,5 13 1,7 38-8,2 6 7,-12-52 1,0 1 0,0-1 0,0 0-1,1 0 1,0 0 0,0-1 0,0 1-1,1-1 1,-1 1 0,1-1 0,0 0-1,0 0 1,7 4 0,-8-7-1,0 1 1,0 0-1,0-1 1,0 0-1,0 0 1,1 0-1,-1 0 1,0 0-1,1 0 1,-1-1-1,0 0 1,1 0-1,-1 0 1,1 0-1,-1 0 1,1-1-1,-1 1 1,0-1-1,1 0 1,-1 0-1,0 0 1,0-1-1,6-2 1,0-1-3,-1-1 1,1 0-1,-1-1 0,0 1 1,-1-1-1,1-1 0,-2 1 1,9-12-1,3-7-3,18-39-1,-18 32 9,-17 32-3,-1 0 0,1 1 0,-1-1 0,1 0 0,0 1 0,0-1 0,-1 1 0,1-1 0,0 0 0,0 1 0,-1 0 0,1-1 0,0 1 1,0 0-1,0-1 0,0 1 0,0 0 0,0 0 0,0 0 0,0-1 0,-1 1 0,1 0 0,0 1 0,0-1 0,0 0 0,0 0 0,0 0 0,0 0 0,0 1 0,0-1 0,0 0 0,-1 1 0,1-1 0,0 1 0,0-1 0,0 1 0,-1-1 0,1 1 0,0 0 0,34 28-2,-30-24 2,9 7 1,-1-1 1,1-1-1,1 0 0,0 0 0,23 9 1,-30-15-2,0-1 1,1 0 0,0-1 0,0 0-1,-1 0 1,1-1 0,0 0 0,0 0-1,0-1 1,0 0 0,0-1 0,14-2-1,-20 2 1,-1 0-1,1 1 1,-1-1 0,1-1-1,-1 1 1,1 0-1,-1 0 1,0-1 0,0 0-1,1 1 1,-1-1-1,0 0 1,-1 0 0,1 0-1,0 0 1,0 0-1,-1-1 1,0 1-1,1 0 1,-1-1 0,0 1-1,0-1 1,0 0-1,0-2 1,2-7 0,-1 1 1,-1 0-1,0-1 0,-1-15 1,0 19-1,0 5-1,-1 0 0,1 0 0,-1 0 0,1 0 0,-1 0 0,0 0 0,0 0 0,-1 0 0,1 0 0,-1 0 0,1 1 0,-1-1 0,0 0 0,0 1 0,0 0 0,0-1 0,0 1 0,-1 0 0,1 0 0,-1 0 0,-4-2 0,5 3-1,0-1 1,-1 1-1,1 0 1,0 1-1,-1-1 1,1 0-1,-1 1 1,1-1-1,-1 1 1,1 0-1,-1 0 1,1 0-1,-1 0 1,1 0-1,-1 1 1,1-1-1,0 1 1,-1-1 0,1 1-1,-1 0 1,1 0-1,0 0 1,0 0-1,0 0 1,-1 1-1,1-1 1,0 1-1,1-1 1,-4 4-1,-3 6 1,-1 0-1,2 1 1,0 0-1,0 0 1,1 0-1,0 1 1,1 0-1,1 1 1,0-1-1,1 1 1,0-1-1,1 1 1,1 0-1,0 0 1,1 0-1,0 0 0,4 22 1,-3-32 0,0 0 0,1 0 0,-1 0 0,1 0 0,0 0 0,0 0 0,0-1 0,0 1 0,1-1 0,-1 0 0,1 0 0,0 0 0,0 0 0,0 0 0,0 0 0,1-1 0,-1 1 0,1-1 0,-1 0 0,1 0 0,6 2 0,5 1 0,0-1-1,1-1 1,-1 0-1,1 0 1,18-1-1,23 0-153,-1-2 0,106-15 0,-32-14-1678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0.638"/>
    </inkml:context>
    <inkml:brush xml:id="br0">
      <inkml:brushProperty name="width" value="0.05" units="cm"/>
      <inkml:brushProperty name="height" value="0.05" units="cm"/>
    </inkml:brush>
  </inkml:definitions>
  <inkml:trace contextRef="#ctx0" brushRef="#br0">140 308 32183,'0'0'481,"6"1"-466,-3-1-14,0 0 0,0 0 0,0 0 0,-1-1 1,1 1-1,0-1 0,0 1 0,-1-1 0,1 0 0,-1 0 0,1 0 0,-1 0 0,1-1 0,-1 1 1,1-1-1,-1 1 0,0-1 0,0 0 0,0 0 0,0 0 0,0 0 0,0 0 0,-1 0 0,1-1 1,-1 1-1,1-1 0,-1 1 0,1-3 0,3-7 0,-1 0-1,0 0 1,0 0 0,-2 0 0,1 0-1,-2-1 1,1 1 0,-2-1-1,0 1 1,-1-13 0,1 2-1,0 19 0,0-1 0,0 0 0,-1 0 0,0 1 0,0-1 0,0 1 0,0-1 0,0 1 0,-1-1 0,0 1 0,0 0 0,-3-5 0,3 6 0,0 1 0,-1-1 0,1 1 0,0 0 0,-1-1 0,0 1 0,0 1 0,1-1-1,-1 0 1,0 1 0,-1-1 0,1 1 0,0 0 0,0 0 0,0 0 0,-1 0 0,-5 0 0,3 0 0,-1 0 0,1 1 0,-1 0 0,1 0 0,-1 0 0,0 1 0,1 0-1,-1 0 1,1 1 0,0 0 0,-1 0 0,1 0 0,0 1 0,0 0 0,-6 3 0,8-2 0,-1 0 1,1 0-1,0 0 0,1 0 0,-1 0 0,1 1 0,-1 0 0,1 0 0,1 0 0,-1 0 0,1 0 0,-1 0 1,2 1-1,-1-1 0,1 1 0,-1-1 0,1 10 0,-1-8 0,2-1 0,-1 1 0,1-1 0,0 1 0,0 0 0,1-1 0,0 1 0,0-1 0,1 0 0,0 1 0,0-1 0,0 0 0,1 0 0,-1 0 0,2 0 0,-1 0 0,0-1 0,1 1 0,0-1 0,1 0 0,-1-1 0,1 1 0,0-1 0,8 6 0,17 12 1,0-2 0,1-2 0,1-1 0,68 26 0,-53-24 1,64 36-1,-109-54-1,0 0 0,0 0 0,0 0 0,0 1 0,-1-1 0,1 0-1,0 1 1,-1-1 0,1 1 0,-1 0 0,0 0 0,0-1 0,1 1 0,-1 0 0,1 3 0,-2-4 0,0 0-1,0 0 1,0 0 0,0 0 0,0 1 0,0-1 0,0 0 0,0 0 0,0 0-1,-1 0 1,1 0 0,0 0 0,-1 0 0,1 0 0,-1 0 0,1 0 0,-1 0-1,0 0 1,1 0 0,-1 0 0,0 1 0,-4 2 0,0 0-1,0 0 1,0-1-1,0 0 1,-1 0-1,1 0 1,-1 0-1,-9 2 1,-18 6 1,-62 12 0,77-20 0,1-1 0,-1-1 0,0 0 0,1-1 0,-28-4 0,43 4 0,-1-1-1,1 0 1,0 1-1,-1-1 1,1 0 0,0 0-1,0 0 1,0 0 0,0-1-1,0 1 1,0-1-1,0 1 1,0-1 0,1 1-1,-1-1 1,1 0 0,-1 0-1,-1-3 1,1 1-1,0-1 1,0 1 0,0-1 0,0 0 0,1 1-1,0-1 1,0 0 0,0-9 0,1 4-1,0 1 1,0-1-1,1 1 1,1-1-1,-1 1 1,2-1-1,-1 1 1,1 0-1,5-11 1,0 7-2,0 1 0,1-1 1,1 1-1,0 1 0,13-13 0,62-49-21,-59 52 9,45-36-412,-15 8-1455</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1.419"/>
    </inkml:context>
    <inkml:brush xml:id="br0">
      <inkml:brushProperty name="width" value="0.05" units="cm"/>
      <inkml:brushProperty name="height" value="0.05" units="cm"/>
    </inkml:brush>
  </inkml:definitions>
  <inkml:trace contextRef="#ctx0" brushRef="#br0">15 1 19148,'0'0'13467,"-2"32"-13451,-10 358 24,15-345-36,2 0 0,3 0 0,17 60 0,53 125-1,-44-137-17,-31-86-52,5 18 135,-8-24-114,0 0 1,1 0-1,-1 0 0,0 0 0,0-1 1,0 1-1,0 0 0,0 0 1,0 0-1,0 0 0,0 0 0,0 0 1,0 0-1,0 0 0,-1 0 1,1-1-1,0 1 0,-1 0 1,1 0-1,-1 1 0,-8-1-2569</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1.643"/>
    </inkml:context>
    <inkml:brush xml:id="br0">
      <inkml:brushProperty name="width" value="0.05" units="cm"/>
      <inkml:brushProperty name="height" value="0.05" units="cm"/>
    </inkml:brush>
  </inkml:definitions>
  <inkml:trace contextRef="#ctx0" brushRef="#br0">1 0 32039,'0'0'557,"14"26"-531,52 82-9,-61-103-16,-1 0 0,0 0 0,1 0 1,0 0-1,0-1 0,1 0 0,-1 0 0,1 0 0,0-1 1,0 0-1,0 0 0,10 3 0,-3-3 1,0 0-1,0-1 1,0 0-1,16-1 1,-17 0 0,2-1 2,0 1 0,0-2-1,0 0 1,0-1 0,-1 0-1,22-6 1,-27 5-5,-1 0 1,0 0-1,0 0 1,-1-1-1,1 0 1,-1 0-1,0-1 1,0 0-1,0 0 1,-1 0-1,1-1 1,-1 1-1,8-13 1,-11 13-104,1-1 0,-1 1 0,0-1 0,0 1 1,0-1-1,-1 0 0,0 1 0,0-1 0,-1 0 0,1 0 0,-1 0 0,-1 0 1,1 0-1,-2-6 0,2 12 79,-3-24-5013</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2.025"/>
    </inkml:context>
    <inkml:brush xml:id="br0">
      <inkml:brushProperty name="width" value="0.05" units="cm"/>
      <inkml:brushProperty name="height" value="0.05" units="cm"/>
    </inkml:brush>
  </inkml:definitions>
  <inkml:trace contextRef="#ctx0" brushRef="#br0">467 0 32431,'0'0'269,"-30"0"-250,-99 4-4,119-3-14,0 1-1,0-1 1,1 2 0,-1-1 0,0 1 0,1 1 0,0 0-1,-1 0 1,2 1 0,-16 10 0,9-6-1,3-2 0,-1 1 0,1 1 0,1 0 0,0 0 0,0 1 0,0 0 0,1 1 0,1 1 0,0-1 0,1 1 0,0 1 0,1-1 0,0 1 0,1 1 0,0-1 0,1 1 0,1 0 0,0 0 0,1 1 0,0-1 0,1 1 0,1-1 0,1 20 0,0-26-1,1 1 0,1 0 0,0 0 0,0-1 0,1 1 1,-1-1-1,2 1 0,-1-1 0,1 0 0,1-1 0,-1 1 0,1-1 0,1 1 0,-1-2 0,1 1 0,1-1 1,-1 1-1,1-2 0,0 1 0,0-1 0,15 8 0,-3-2-7,1-2-1,0 0 1,1-1 0,0-2-1,0 0 1,1-1 0,-1-1 0,30 2-1,0-4-112,0-2 0,0-2-1,97-18 1,-22-13-1011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2.630"/>
    </inkml:context>
    <inkml:brush xml:id="br0">
      <inkml:brushProperty name="width" value="0.05" units="cm"/>
      <inkml:brushProperty name="height" value="0.05" units="cm"/>
    </inkml:brush>
  </inkml:definitions>
  <inkml:trace contextRef="#ctx0" brushRef="#br0">299 9 31983,'0'0'587,"-32"-3"-522,-103-3-25,130 6-39,0 0 1,0 1-1,0-1 1,0 1-1,0 0 1,1 1-1,-1-1 1,0 1-1,0 0 1,1 0-1,-1 0 1,1 0-1,0 1 0,0 0 1,-7 6-1,6-4 1,1 1-1,0 0 0,-1 0 1,2 0-1,-1 1 0,1-1 0,-3 8 1,4-9-1,-1 5-1,0 0 0,1 0 0,-1 0 0,2 1 0,0-1 0,0 0 0,1 20 0,0-22 0,0-6-1,0 0 1,0 0-1,0 0 1,1 0 0,-1-1-1,0 1 1,1 0-1,0 0 1,-1 0 0,1-1-1,0 1 1,0 0-1,0 0 1,0-1-1,0 1 1,0-1 0,0 1-1,1-1 1,-1 0-1,0 1 1,4 1 0,-2-1-1,1 0 0,-1-1 0,1 1 1,0-1-1,-1 0 0,1 0 0,0 0 1,0-1-1,0 1 0,5-1 0,1 0 0,0-1-1,0 0 0,0 0 1,0-1-1,0-1 1,0 1-1,-1-1 0,12-6 1,-7 2-4,-1-2 0,1 1 1,-1-2-1,0 0 1,11-12-1,-20 18 7,1-1-1,-1 1 1,0-1 0,0 0 0,-1-1-1,1 1 1,-1 0 0,0-1 0,-1 0-1,1 0 1,-1 0 0,-1 0-1,1 0 1,-1 0 0,1-11 0,-2 16 8,0 16 4,1-5-15,0 0 0,1 1 1,0-1-1,0 0 1,1 0-1,0-1 1,1 1-1,0-1 0,1 1 1,-1-1-1,2 0 1,10 13-1,-11-15 1,1 0-1,0-1 1,0 0-1,0 0 1,1 0-1,-1-1 1,2 0-1,-1 0 1,0-1 0,1 0-1,0 0 1,0-1-1,0 0 1,0 0-1,14 2 1,-10-3-4,1-1-1,-1 0 1,0-1-1,0-1 1,1 0-1,-1 0 1,0-2-1,0 1 1,0-1-1,0-1 1,14-6-1,-20 7 0,-1 0 0,0 0 0,0-1 0,0 1 0,-1-1-1,1 0 1,-1-1 0,0 1 0,0 0 0,0-1 0,-1 0-1,1 0 1,-1 0 0,0-1 0,-1 1 0,1-1 0,-1 1-1,0-1 1,-1 0 0,0 0 0,1 0 0,-2 0 0,1 0-1,-1-11 1,0 14 7,0 0 0,-1 0-1,1 0 1,-1 0 0,0 0 0,0 0-1,0 0 1,0 0 0,0 0-1,-1 1 1,1-1 0,-1 0 0,0 1-1,0-1 1,0 1 0,0 0-1,0 0 1,0-1 0,-1 1 0,1 1-1,-1-1 1,1 0 0,-1 1 0,0-1-1,0 1 1,1 0 0,-1 0-1,0 0 1,-3-1 0,-9-1 9,1 0 0,0 0 1,-1 2-1,-27-1 0,41 2-11,0 0 0,1 0 0,-1 0 0,1 1 0,-1-1 0,1 0 0,-1 0 0,1 0 0,-1 1-1,1-1 1,-1 0 0,1 0 0,-1 1 0,1-1 0,-1 0 0,1 1 0,0-1 0,-1 1 0,1-1 0,0 1-1,-1-1 1,1 1 0,0-1 0,0 1 0,-1-1 0,1 1 0,0-1 0,0 1 0,0-1 0,0 1 0,-1-1-1,1 1 1,0 0 0,0 1 0,0-1-1,0 1 0,0-1 1,0 1-1,1 0 0,-1-1 1,0 1-1,1-1 1,-1 1-1,1-1 0,-1 1 1,1-1-1,0 2 0,5 2 1,-1 0 1,1 0-1,0 0 0,0-1 0,1 0 0,-1 0 1,1 0-1,0-1 0,0 0 0,0 0 0,8 1 1,13 7 3,15 7 1,-20-10-2,-1 2 0,1 0 0,-2 1 0,1 2 1,29 22-1,-49-34-3,-1 0-1,0 0 1,0 0 0,0 1-1,0-1 1,0 0 0,0 0-1,0 0 1,0 1 0,0-1-1,0 1 1,-1-1 0,1 0-1,-1 1 1,1-1 0,-1 1-1,1 0 1,-1-1 0,0 4-1,0-4 0,-1 0 0,1 1 0,0-1 0,-1 0 0,0 0 0,1 1 0,-1-1 0,0 0 0,1 0 0,-1 0 0,0 0 0,0 0 0,0 0 0,0 0 0,0 0 0,0 0 0,-2 1 0,-5 2-21,1-1 0,-1 1 0,1-1 0,-1 0 0,-9 1 0,16-4 20,-33 10-639,3-1-1512</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2.869"/>
    </inkml:context>
    <inkml:brush xml:id="br0">
      <inkml:brushProperty name="width" value="0.05" units="cm"/>
      <inkml:brushProperty name="height" value="0.05" units="cm"/>
    </inkml:brush>
  </inkml:definitions>
  <inkml:trace contextRef="#ctx0" brushRef="#br0">1 1 32031,'0'0'611,"3"25"-591,53 353 29,-8-130-60,-37-199-21,-12-78-157,3 11 18,-2-25-578</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3.092"/>
    </inkml:context>
    <inkml:brush xml:id="br0">
      <inkml:brushProperty name="width" value="0.05" units="cm"/>
      <inkml:brushProperty name="height" value="0.05" units="cm"/>
    </inkml:brush>
  </inkml:definitions>
  <inkml:trace contextRef="#ctx0" brushRef="#br0">1 49 28846,'0'0'3832,"8"-8"-3823,-1 1-7,-5 4-1,0 0-1,0 1 1,1-1 0,-1 1-1,1 0 1,-1 0-1,1 0 1,0 0 0,0 0-1,0 0 1,0 1 0,1 0-1,-1-1 1,0 1 0,0 0-1,1 1 1,-1-1-1,1 1 1,4-1 0,-3 1-1,0 0 0,0 0 0,1 1 0,-1-1 0,0 1 0,0 0 0,0 1 0,0-1 0,0 1 0,0 0 0,0 0 0,-1 1 0,1-1 0,-1 1 0,1 0 0,-1 0 0,0 1 0,0-1 0,0 1 0,-1 0 0,0 0 0,1 0 0,-1 1 0,-1-1 0,1 1 0,0-1 0,-1 1 0,0 0 0,0 0 0,1 8 0,-1-6-1,0-1 0,-1 0 0,0 1 0,0-1 0,0 1 0,-1 0 0,0-1 0,-1 1 0,1-1 0,-1 1 0,0-1 0,-1 1 0,0-1 1,0 0-1,0 0 0,-1 0 0,1 0 0,-1 0 0,-1 0 0,1-1 0,-1 1 0,0-1 0,-1 0 0,1 0 0,-1-1 0,-9 8 0,12-10-16,0 1 0,-1-1 0,1 0 0,-1 0 0,0 0 0,0 0 0,1-1 1,-1 1-1,0-1 0,-1 0 0,1 0 0,0 0 0,0 0 0,0 0 0,-1-1 0,1 1 0,0-1 0,0 0 0,-1 0 0,1 0 0,-6-1 0,4-4-751</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3.841"/>
    </inkml:context>
    <inkml:brush xml:id="br0">
      <inkml:brushProperty name="width" value="0.05" units="cm"/>
      <inkml:brushProperty name="height" value="0.05" units="cm"/>
    </inkml:brush>
  </inkml:definitions>
  <inkml:trace contextRef="#ctx0" brushRef="#br0">227 92 32095,'0'0'581,"-32"20"-563,-99 66-10,126-82-8,-1 0 0,1 1 0,0 0 0,0 0 1,0 0-1,1 0 0,-6 9 0,8-10 0,0-1 0,1 1 0,0 0 0,0-1 0,0 1 0,0 0 0,0 6 0,-1 2 0,1-6 0,-4 42 0,5-47 0,-1 0 0,1 1 0,0-1 0,1 0-1,-1 1 1,0-1 0,0 0 0,0 0-1,1 1 1,-1-1 0,1 0 0,-1 0-1,1 0 1,-1 0 0,1 0 0,0 1 0,-1-1-1,1 0 1,0 0 0,0-1 0,0 1-1,0 0 1,0 0 0,0 0 0,0-1-1,0 1 1,0 0 0,0-1 0,0 1 0,3 0-1,3 0 0,0 0 0,1 0 0,-1-1 0,0 0 0,1-1-1,-1 0 1,0 0 0,0 0 0,1-1 0,-1 0 0,0 0 0,-1-1 0,1 0-1,9-6 1,0-1-9,-1 0-1,0-2 0,-1 0 0,20-22 1,-28 27 11,0-1 1,-1 1 0,0-1 0,0 0 0,0 0-1,-1-1 1,0 1 0,-1-1 0,0 0 0,-1 0 0,1 0-1,-2-1 1,1 1 0,-1 0 0,-1-1 0,0-9-1,0 18 13,10 25-21,-6-15 8,1 0 1,-1-1-1,1 0 0,1 0 1,-1 0-1,1-1 0,1 0 1,-1 0-1,1 0 0,1-1 1,8 7-1,-14-12-1,0-1 1,0 1-1,0 0 1,0-1-1,0 1 1,0-1-1,0 1 1,0-1-1,0 0 1,0 0-1,0 0 1,0 0-1,0 0 1,0-1-1,0 1 1,0 0-1,0-1 0,0 0 1,0 1-1,0-1 1,0 0-1,0 0 1,-1 0-1,1 0 1,2-3-1,5-3 1,0 0 1,-1-1-1,11-13 0,-8 9-2,27-32 1,-26 29 0,1 0 0,0 1 0,23-18 0,-35 31 0,0 0-1,0 1 1,0-1 0,0 1-1,0-1 1,0 1 0,0 0-1,0-1 1,0 1 0,0 0-1,1 0 1,-1 0-1,0 0 1,0 0 0,0 0-1,0 0 1,1 0 0,-1 0-1,0 0 1,0 1 0,0-1-1,0 0 1,0 1 0,0-1-1,0 1 1,0-1 0,0 1-1,2 1 1,25 26-7,-18-17 9,0-1 0,1 0 0,-1-1 0,2 0 0,0-1 0,0 0 0,15 7 0,-19-12-1,0 1-1,0-2 1,0 1 0,0-1 0,0-1-1,0 1 1,1-1 0,-1-1-1,1 1 1,-1-2 0,0 1-1,10-2 1,-14 1-1,-1 0 1,1-1-1,-1 1 0,0 0 1,1-1-1,-1 0 0,0 0 1,0 0-1,0 0 0,-1 0 0,1-1 1,0 1-1,-1-1 0,0 0 1,1 1-1,-1-1 0,0 0 1,0 0-1,-1-1 0,1 1 1,-1 0-1,1-1 0,-1 1 1,0-4-1,2-1 0,-2-1 0,1 1 0,-1-1 0,0 0 0,-1 1 0,0-1 0,0 1 0,-1-1 0,-2-9 0,2 17 0,1-1 0,-1 1 0,0-1 0,0 0 0,0 1 0,0 0 0,0-1 0,0 1 0,-1 0 0,1 0 0,0-1 0,-1 1 0,1 0 0,-1 0 0,1 0 0,-1 1 0,1-1 0,-1 0 0,0 1 0,1-1 0,-1 1 0,0-1 0,1 1 0,-4-1 0,3 1 0,0 0 0,0-1-1,0 1 1,0 0 0,-1 0-1,1 0 1,0 0 0,0 1-1,0-1 1,0 1 0,0-1-1,0 1 1,0 0 0,0-1-1,0 1 1,0 0 0,0 1-1,0-1 1,0 0 0,-1 2-1,-1 2 1,1-1 0,0 1 0,0 0 0,1 1 0,0-1 0,0 0-1,0 1 1,0-1 0,1 1 0,0-1 0,-1 10 0,1 68 0,2-81 0,-1 1 0,0 1 0,0-1-1,1 1 1,0-1 0,0 1 0,0-1-1,0 0 1,0 1 0,1-1 0,-1 0-1,1 0 1,0 0 0,0 0 0,0 0-1,1-1 1,-1 1 0,0-1 0,1 1-1,0-1 1,-1 0 0,1 0 0,0 0 0,0 0-1,1 0 1,-1-1 0,0 0 0,5 2-1,7 1 1,0 0 0,1-1 0,-1-1-1,1-1 1,18 0 0,10-2-168,-1-1 0,1-3 0,-1-1 1,-1-2-1,1-2 0,54-21 0,18-10-4090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4.542"/>
    </inkml:context>
    <inkml:brush xml:id="br0">
      <inkml:brushProperty name="width" value="0.05" units="cm"/>
      <inkml:brushProperty name="height" value="0.05" units="cm"/>
    </inkml:brush>
  </inkml:definitions>
  <inkml:trace contextRef="#ctx0" brushRef="#br0">455 277 30695,'0'0'1953,"1"-1"-1947,0 0 0,1 0 0,-1-1 0,0 1-1,0 0 1,0-1 0,0 0 0,0 1 0,0-1-1,0-1 1,1-36 15,1-9-11,1 33-10,-1 0 0,-1-1 0,0 1 0,0-1 0,-2-23 0,0 34 0,-1 3 0,1-1 0,-1 1 0,0 0-1,0 0 1,1 0 0,-1 0 0,0 0 0,-1 0 0,1 1 0,0-1-1,0 0 1,-1 1 0,1-1 0,-1 0 0,0 1 0,1 0 0,-1-1 0,0 1-1,0 0 1,0 0 0,0 0 0,0 0 0,0 0 0,0 1 0,0-1-1,0 0 1,0 1 0,-3-1 0,-8-2-1,0 1 0,0 0 0,-17 0 0,11 2 1,0 0 0,0 1 0,1 1 0,-1 0 0,0 2 0,1 0 0,-1 1 0,1 1 0,1 1 0,-1 1 0,1 0 0,0 1 0,-21 15 0,25-15-1,2-1 0,-1 1 1,1 1-1,-11 11 0,20-18 1,-1-1 0,1 1-1,0 0 1,0 0 0,0 0 0,0 0 0,0 0 0,1 1-1,-1-1 1,1 0 0,0 1 0,0-1 0,0 1 0,1-1-1,-1 1 1,1 0 0,0-1 0,0 1 0,0-1 0,0 1-1,1 0 1,1 5 0,-1-6 0,0-1 0,1 1 0,0-1 0,-1 0 0,1 0 0,0 0 0,0 0 0,0 0 0,0 0 0,0 0 0,0-1 0,1 1 0,-1-1 0,1 0 0,-1 1 0,1-1 0,-1 0 0,1 0 0,0-1 0,-1 1 0,1-1 0,4 1 0,10 1 0,0 0 0,26-2 0,-26 0 0,10 0 0,0 1-1,0-1 0,0-2 0,0 0-1,0-2 1,35-9 0,-51 9 1,-8 2-1,0 1 0,1 0 0,-1 0 0,0 0 0,1 0 1,-1 0-1,1 0 0,0 1 0,-1 0 0,1 0 0,5 0 1,-8 7-10,-5 108-1,2 65 33,2-177-28,0 0-1,0-1 1,1 1-1,-1 0 1,1 0-1,0-1 1,-1 1-1,1-1 1,1 1-1,-1 0 1,0-1-1,0 0 1,1 1 0,0-1-1,-1 0 1,1 0-1,0 0 1,0 0-1,0 0 1,0 0-1,1 0 1,-1-1-1,0 1 1,1-1-1,3 2 1,16 4-426</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5.228"/>
    </inkml:context>
    <inkml:brush xml:id="br0">
      <inkml:brushProperty name="width" value="0.05" units="cm"/>
      <inkml:brushProperty name="height" value="0.05" units="cm"/>
    </inkml:brush>
  </inkml:definitions>
  <inkml:trace contextRef="#ctx0" brushRef="#br0">7 0 32319,'0'0'391,"-1"33"-382,-5 369 8,32 150-10,-19-369-140,-7-177-593</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5.451"/>
    </inkml:context>
    <inkml:brush xml:id="br0">
      <inkml:brushProperty name="width" value="0.05" units="cm"/>
      <inkml:brushProperty name="height" value="0.05" units="cm"/>
    </inkml:brush>
  </inkml:definitions>
  <inkml:trace contextRef="#ctx0" brushRef="#br0">1 1 31655,'0'0'928,"63"190"-912,-20-154 8,13-6-16,0-18 8,-3-12 0,3 0-8,-6-3 0,-4-24-8,-10-3 0,-9-3-8,-24-20-32,-3 8-120,0 3-1664</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5.834"/>
    </inkml:context>
    <inkml:brush xml:id="br0">
      <inkml:brushProperty name="width" value="0.05" units="cm"/>
      <inkml:brushProperty name="height" value="0.05" units="cm"/>
    </inkml:brush>
  </inkml:definitions>
  <inkml:trace contextRef="#ctx0" brushRef="#br0">470 20 32351,'0'0'352,"-30"-4"-331,-100-10-10,119 13-10,0 1-1,0 0 1,0 0-1,1 1 1,-1 0 0,0 1-1,0 0 1,1 1 0,-1 0-1,1 0 1,0 1-1,0 1 1,-14 8 0,10-3-1,1 0-1,0 1 1,1 1 0,0 0 0,1 1 0,-17 24 0,22-28 0,0 0 0,1 0 0,0 0 0,1 1 0,0 0 0,1 0 0,0 0 0,0 1 0,1-1-1,0 1 1,1-1 0,0 17 0,1-20-1,1 0 0,-1 0 0,1 0-1,1 0 1,-1 0 0,1 0 0,0 0-1,1 0 1,0 0 0,0-1 0,0 0 0,1 1-1,0-1 1,0 0 0,1-1 0,-1 1-1,1-1 1,0 0 0,7 5 0,1-1-7,1-1 1,0 0-1,1-1 0,0-1 1,0 0-1,0-1 1,1 0-1,0-2 1,29 4-1,5-2-139,89-5-1,-34-10-814,-18-9-1577</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6.409"/>
    </inkml:context>
    <inkml:brush xml:id="br0">
      <inkml:brushProperty name="width" value="0.05" units="cm"/>
      <inkml:brushProperty name="height" value="0.05" units="cm"/>
    </inkml:brush>
  </inkml:definitions>
  <inkml:trace contextRef="#ctx0" brushRef="#br0">245 162 30503,'0'0'2156,"-29"-8"-2135,-92-24-2,118 31-19,1 1 0,-1-1 0,1 1 0,0-1 1,-1 1-1,1 0 0,-1 0 0,1 0 0,-1 1 0,1-1 0,-1 1 0,1-1 1,0 1-1,-1 0 0,1 0 0,0 0 0,0 0 0,-1 0 0,1 0 0,0 0 0,0 1 1,0-1-1,0 1 0,1 0 0,-1 0 0,0-1 0,1 1 0,-1 0 0,1 0 1,0 0-1,-2 3 0,-1 2 0,1-1-1,0 0-1,0 0 1,1 0-1,-1 0 1,1 0-1,1 1 1,0-1 0,-1 1-1,2-1 1,-1 0-1,1 1 1,0 0 0,0-1-1,1 1 1,2 11-1,-2-17 1,0 0 0,0 0 0,0 0 0,0 0-1,0 0 1,0-1 0,0 1 0,0 0 0,0 0-1,0-1 1,0 1 0,0 0 0,1-1 0,-1 0-1,0 1 1,0-1 0,1 1 0,-1-1 0,0 0-1,1 0 1,1 0 0,35 0-9,-25 0 5,-8-1 5,0 1-1,0-1 1,0 1 0,0-1-1,0-1 1,0 1 0,0-1-1,0 1 1,-1-2 0,1 1-1,-1 0 1,1-1 0,-1 0-1,0 0 1,0 0 0,0 0-1,0-1 1,-1 0 0,0 1-1,1-1 1,-1 0 0,-1-1-1,5-6 1,-1 1 34,3 17-18,-5-3-25,1 0 9,1-1 0,-1 1 0,1 0 0,-1-1 0,1 0 0,0-1 0,1 1-1,-1-1 1,0-1 0,0 1 0,9 0 0,9 1-3,42-1 1,-51-2-1,-1-1-4,0 0 0,-1-1 0,1 0 0,0-1 0,-1 0 0,0-1 0,19-9 0,-23 9-12,-1 0 1,1-1 0,-1 0 0,0 0 0,0-1-1,-1 0 1,1 0 0,-1-1 0,-1 0 0,1 0-1,7-12 1,-12 16 18,0-1 0,0 1 0,0 0 0,-1 0 0,1-1-1,-1 1 1,0-1 0,0 1 0,0-1 0,0 0 0,-1 1 0,1-1-1,-1 0 1,0 0 0,0 1 0,-1-1 0,1 0 0,-1 1 0,0-1-1,0 1 1,0-1 0,0 1 0,0-1 0,-1 1 0,0-1 0,1 1-1,-6-6 1,4 5 10,-1 0-1,0 1 0,-1-1 0,1 1 0,-1 0 0,1 0 1,-1 0-1,0 0 0,0 1 0,0 0 0,-1 0 1,1 1-1,0-1 0,-1 1 0,1 0 0,-1 0 0,-10 1 1,14-1-9,0 1-1,0 0 1,1 0 0,-1 0 0,0 0 0,0 0 0,0 0 0,1 1 0,-1-1 0,0 1 0,0-1-1,1 1 1,-1 0 0,0-1 0,1 1 0,-1 0 0,1 0 0,-1 0 0,-1 2 0,2-1-1,0 1 0,0-1 0,1 1 0,-1-1-1,1 1 1,-1 0 0,1-1 0,0 1 0,0 0 0,0 0 0,0-1 0,1 4 0,0-2 0,0-1 0,0 1 0,0-1 0,0 0 0,0 0 0,1 0 0,-1 0 0,1 0 0,0 0 0,0 0 0,0 0 0,1 0 0,-1-1 0,0 1 0,1-1 0,0 0 0,0 0 0,5 3 0,8 5 0,0-1 0,24 8 0,-21-8 1,23 9 4,-14-7-4,-1 2-1,46 27 1,-71-38-1,0-1 0,-1 1 0,1 0-1,0-1 1,0 1 0,-1 0 0,1 0 0,-1 0 0,0 0-1,0 0 1,1 0 0,-1 0 0,-1 1 0,2 2 0,-2-4-1,0 0 0,1 0 1,-1 0-1,0 1 0,0-1 0,-1 0 1,1 0-1,0 1 0,0-1 1,-1 0-1,1 0 0,0 0 0,-1 1 1,1-1-1,-1 0 0,0 0 0,1 0 1,-1 0-1,0 0 0,1 0 1,-1 0-1,0 0 0,0 0 0,0-1 1,0 1-1,0 0 0,0-1 1,0 1-1,0 0 0,0-1 0,-3 1 1,-81 30-422,48-21-515</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6.649"/>
    </inkml:context>
    <inkml:brush xml:id="br0">
      <inkml:brushProperty name="width" value="0.05" units="cm"/>
      <inkml:brushProperty name="height" value="0.05" units="cm"/>
    </inkml:brush>
  </inkml:definitions>
  <inkml:trace contextRef="#ctx0" brushRef="#br0">1 1 25365,'0'0'7285,"1"26"-7257,1-1-22,0 26 8,17 86-1,71 209 1,-55-226-56,-34-118-198,0-6 95,0-11-553,-1-18-2392</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6.904"/>
    </inkml:context>
    <inkml:brush xml:id="br0">
      <inkml:brushProperty name="width" value="0.05" units="cm"/>
      <inkml:brushProperty name="height" value="0.05" units="cm"/>
    </inkml:brush>
  </inkml:definitions>
  <inkml:trace contextRef="#ctx0" brushRef="#br0">1 23 32047,'0'0'620,"18"-5"-588,-11 4-30,10-4 0,1 1 0,0 1 0,0 1 0,27-1 0,-39 3-2,0 1 0,-1-1 0,1 1 0,0 0 0,-1 0 0,1 1 0,0-1 0,-1 1 0,0 1 0,1-1 0,-1 1 0,0 0 0,0 0 0,-1 0 0,1 1 0,-1-1 0,1 1 0,-1 0 0,0 1 0,-1-1 0,5 7 0,-5-7 0,-1-1 0,-1 1-1,1 0 1,0-1 0,-1 1 0,0 0-1,0 0 1,0 0 0,0 0 0,-1 0-1,1 0 1,-1 0 0,0 0 0,-1 0-1,1 0 1,0 0 0,-2 4 0,0-2 1,0 0 0,-1 1 0,0-1 0,0 0-1,0-1 1,-1 1 0,0-1 0,0 1 0,-7 6 0,-5 3-36,-1 0 0,-1-2 0,0 0-1,-37 20 1,34-21-586,9-10-1476</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7.636"/>
    </inkml:context>
    <inkml:brush xml:id="br0">
      <inkml:brushProperty name="width" value="0.05" units="cm"/>
      <inkml:brushProperty name="height" value="0.05" units="cm"/>
    </inkml:brush>
  </inkml:definitions>
  <inkml:trace contextRef="#ctx0" brushRef="#br0">244 59 32287,'0'0'415,"-32"6"-406,-99 22-2,125-27-7,1 0 0,0 1 0,0 0 0,0 0 1,0 0-1,0 1 0,-7 5 0,10-6 0,1-1 0,-1 1 0,0 0 0,1 0 0,0 0 0,-1 0 0,1 0 0,0 0 0,-1 4 0,-2 2 0,2-3-1,0 0 1,0 0-1,0 1 1,1-1-1,-1 0 0,1 1 1,1-1-1,-1 1 0,1-1 1,0 1-1,0-1 1,1 1-1,-1-1 0,3 6 1,-2-9-1,0-1 1,1 1 0,-1-1-1,1 0 1,0 0 0,-1 0-1,1 0 1,0 0 0,0 0-1,0-1 1,-1 1 0,1 0-1,0-1 1,0 0 0,0 1-1,0-1 1,0 0 0,0 0-1,0 0 1,3-1 0,46-3-1,-40 2-3,1-2 0,-1 1 0,0-1 1,-1-1-1,1 0 0,-1-1 0,12-8 1,-16 10 1,-1 1 0,0-1 1,0 0-1,0-1 1,0 1-1,-1-1 1,1 0-1,-1 0 1,-1 0-1,1-1 1,-1 1-1,0-1 0,0 0 1,3-9-1,-6-3 10,1 8 6,0 14 12,1 5-26,0-1 0,1 1 0,0-1 0,1 0-1,0 0 1,0 0 0,6 8 0,-8-13 0,0 0 0,1 0 0,-1 0 0,1 0 0,-1 0 0,1-1 0,0 1 0,0-1 0,0 0 0,0 0 1,0 0-1,1 0 0,-1-1 0,1 1 0,-1-1 0,1 0 0,0 0 0,-1 0 0,1 0 0,4 0 0,-3-1 1,0 0 0,0-1-1,0 1 1,0-1 0,-1 0-1,1 0 1,0 0 0,0-1-1,-1 0 1,7-3 0,-3 0-3,1-2 0,-1 1 0,12-13 0,-17 16 1,18-20-4,0 0-1,21-33 1,-22 28 6,-20 28 0,1-1-1,-1 1 1,1 0-1,-1 0 0,0 0 1,1-1-1,-1 1 1,1 0-1,-1 0 0,1 0 1,-1 0-1,1 0 1,-1 0-1,0-1 0,1 1 1,-1 0-1,1 0 1,-1 1-1,1-1 1,-1 0-1,1 0 0,-1 0 1,1 0-1,-1 0 1,0 0-1,1 1 0,-1-1 1,1 0-1,-1 0 1,0 1-1,1-1 0,-1 0 1,1 1-1,-1-1 1,0 0-1,0 1 1,1-1-1,-1 0 0,0 1 1,1-1-1,-1 1 1,0-1-1,0 0 0,0 2 1,15 22-7,-12-19 9,2 2-2,0 1 0,0-1 0,1 0 0,-1-1 0,2 1 0,-1-1 0,1-1 0,0 1 0,0-1 0,1 0 0,-1-1 0,1 1 0,12 3-1,-5-3 1,1 0-1,-1-2 0,1 0 0,0-1 1,0 0-1,23-1 0,-34-2 0,1 0 0,-1 0-1,0 0 1,-1-1 0,1 0 0,0 0-1,0 0 1,-1 0 0,1-1 0,-1 0 0,0 0-1,1 0 1,-2 0 0,1-1 0,0 1 0,-1-1-1,1 0 1,-1 0 0,0-1 0,0 1-1,-1-1 1,0 1 0,1-1 0,-1 0 0,-1 0-1,1 1 1,-1-1 0,0-1 0,0 1-1,0 0 1,-1 0 0,0 0 0,0 0 0,0 0-1,0-1 1,-3-7 0,2 12 0,1-1 0,-1 1 0,0 0-1,0-1 1,-1 1 0,1 0 0,0 0 0,0 0 0,0 0 0,-1 0-1,1 0 1,-1 0 0,1 0 0,-1 1 0,1-1 0,-1 0 0,1 1-1,-1 0 1,1-1 0,-1 1 0,0 0 0,-2-1 0,1 1-1,0 0 1,1 0 0,-1-1-1,0 2 1,0-1-1,0 0 1,0 1 0,0-1-1,0 1 1,1 0 0,-1 0-1,-3 1 1,3 1 0,0 0 0,0 0 0,0 0 0,0 0 0,0 0 0,1 1 0,0 0 0,-1-1 0,2 1 0,-1 0 0,0 0 0,1 0 0,-1 0 0,1 0 0,0 0 0,0 5 0,-1 7 0,0-1 0,1 0 0,2 18 0,-1-30 0,0 0 0,1 0 0,0 1 0,-1-1-1,1 0 1,1 0 0,-1-1 0,0 1 0,1 0 0,-1 0 0,1-1 0,0 1 0,0 0 0,0-1-1,0 0 1,0 1 0,0-1 0,1 0 0,-1 0 0,1-1 0,-1 1 0,1 0 0,0-1 0,0 0-1,0 1 1,0-1 0,0 0 0,0 0 0,4 0 0,12 3-3,0-2 1,0 0-1,36-1 1,-52-1 2,35 0-160,1-3 0,0-1 1,62-15-1,-3-8-2005</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8.098"/>
    </inkml:context>
    <inkml:brush xml:id="br0">
      <inkml:brushProperty name="width" value="0.05" units="cm"/>
      <inkml:brushProperty name="height" value="0.05" units="cm"/>
    </inkml:brush>
  </inkml:definitions>
  <inkml:trace contextRef="#ctx0" brushRef="#br0">441 173 32167,'0'0'543,"6"-2"-533,-5 2-9,1-1-1,-1 1 1,1-1 0,0 1-1,0-1 1,0 0-1,-1 0 1,1 0 0,0 0-1,-1 0 1,1 0 0,-1 0-1,1 0 1,-1-1 0,0 1-1,1-1 1,-1 1-1,0-1 1,0 1 0,0-1-1,0 0 1,0 1 0,0-1-1,-1 0 1,1 0 0,-1 0-1,1 1 1,-1-1-1,0 0 1,1 0 0,-1 0-1,0 0 1,0-2 0,0-9 0,0 11-1,1-1 0,-1 1 0,0-1 0,0 1 0,0 0 0,0-1 0,0 1 0,-1-1 0,1 1 0,-1-1 0,1 1 0,-1 0 0,0-1 0,0 1 0,0 0 0,0 0 0,0-1 0,-1 1 0,1 0 0,-1 0 0,1 0 0,-1 1 0,0-1 0,-3-3 0,-6-1-1,-1 0 1,1 0-1,-1 1 1,0 0-1,0 1 1,-1 0-1,1 1 1,-19-2-1,-12 1-1,-49 2 0,91 2 2,-10 0 0,1 0 0,0 1 0,-1 0 0,1 1 0,0 0-1,0 1 1,0 0 0,0 0 0,0 1 0,1 0 0,-18 12 0,22-13 0,0 1 0,0 0 1,1 1-1,-1-1 0,1 1 0,0 0 0,1 0 0,-1 1 0,1-1 0,0 1 0,0-1 0,0 1 0,1 0 0,0 0 1,0 0-1,1 0 0,0 0 0,0 1 0,0-1 0,1 12 0,-1-15 0,1 1-1,0-1 1,1 1 0,-1-1-1,1 1 1,-1-1-1,1 1 1,0-1 0,0 0-1,3 5 1,-3-6 0,0 0 0,1-1-1,-1 1 1,1-1 0,-1 0 0,1 0 0,0 1-1,-1-1 1,1 0 0,0 0 0,0-1-1,0 1 1,0 0 0,0-1 0,0 1 0,0-1-1,0 1 1,3-1 0,19 3 1,0-2-1,1 0 1,-1-2 0,0-1-1,0-1 1,0 0 0,0-2-1,0-1 1,-1-1 0,0-1-1,25-12 1,-48 19-1,1 1 0,0 0 0,-1-1 0,1 1 0,0-1 0,-1 1 0,1 0 0,0 0 0,-1-1 0,1 1 0,0 0 0,0 0 0,-1 0-1,1 0 1,0 0 0,0 0 0,-1 0 0,1 0 0,0 0 0,0 0 0,0 0 0,-1 0 0,1 1 0,0-1 0,-1 0 0,1 1 0,0-1 0,-1 0 0,1 1 0,0-1 0,-1 1 0,1-1 0,-1 1 0,1-1 0,0 1 0,-1-1 0,0 1 0,1 0 0,-1-1 0,1 2-1,0 2 1,0 0 0,0 0 0,0 1 0,-1-1 0,1 0 0,-2 6 0,2 8 2,6 28-3,3-1 0,17 55 0,-19-64-603,-7-26-1894</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8.866"/>
    </inkml:context>
    <inkml:brush xml:id="br0">
      <inkml:brushProperty name="width" value="0.05" units="cm"/>
      <inkml:brushProperty name="height" value="0.05" units="cm"/>
    </inkml:brush>
  </inkml:definitions>
  <inkml:trace contextRef="#ctx0" brushRef="#br0">0 1 31095,'0'0'1560,"0"214"-1552,0-133-8,3-1 0,11-12 0,-4-5-16,3-18-64,-7-7-224,-2-26-6866</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9.152"/>
    </inkml:context>
    <inkml:brush xml:id="br0">
      <inkml:brushProperty name="width" value="0.05" units="cm"/>
      <inkml:brushProperty name="height" value="0.05" units="cm"/>
    </inkml:brush>
  </inkml:definitions>
  <inkml:trace contextRef="#ctx0" brushRef="#br0">1 75 31487,'0'0'1224,"0"-10"-1216,0 8-8,0 0 1,0 0-1,0 0 0,0 0 0,0 0 1,0 1-1,1-1 0,-1 0 0,1 0 1,-1 0-1,1 0 0,0 0 1,0 0-1,0 1 0,0-1 0,0 0 1,0 1-1,0-1 0,1 1 0,-1-1 1,3-1-1,0 1 0,1 0 0,0 0 1,0 0-1,0 0 0,0 1 0,0 0 0,0 0 1,0 0-1,9 1 0,375-9 8,-321 9-8,-56 0-1,-4-1-3,-1 1 0,1 1 0,-1-1 0,0 1 0,8 2 0,-13-3 3,-1 1 0,0-1 1,1 1-1,-1-1 0,0 1 0,1 0 0,-1 0 0,0-1 0,0 1 0,0 0 1,0 0-1,0 0 0,0 0 0,0 0 0,0 1 0,0-1 0,0 0 0,0 0 1,-1 1-1,1-1 0,0 0 0,-1 1 0,0-1 0,1 0 0,-1 1 0,0-1 0,1 1 1,-1-1-1,0 1 0,0 1 0,-1 0 0,1-1-1,-1 0 1,1 1-1,-1-1 1,0 0 0,0 1-1,0-1 1,0 0-1,0 0 1,-1 0 0,1 0-1,-1 0 1,1 0-1,-1 0 1,0 0-1,1-1 1,-1 1 0,-3 2-1,-45 26-27,35-22 16,-165 78-289,139-68 68,-18 9-501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9.725"/>
    </inkml:context>
    <inkml:brush xml:id="br0">
      <inkml:brushProperty name="width" value="0.05" units="cm"/>
      <inkml:brushProperty name="height" value="0.05" units="cm"/>
    </inkml:brush>
  </inkml:definitions>
  <inkml:trace contextRef="#ctx0" brushRef="#br0">1 12 32063,'0'0'519,"31"21"-510,102 64-2,-76-43-7,-55-40-3,-1 0 0,1 0 0,-1 0 0,1 0 0,-1 0 0,0 0 0,0 0 0,0 1 0,0-1 0,0 0 0,-1 1 0,1-1 0,0 4 0,-1-4 1,0-1-1,0 1 0,0 0 0,0 0 1,-1 0-1,1 0 0,0-1 0,-1 1 1,1 0-1,-1 0 0,0-1 0,1 1 1,-1 0-1,0-1 0,0 1 1,0-1-1,0 1 0,0-1 0,-1 0 1,1 1-1,0-1 0,-1 0 0,1 0 1,-1 0-1,1 0 0,-4 2 0,-3 1-6,-1 1-1,0-1 0,-15 4 0,24-8 9,-16 4-15,0 0 1,0-2 0,0 0-1,0-1 1,-23-1 0,38 0 17,0 0 1,0 0 0,0 0 0,0 0 0,0-1 0,-1 1 0,1 0 0,0-1 0,0 1 0,0-1 0,0 1-1,0-1 1,1 1 0,-1-1 0,0 0 0,0 1 0,0-1 0,0 0 0,1 0 0,-1 0 0,0 0 0,0-1-1,-1 0 7,1-1-1,0 0 0,0 0 0,0 0 0,0 0 0,0-1 0,0-5 0,0 2 2,1-1 0,0 1-1,0-1 1,1 1 0,0-1 0,3-11 0,-1 12-10,0 0 1,1 1 0,0-1 0,0 1 0,0 0 0,1 0-1,0 0 1,0 1 0,1 0 0,-1 0 0,9-5-1,7-6 0,43-22 0,-52 32 2,-1 1-1,1 1 1,0-1-1,0 2 1,0 0 0,0 0-1,0 1 1,1 1-1,22-1 1,-32 3-2,0-1 0,0 1 0,0-1 0,0 1 0,0 0 0,0 0 0,0 0 0,0 1 0,0-1 0,0 1 0,0-1 0,-1 1 0,1 0 0,-1 0 0,0 0 0,3 3 0,34 45 0,-22-26 0,1-1 0,-12-12 0,2-1 0,-1 0 1,1-1-1,1 0 0,-1 0 0,2 0 0,14 9 0,-23-17 1,1 0 0,0 0 0,0 0-1,1 0 1,-1-1 0,0 1 0,0-1-1,0 1 1,0-1 0,0 0 0,1 0-1,-1 0 1,0 0 0,0 0 0,0 0-1,1-1 1,-1 1 0,0-1 0,0 0 0,0 1-1,0-1 1,0 0 0,0 0 0,0 0-1,0-1 1,0 1 0,-1 0 0,1-1-1,0 1 1,-1-1 0,1 1 0,-1-1-1,0 0 1,1 0 0,-1 0 0,0 1-1,0-1 1,0 0 0,-1-1 0,2-1 0,0 0-1,-1 0 1,0 0-1,0 0 1,0 0 0,0 0-1,0 0 1,-1 0-1,0-1 1,0 1 0,0 0-1,0 0 1,-1 0-1,1 0 1,-1 0 0,0 0-1,0 0 1,-1 0-1,1 0 1,-1 0 0,-3-5-1,0 4 0,-1 0-1,1 1 0,-1-1 0,0 1 0,0 0 1,0 1-1,0 0 0,-1 0 0,0 0 0,1 0 1,-8-1-1,5 2-22,0 0 1,-1 0-1,1 1 1,0 0-1,0 0 1,-1 1-1,1 0 1,-12 2-1,9 4-321,10 8-409</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29.964"/>
    </inkml:context>
    <inkml:brush xml:id="br0">
      <inkml:brushProperty name="width" value="0.05" units="cm"/>
      <inkml:brushProperty name="height" value="0.05" units="cm"/>
    </inkml:brush>
  </inkml:definitions>
  <inkml:trace contextRef="#ctx0" brushRef="#br0">203 0 30374,'0'0'2241,"-169"51"-2217,142-13-16,21 1-8,6-3 0,0 6-8,23-19-32,23-2 8,54-21-56,-14 0-168,0-9-1512</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0.584"/>
    </inkml:context>
    <inkml:brush xml:id="br0">
      <inkml:brushProperty name="width" value="0.05" units="cm"/>
      <inkml:brushProperty name="height" value="0.05" units="cm"/>
    </inkml:brush>
  </inkml:definitions>
  <inkml:trace contextRef="#ctx0" brushRef="#br0">255 99 29926,'0'0'2701,"-29"5"-2682,-93 17-11,117-21-8,1 0 0,-1 0 0,1 1 0,0-1 0,0 1 0,0 0 0,0 1 0,0-1 0,0 1 0,0-1 0,1 1 0,-1 0 0,1 0 0,0 1 0,0-1 1,0 1-1,0-1 0,1 1 0,0 0 0,-1 0 0,1 0 0,1 1 0,-1-1 0,-2 9 0,-2 4 0,3-8-2,0 0 1,1 0-1,0 0 1,0 0-1,1 0 1,0 0-1,1 15 1,0-23-1,0 0-1,0 0 1,0 0-1,0 0 1,0 0 0,1 0-1,-1 0 1,0 0-1,0 0 1,1-1-1,-1 1 1,1 0 0,-1 0-1,0 0 1,1-1-1,0 1 1,-1 0 0,1 0-1,-1-1 1,1 1-1,0 0 1,-1-1 0,1 1-1,0-1 1,1 1-1,0 0 1,0 0 0,0-1 0,0 1 0,0-1 0,1 1 0,-1-1-1,0 0 1,0 0 0,0 0 0,4-1 0,0 1-3,0-2-1,0 1 1,0-1-1,0 0 1,0 0-1,0 0 1,6-5 0,0-1-22,-1-1 0,0-1 0,0 1 0,-1-2 0,0 0-1,15-23 1,-19 25 49,-1 1 0,0-1-1,-1 0 1,1 0-1,-2-1 1,0 1-1,0-1 1,0 0 0,-1 0-1,1-19 1,-3 28 11,0 7-21,0 0-12,1-1 0,-1 0 0,1-1 0,0 1 0,0 0 0,1 0 0,0 0 0,-1-1 0,2 1 0,-1 0 0,0-1 0,1 0 0,0 0 0,0 0 0,0 0 0,0 0 0,1 0 0,0-1 0,-1 0 0,1 0 0,1 0 0,-1 0 0,0 0 0,1-1 0,-1 0 0,1 0 0,-1 0 0,1-1 0,6 2 0,-1-2 1,1 0 0,-1-1 0,0 0 0,0-1 0,0 0 0,0-1 0,0 0-1,19-6 1,-25 6-2,0 0 0,0 0-1,0 0 1,-1 0 0,1-1-1,0 1 1,-1-1 0,0 0-1,0 0 1,0 0 0,0-1-1,0 1 1,-1-1-1,1 0 1,-1 1 0,0-1-1,0 0 1,-1 0 0,1 0-1,-1 0 1,0-1 0,0 1-1,1-7 1,-1 6-1,-1-1 0,0 0 0,1 1 0,-2-1 0,1 0 0,-1 1 0,0-1 1,0 0-1,0 1 0,-1 0 0,0-1 0,0 1 0,-4-7 0,4 9 1,0 1-1,0-1 1,0 0 0,0 0-1,-1 1 1,0 0 0,1-1-1,-1 1 1,0 0 0,0 0-1,0 1 1,0-1 0,0 0-1,-1 1 1,1 0 0,0 0 0,-1 0-1,1 0 1,-1 1 0,1-1-1,-1 1 1,-5 0 0,9 0 0,-1 0 1,1 0 0,-1 0-1,1 0 1,0 0 0,-1 0 0,1 0-1,-1 0 1,1 0 0,-1 0-1,1 0 1,-1 1 0,1-1-1,0 0 1,-1 0 0,1 0 0,0 1-1,-1-1 1,1 0 0,-1 1-1,1-1 1,0 0 0,0 0-1,-1 1 1,1-1 0,0 1-1,0-1 1,-1 0 0,1 1 0,0-1-1,0 1 1,0-1 0,0 0-1,-1 1 1,1-1 0,0 1-1,0-1 1,0 1 0,0-1 0,0 1-1,0-1 1,0 0 0,0 1-1,1-1 1,-1 1 0,0-1-1,0 1 1,0 0 0,1 0-3,-1 3 2,1 0 0,0 0 0,0 0 0,0 0-1,1 0 1,-1 0 0,1-1 0,0 1 0,0-1 0,0 1-1,1-1 1,-1 0 0,1 0 0,0 0 0,0 0-1,4 4 1,12 8 7,33 22 1,-22-17-1,-18-12 0,0 1 1,-1 0-1,0 1 1,-1 0-1,1 1 1,-2 0-1,11 15 1,-19-24-7,0-1 0,-1 0 0,1 0 0,0 0 0,-1 1 0,1-1 0,-1 0 0,1 1 0,-1-1 0,0 0 0,0 1 0,1-1 0,-1 1 0,0-1 0,0 0 0,0 1 0,-1-1 0,1 1 0,0-1 0,0 0 0,-1 1 0,1-1 0,-1 0 0,1 1 0,-1-1 0,1 0 0,-1 0 0,0 1 0,0-1 0,0 0 0,0 0 0,0 0 0,-1 1 0,-2 1-14,-1 0-1,0-1 0,0 0 0,0 0 0,-1 0 1,-9 2-1,5-1-47,-14 3-301</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0.824"/>
    </inkml:context>
    <inkml:brush xml:id="br0">
      <inkml:brushProperty name="width" value="0.05" units="cm"/>
      <inkml:brushProperty name="height" value="0.05" units="cm"/>
    </inkml:brush>
  </inkml:definitions>
  <inkml:trace contextRef="#ctx0" brushRef="#br0">0 0 31791,'0'0'656,"0"200"-600,10-123-16,10 6-24,0-8 8,6 2-8,1-14-8,-11-19-8,-2-11 0,-8-15-16,-6-15-16,0-6-48,0-24-48,-3-9-1152</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1.047"/>
    </inkml:context>
    <inkml:brush xml:id="br0">
      <inkml:brushProperty name="width" value="0.05" units="cm"/>
      <inkml:brushProperty name="height" value="0.05" units="cm"/>
    </inkml:brush>
  </inkml:definitions>
  <inkml:trace contextRef="#ctx0" brushRef="#br0">1 38 31223,'0'0'1428,"14"-7"-1416,45-20-4,-56 26-8,-1 0 1,1 1 0,-1-1-1,1 1 1,0 0-1,-1 0 1,1 0-1,-1 0 1,1 0-1,0 1 1,-1-1-1,1 1 1,-1-1-1,1 1 1,-1 0-1,0 0 1,1 0-1,-1 0 1,0 1-1,1-1 1,-1 1-1,0-1 1,0 1-1,0 0 1,-1 0-1,1-1 1,0 1 0,1 4-1,1-2 0,-1 1 0,0 1 0,0-1 0,-1 0 1,1 1-1,-1-1 0,-1 1 0,1-1 0,1 13 0,-3-15 1,1 1 0,-1-1 0,0 1-1,-1 0 1,1-1 0,0 1 0,-1-1 0,0 1 0,0 0-1,0-1 1,-1 0 0,1 1 0,-1-1 0,1 0 0,-1 0 0,0 0-1,0 0 1,-1 0 0,-4 5 0,-2-2-63,1 1 0,-1-2 1,-1 1-1,1-1 0,-14 5 0,13-6-79,-8 3-1100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1.747"/>
    </inkml:context>
    <inkml:brush xml:id="br0">
      <inkml:brushProperty name="width" value="0.05" units="cm"/>
      <inkml:brushProperty name="height" value="0.05" units="cm"/>
    </inkml:brush>
  </inkml:definitions>
  <inkml:trace contextRef="#ctx0" brushRef="#br0">189 42 31967,'0'0'727,"-21"9"-713,-67 34-11,82-40-3,1 0-1,-1 1 1,1 0 0,0 0-1,0 0 1,0 0 0,1 1-1,0 0 1,0 0 0,0 0-1,0 0 1,1 1 0,0-1 0,0 1-1,0 0 1,1 0 0,0 0-1,0 0 1,1 1 0,-1-1-1,1 0 1,1 1 0,-1-1-1,1 7 1,16-12-15,-6-2 14,-1 0 0,0-1-1,0 0 1,0 0 0,0-1-1,-1-1 1,1 1-1,-1-2 1,1 1 0,-2-1-1,1 0 1,9-8 0,-5 4-2,-1-1 1,1 0 0,-2-1 0,0-1-1,0 0 1,15-24 0,-16 91 2,-8-46 0,1-1 0,0 1 0,1-1 0,0 1 0,0-1 0,1 0 0,5 10 0,-7-16 0,1 0 0,-1 1 0,1-1 0,-1 0 0,1 0 0,0 0 1,0-1-1,-1 1 0,1-1 0,0 1 0,1-1 0,-1 0 0,0 0 0,0-1 0,0 1 0,1-1 0,-1 1 0,0-1 0,0 0 0,1 0 1,-1 0-1,0-1 0,1 1 0,-1-1 0,0 0 0,6-2 0,-1 0 0,0-1 0,0 1-1,0-2 1,0 1 0,-1-1 0,0 0-1,0 0 1,12-13 0,25-47-16,-41 64 16,0 0 0,-1 0 0,1 0 0,0 1 0,0-1 0,0 1 0,1-1 0,-1 1 0,0 0 0,0 0 0,0 1 0,5 0 0,0-1 0,73 5 7,-59-3-8,1 0 0,0-1 0,0-2-1,32-4 1,-50 3 1,0 1-1,0-1 1,-1 0-1,1 0 0,0 0 1,-1-1-1,0 0 1,0 0-1,0 0 0,6-5 1,-9 6 0,1 1 1,0-1-1,-1 0 0,0 1 1,1-1-1,-1 0 1,0 0-1,0 0 1,0 0-1,0 0 0,0 0 1,0 0-1,-1 0 1,1 0-1,-1 0 1,1-1-1,-1 1 0,0 0 1,0 0-1,0-1 1,0 1-1,0 0 1,-1 0-1,1 0 0,0 0 1,-1-1-1,-1-1 1,1 2-1,0 0 0,-1 0 0,1 1 0,0-1 0,-1 1 0,1-1 0,-1 1 0,0-1 0,0 1 0,1 0 1,-1 0-1,0 0 0,0 0 0,0 0 0,0 1 0,0-1 0,0 0 0,0 1 0,-3-1 0,-45-2 0,43 3 0,6 0 0,-1 0 0,1 1 0,-1-1 0,0 0 0,1 1 0,-1-1 0,1 1 0,-1-1 0,1 1 0,-1 0 0,1 0 0,0-1 0,-1 1 0,1 0 0,0 0 0,-1 1 0,1-1 0,0 0 0,0 0 0,0 0 0,0 1 0,0-1 0,1 1 0,-1-1 0,0 0 0,0 1 0,1-1 0,-1 1 0,0 2 0,-1 5 0,1 1 0,-1-1 0,1 19 1,0-20-1,0 16 5,0-11-3,0 1 0,1-1 0,1 0 0,3 27 0,-3-38-2,0 1 0,-1 0 0,1 0 0,0-1 0,1 1 0,-1-1 0,0 1-1,1-1 1,-1 0 0,1 1 0,0-1 0,0 0 0,0 0 0,0 0 0,0 0 0,0-1 0,0 1 0,1-1 0,-1 1 0,1-1 0,-1 0 0,1 1 0,-1-1 0,1-1 0,0 1 0,-1 0 0,1-1 0,5 1 0,3 0-41,0 0 0,0-1 0,-1 0 0,1-1 0,0 0 0,0-1 0,-1 0 0,1-1 0,-1 0 0,0 0 0,0-1 0,14-8 1,30-17-1676</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2.256"/>
    </inkml:context>
    <inkml:brush xml:id="br0">
      <inkml:brushProperty name="width" value="0.05" units="cm"/>
      <inkml:brushProperty name="height" value="0.05" units="cm"/>
    </inkml:brush>
  </inkml:definitions>
  <inkml:trace contextRef="#ctx0" brushRef="#br0">37 1 31911,'0'0'741,"10"0"-722,29 0-6,101 1 15,-134 0-27,0 0 0,-1 0-1,1 1 1,0-1-1,0 1 1,9 5 0,-13-6-1,0 0 0,0 0 0,0 0 0,-1 1 0,1-1 0,0 0 0,-1 1 0,1-1 1,-1 1-1,1-1 0,-1 1 0,0 0 0,0 0 0,0 0 0,0 0 0,0-1 0,0 1 0,0 0 1,-1 0-1,1 1 0,-1-1 0,1 0 0,-1 3 0,0-1 0,1 1 0,-2 0 0,1-1 0,0 1 0,-1 0 0,0-1 0,0 1 0,0-1 1,-1 1-1,1-1 0,-1 0 0,0 1 0,-1-1 0,1 0 0,-1 0 0,1-1 0,-1 1 0,0 0 0,-1-1 0,1 0 0,-1 0 0,-5 5 0,-15 10 2,0-1 0,-1-1-1,-32 16 1,96-30-2,-26-4 0,8-2 0,1 1 0,-1 1 0,1 1 0,42 3 0,-58-1 0,-1 0 0,1 0 0,0 1 0,0 0 0,-1 0 0,1 0 0,-1 1 0,0 0 0,0 0 0,0 0 0,0 1-1,0-1 1,-1 1 0,1 0 0,-1 0 0,0 1 0,-1-1 0,1 1 0,-1 0 0,0 0 0,0 0 0,0 1 0,2 5 0,-3-7-1,-1 0 1,1 0 0,-1 0 0,0 0-1,0 0 1,0 1 0,-1-1-1,1 0 1,-1 5 0,0-7 0,-1 0 1,1-1-1,-1 1 1,1-1-1,-1 1 0,1-1 1,-1 0-1,0 1 1,1-1-1,-1 1 0,0-1 1,0 0-1,0 0 0,0 0 1,0 1-1,-1-1 1,1 0-1,0 0 0,0-1 1,-1 1-1,1 0 1,0 0-1,-1-1 0,1 1 1,-1 0-1,-2 0 1,-33 8-8,-1-2 0,0-1 0,0-2 0,0-1 0,-58-5-1,37 2-72,-18 0-244</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2.990"/>
    </inkml:context>
    <inkml:brush xml:id="br0">
      <inkml:brushProperty name="width" value="0.05" units="cm"/>
      <inkml:brushProperty name="height" value="0.05" units="cm"/>
    </inkml:brush>
  </inkml:definitions>
  <inkml:trace contextRef="#ctx0" brushRef="#br0">156 0 32439,'0'0'303,"-2"36"-295,-5 621 8,13-317-15,1 297-1,-35-4 0,13-474 0,-31 378 0,25 0 0,24-171 0,-2-387-21,-2 0-1,0 1 1,-1-1 0,-1 1-1,-1 0 1,-12-37 0,-11-10-526</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3.292"/>
    </inkml:context>
    <inkml:brush xml:id="br0">
      <inkml:brushProperty name="width" value="0.05" units="cm"/>
      <inkml:brushProperty name="height" value="0.05" units="cm"/>
    </inkml:brush>
  </inkml:definitions>
  <inkml:trace contextRef="#ctx0" brushRef="#br0">1 1 32687,'0'0'64,"8"30"-57,73 214-5,33 87 5,-102-297-7,-9-22 0,1-1 0,0 1 0,0-1 0,1 0 0,0 0 0,7 10 0,-10-18 0,0-1 0,-1 0 0,1 0 0,0 0 0,0 0 0,1 0 0,-1 0 0,0 0 0,1-1 0,-1 1 0,1-1 0,-1 0 0,1 0 0,-1 0 0,1 0 0,0 0 0,0-1 0,0 1 0,-1-1 0,1 1 0,0-1 0,0 0 0,0 0 0,0 0 0,-1-1 0,5 0 0,5-3 0,-1 0 0,0-1 0,0 0 0,0-1 0,0 0 0,-1-1 0,0 0 0,-1 0 0,1-1 0,12-15 0,36-34 0,89-116-1,-132 154 1,100-133-24,-18 10-71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4.801"/>
    </inkml:context>
    <inkml:brush xml:id="br0">
      <inkml:brushProperty name="width" value="0.05" units="cm"/>
      <inkml:brushProperty name="height" value="0.05" units="cm"/>
    </inkml:brush>
  </inkml:definitions>
  <inkml:trace contextRef="#ctx0" brushRef="#br0">26 0 32375,'0'0'359,"0"19"-351,0-3-8,-4 218 9,-1-143-6,-11 472 2,18-531-5,1 1 1,2-2-1,2 1 0,0-1 1,3 0-1,0 0 1,2-1-1,1-1 0,1 0 1,2-1-1,0 0 0,2-2 1,1 0-1,1-1 0,2 0 1,0-2-1,1-1 1,2-1-1,0-1 0,1-1 1,50 28-1,-22-19 0,96 35 0,-5-16 0,2-7 0,221 32 0,312 1 0,1280-13 0,-773-133 0,-1181 73 0,-5 0 0,0 0 0,0 0 0,0 0 0,0 0 0,0 0 0,0 0 0,0 0 0,0-1 0,0 1 0,0 0 0,-1-1 0,1 1 0,0 0 0,0-1 0,0 1 0,0-1 0,0 0 0,0 1 0,-1-1 0,1 1 0,0-1 0,0-1 0,17 2-8,-76 0-239,28 0-658</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5.104"/>
    </inkml:context>
    <inkml:brush xml:id="br0">
      <inkml:brushProperty name="width" value="0.05" units="cm"/>
      <inkml:brushProperty name="height" value="0.05" units="cm"/>
    </inkml:brush>
  </inkml:definitions>
  <inkml:trace contextRef="#ctx0" brushRef="#br0">0 1 32111,'0'0'623,"9"7"-609,28 20-10,1-2-1,63 32 1,-52-31-4,83 58 0,-117-73 0,0 1 0,-1 1 0,-1 0 0,21 27 0,-32-37 0,1 0 0,-1 0 0,0 0 0,0 1 0,0-1 0,0 1 0,-1-1 0,0 1 0,1 0 0,-1-1 0,0 1 0,-1 0 0,1 0 0,-1 0 0,0 0 0,0 0 0,0-1 0,0 1 0,0 0 0,-1 0 0,0 0 0,0 0 0,0-1 0,0 1 0,-1 0 0,1-1 0,-1 1 0,0-1 0,0 0 0,-5 6 0,-10 8 0,0-1 0,-1-1 0,-1-1 0,-1 0 0,-29 14 0,-2 4-1,-140 90-131,118-77-303</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6.454"/>
    </inkml:context>
    <inkml:brush xml:id="br0">
      <inkml:brushProperty name="width" value="0.05" units="cm"/>
      <inkml:brushProperty name="height" value="0.05" units="cm"/>
    </inkml:brush>
  </inkml:definitions>
  <inkml:trace contextRef="#ctx0" brushRef="#br0">4902 0 32431,'0'0'287,"15"31"-271,161 368 8,-40-4-20,-114-313-3,-3 2 1,15 160 0,-27 14-2,-8-215 0,-3-1 0,-1 0 0,-2 0 0,-13 42 0,6-41 0,-1-2 0,-2 0 0,-2 0 0,-1-2 0,-46 65 0,43-75 0,-1 0 0,-1-2 0,-1-1 0,-1-1 0,-1-1 0,-2-2 0,-44 27 0,16-18 0,-1-3 0,-1-2 0,-1-3 0,-73 18 0,-263 37 0,-430-6 0,-11-64 0,596-8 0,138 0 0,-274-5 0,283 0 0,-180-35 0,260 36 0,0 2 0,0 0 0,0 1 0,0 0 0,0 1 0,0 1 0,0 1 0,0 0 0,1 0 0,-1 2 0,-16 5 0,-36 8 0,-95 18 0,-71 14 0,171-39 0,-117 2 0,-139-26 0,204 10 0,108 4 0,5-3 0,1 3-1,-1-1-1,1 1 1,0-1 0,0 1-1,0-1 1,0 1 0,0-1-1,1 1 1,-1-1-1,0 1 1,0-1 0,0 1-1,0-1 1,0 1 0,1-1-1,-1 1 1,0-1 0,0 1-1,1-1 1,-1 1 0,0 0-1,1-1 1,-1 1-1,1 0 1,-1-1 0,1 1-1,3-4-50,3-7-227</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6.786"/>
    </inkml:context>
    <inkml:brush xml:id="br0">
      <inkml:brushProperty name="width" value="0.05" units="cm"/>
      <inkml:brushProperty name="height" value="0.05" units="cm"/>
    </inkml:brush>
  </inkml:definitions>
  <inkml:trace contextRef="#ctx0" brushRef="#br0">413 1 31551,'0'0'1184,"-26"16"-1176,1 1-6,-138 98 4,120-81-6,2 1 0,-65 74 0,105-109 0,0 1 0,0-1 0,1 1 0,-1 0 0,1 0 0,-1 0 0,0-1 0,1 1 0,0 0 0,-1 0 0,1 0 0,-1 0 0,1 0 0,0 0 0,0 0 0,-1 0 0,1-1 0,0 1 0,0 0 0,0 0 0,0 0 0,0 0 0,0 0 0,1 0 0,-1 0 0,0 0 0,0 0 0,1 0 0,-1 0 0,1 1 0,1 0 0,0 0 0,0 0 0,0 0 0,1-1 0,-1 1 0,0-1 0,1 1 0,3 1 0,-1 0 0,73 41 8,85 64 0,-124-78-36,-2 1 1,-1 1-1,58 69 0,-54-48-285</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7.423"/>
    </inkml:context>
    <inkml:brush xml:id="br0">
      <inkml:brushProperty name="width" value="0.05" units="cm"/>
      <inkml:brushProperty name="height" value="0.05" units="cm"/>
    </inkml:brush>
  </inkml:definitions>
  <inkml:trace contextRef="#ctx0" brushRef="#br0">576 111 31495,'0'0'1237,"-17"-18"-1226,-5-5-8,-32-25 1,50 45-4,0 1 0,-1-1 0,1 1 0,-1 0 0,1 0 0,-1 0 0,0 1 0,0-1 0,0 1 0,0 1 0,0-1 0,0 1 0,0-1 1,0 1-1,0 1 0,0-1 0,0 1 0,0 0 0,-9 3 0,6-2 0,-8 2 0,1 1 0,0 0 0,1 1 0,-1 1 0,-18 12 0,0 2 1,-31 27-1,49-36 1,1 1-1,1 0 0,0 0 1,1 2-1,0-1 0,1 2 1,1-1-1,1 1 0,0 1 1,1 0-1,0 0 1,2 0-1,0 1 0,1 0 1,1 1-1,0-1 0,2 0 1,-2 37-1,4-47 0,1 0 0,-1 0 0,1 0 0,0 0 0,1 0 0,0 0 0,0 0 0,1-1 0,0 1-1,0-1 1,1 0 0,6 10 0,-4-9 0,1 0-1,0-1 1,0 0-1,1 0 0,-1-1 1,2 0-1,-1 0 1,1 0-1,14 6 0,5-1 0,-1 0-1,1-2 0,1-1 0,0-2 0,0 0 0,58 2 1,-25-6-35,-1-3 0,76-11 0,-93 4-246,55-15 0,21-13-1580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8.043"/>
    </inkml:context>
    <inkml:brush xml:id="br0">
      <inkml:brushProperty name="width" value="0.05" units="cm"/>
      <inkml:brushProperty name="height" value="0.05" units="cm"/>
    </inkml:brush>
  </inkml:definitions>
  <inkml:trace contextRef="#ctx0" brushRef="#br0">312 93 32159,'0'0'521,"-32"-4"-493,-103-12-17,130 16-10,-1-1-1,1 1 1,-1 1 0,1-1 0,-1 1-1,1 0 1,-1 0 0,1 0 0,-1 1-1,1 0 1,-7 3 0,8-2 0,0 0 0,0 0 0,0 0-1,0 1 1,1 0 0,-1 0 0,-4 7 0,2-3-1,2-3 0,0 0 0,1 0 0,0 0 0,0 0 0,1 0 0,-1 1 0,1-1-1,0 1 1,1 0 0,-1 0 0,1-1 0,0 1 0,1 0 0,-1 0 0,1 0 0,0 0 0,1 0 0,0 7 0,0-12-1,0 1 1,0-1 0,0 1-1,0-1 1,0 0 0,0 1 0,0-1-1,0 0 1,1 0 0,-1 0-1,0 0 1,1 0 0,-1 0-1,1 0 1,-1-1 0,1 1-1,-1-1 1,1 1 0,-1-1 0,1 1-1,0-1 1,2 1 0,45 1-4,-38-2 0,-1 0 0,0-1 1,0 0-1,0-1 0,-1 0 1,1 0-1,-1-1 0,1 0 0,-1-1 1,0 0-1,0 0 0,0-1 1,-1 0-1,0-1 0,0 0 1,0 0-1,8-9 0,-15 14 5,1 0-1,-1 0 1,0-1-1,0 1 0,0 0 1,0-1-1,0 1 1,0-1-1,0 0 1,0 1-1,-1-1 0,1 0 1,-1 1-1,1-1 1,-1 0-1,1 1 0,-1-1 1,0-2-1,0 3 31,1 6-16,0-1-16,0-1 1,1 1-1,-1-1 1,1 1-1,0-1 1,0 0-1,0 0 1,1 0-1,-1 0 1,1 0-1,-1-1 1,1 1-1,5 3 0,0 0 2,0 0-1,0-1 0,0-1 0,15 7 0,-5-6 0,-1-1 0,1 0 0,0-2-1,0 0 1,0-1 0,32-2 0,-40 0 0,6 0-5,-1 0 1,0-2 0,0 0 0,0 0 0,-1-1-1,1-1 1,22-11 0,-27 11-8,1-1 0,-1 0-1,0-1 1,0 0 0,0 0 0,-1-1-1,0-1 1,-1 1 0,15-20 0,-21 25 11,0 0 1,-1 0 0,1 0 0,-1 0-1,1 0 1,-1 0 0,0 0 0,0 0-1,0 0 1,-1-1 0,1 1 0,-1 0-1,1-1 1,-1 1 0,0 0 0,-1-1-1,1 1 1,-1-1 0,1 1 0,-1 0-1,0 0 1,0 0 0,0-1 0,-1 1-1,1 0 1,-1 0 0,1 1 0,-1-1-1,0 0 1,0 0 0,-1 1 0,1-1-1,0 1 1,-1 0 0,0 0 0,1 0-1,-1 0 1,0 0 0,0 1 0,0-1-1,0 1 1,-4-2 0,-9-1 15,1 0-1,-1 1 1,1 0 0,-1 2-1,0 0 1,-22 1 0,36 0-15,0 0 0,1 1 0,-1-1 1,0 1-1,1-1 0,-1 1 0,1 0 1,-1 0-1,1 0 0,-1 0 0,1 0 1,-1 0-1,1 0 0,0 0 0,0 0 1,-1 1-1,1-1 0,0 0 0,0 1 1,0-1-1,1 1 0,-1-1 0,0 1 1,0 0-1,1-1 0,-1 1 0,1 0 1,0-1-1,-1 1 0,1 3 0,-1-1 0,1 0 1,-1 0-1,1-1 0,0 1 0,0 0 0,1 0 0,-1 0 0,1-1 0,0 1 0,0 0 1,0 0-1,0-1 0,1 1 0,2 5 0,0-5 0,0 0 1,1 0-1,-1 0 0,1 0 1,-1-1-1,1 1 0,1-1 1,9 4-1,50 20 6,-55-24-6,21 7 4,61 10-1,-16-4-4,-76-16-1,1 1 1,-1-1 0,1 0-1,-1 1 1,1-1-1,-1 1 1,1-1 0,-1 0-1,0 1 1,1-1-1,-1 1 1,0-1 0,1 1-1,-1-1 1,0 1 0,0-1-1,1 1 1,-1-1-1,0 1 1,0 0 0,0-1-1,0 1 1,0-1 0,0 1-1,0 0 1,0-1-1,0 1 1,0-1 0,0 2-1,-5 15-34,-1-10 12,-1 0 0,1-1 0,-1 0 0,-1-1-1,1 0 1,-1 0 0,-13 7 0,0-1-260,-6 5-760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8.282"/>
    </inkml:context>
    <inkml:brush xml:id="br0">
      <inkml:brushProperty name="width" value="0.05" units="cm"/>
      <inkml:brushProperty name="height" value="0.05" units="cm"/>
    </inkml:brush>
  </inkml:definitions>
  <inkml:trace contextRef="#ctx0" brushRef="#br0">1 1 32447,'0'0'272,"33"175"-272,-17-91 8,4 2-8,-3 6 0,-1-8 0,-2-13 0,-5-17 8,-2-13-8,-4-14-8,-3-15-16,0-27-112,0-18-512</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8.536"/>
    </inkml:context>
    <inkml:brush xml:id="br0">
      <inkml:brushProperty name="width" value="0.05" units="cm"/>
      <inkml:brushProperty name="height" value="0.05" units="cm"/>
    </inkml:brush>
  </inkml:definitions>
  <inkml:trace contextRef="#ctx0" brushRef="#br0">0 37 32295,'0'0'405,"34"-7"-394,106-20-4,-133 26-7,0 0 0,0 1 0,-1-1 0,1 1 0,0 1 0,0-1 0,0 1 0,-1 1 1,1-1-1,0 1 0,-1 0 0,1 0 0,-1 1 0,12 6 0,-13-5 0,0 0 0,0 0 0,-1 1 0,1 0 0,-1 0-1,0 0 1,0 0 0,-1 0 0,1 1 0,-1-1 0,4 12 0,-5-12-1,0-1 1,-1 1 0,1 0 0,-1 0-1,0-1 1,0 1 0,0 0 0,-1 0-1,0 0 1,0 0 0,0 0 0,-1 0-1,0 0 1,1 0 0,-2 0 0,1-1-1,0 1 1,-1 0 0,0-1 0,0 1-1,-1-1 1,1 1 0,-1-1 0,0 0 0,0 0-1,-5 4 1,-2 0-23,0 0 0,-1-1 0,0 0 0,-1-1 0,1 0 0,-1-1 0,0-1 0,-1 1 0,1-2 0,-1 0 0,1 0 0,-24 1 0,1-3-686</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9.282"/>
    </inkml:context>
    <inkml:brush xml:id="br0">
      <inkml:brushProperty name="width" value="0.05" units="cm"/>
      <inkml:brushProperty name="height" value="0.05" units="cm"/>
    </inkml:brush>
  </inkml:definitions>
  <inkml:trace contextRef="#ctx0" brushRef="#br0">212 149 30382,'0'0'2318,"-31"11"-2307,-97 34-3,125-44-8,-1 1 0,1-1 0,0 1 1,0-1-1,0 1 0,0 0 0,0 0 0,0 0 0,0 1 0,1-1 0,-1 1 1,1-1-1,0 1 0,-1 0 0,1 0 0,-2 4 0,3-4 0,1 1 0,-1-1 0,0 0 0,1 1-1,0-1 1,0 1 0,0-1 0,0 0 0,0 1 0,1 3-1,1 9 1,-2-14 0,0-1 0,0 0 0,0 1 0,0-1 0,1 0 0,-1 0 0,0 1 0,1-1 0,-1 0 1,1 0-1,0 0 0,-1 0 0,1 0 0,0 0 0,-1 0 0,1 0 0,0 0 0,0 0 0,0 0 0,0 0 0,0 0 0,2 0 0,0 1 1,1 0-1,-1-1 0,1 1 1,-1-1-1,1 0 0,0 0 1,6 0-1,4 0 1,-1 0 0,1-2 0,20-2 0,-27 2-1,-1-1-1,1 0 1,-1 0 0,0 0 0,0-1-1,1 0 1,-2 0 0,1 0-1,0-1 1,-1 0 0,1 0 0,-1 0-1,7-9 1,-6 6 0,0 0-1,-1 0 1,0-1-1,0 0 1,0 0 0,-1 0-1,-1 0 1,1-1-1,2-12 1,-6 20 0,0 1 0,0-1 0,0 0 0,0 0 0,1 1 0,-1-1 0,0 0 0,0 0 0,0 1 1,1-1-1,-1 0 0,0 0 0,1 1 0,-1-1 0,1 0 0,-1 1 0,0-1 0,1 1 0,0-1 0,-1 0 0,1 1 0,-1-1 0,1 1 0,0-1 0,-1 1 0,1 0 0,0-1 1,-1 1-1,1 0 0,0-1 0,0 1 0,-1 0 0,1 0 0,0 0 0,0 0 0,-1 0 0,1 0 0,0 0 0,0 0 0,0 0 0,-1 0 0,1 0 0,0 0 0,0 0 0,-1 1 1,1-1-1,0 0 0,0 1 0,-1-1 0,1 0 0,0 1 0,-1-1 0,1 1 0,0 0 0,6 4 1,0 1 0,-1 0 0,0 1 0,6 7-1,-2-3 1,-8-8-1,41 36 4,-39-37-4,-1 1 1,1-1-1,0 0 1,-1-1-1,1 1 0,0-1 1,0 0-1,0 0 1,0 0-1,0 0 0,0 0 1,5-1-1,-7-1 1,1 0-1,-1 0 0,0-1 1,0 1-1,0 0 0,0-1 1,0 0-1,-1 1 0,1-1 1,0 0-1,-1 0 0,1 0 1,-1 0-1,1 0 0,-1 0 0,0 0 1,1-4-1,3-2 0,16-25-3,2 2 1,50-55 0,-72 85 2,1-1 0,-1 1 0,0 0 0,0 0 0,1-1 0,-1 1-1,0 0 1,1 0 0,-1 0 0,1 1 0,0-1 0,-1 0 0,1 1 0,0-1 0,-1 1 0,1-1 0,0 1 0,-1 0 0,1-1-1,0 1 1,0 0 0,-1 0 0,1 1 0,0-1 0,0 0 0,-1 1 0,1-1 0,0 0 0,-1 1 0,1 0 0,0-1 0,-1 1-1,3 2 1,2 2 0,0 0-1,0 1 1,-1 0-1,0 1 0,0-1 1,5 9-1,13 15 0,-16-23 1,0 0 0,0-1 0,1-1 0,0 1 0,1-1 0,-1 0 0,1-1 0,0 0 0,0-1 0,0 0 0,0 0 0,1-1 0,-1 0 0,1 0 0,-1-1 0,1 0 0,0-1 0,0 0 0,-1-1 0,1 0 0,14-4 0,-10 2 0,0 0 0,0-1 0,0-1 0,-1-1 0,0 1 0,0-2 0,-1 0 0,1-1 0,-2 0 0,1-1 0,-1 0 0,0 0 0,17-22 0,-25 27-1,1-1 0,-1-1 0,-1 1 1,1 0-1,-1-1 0,3-9 0,-5 13 1,1 0-1,0 0 1,-1 0-1,0 0 1,1-1-1,-1 1 1,0 0-1,0 0 1,0 0-1,0-1 1,-1 1 0,1 0-1,-1 0 1,1 0-1,-1 0 1,0 0-1,1 0 1,-1 0-1,0 0 1,-1 0-1,-1-2 1,-1 1-1,0 0 0,0 1 0,-1 0 1,1 0-1,-1 0 0,1 1 0,-1-1 0,0 1 0,0 0 0,1 0 1,-1 1-1,-5 0 0,1-1 0,1 1 1,0 0-1,0 0 1,-1 1-1,1 0 1,-13 4-1,16-3 2,0 1-1,0-1 1,0 1-1,1 1 0,-1-1 1,1 1-1,0-1 1,0 1-1,0 0 1,1 1-1,-1-1 1,1 1-1,0-1 0,0 1 1,1 0-1,0 0 1,-1 0-1,2 0 1,-3 7-1,0 4 1,0 1 0,1-1 1,1 1-1,0 32 0,2-46-1,0 1 0,0-1 0,0 1 0,1 0 0,-1-1 0,1 1 0,0-1 0,0 0 0,1 1 0,-1-1-1,1 0 1,-1 0 0,1 0 0,0 0 0,0 0 0,1 0 0,-1 0 0,4 3 0,-1-3-1,0 1-1,0-1 1,0 0-1,0 0 1,1-1-1,-1 1 1,1-1-1,0-1 1,0 1-1,6 0 1,12 1-10,1-1 0,0-2 0,0 0 0,27-4 0,-50 3 10,30-3-138,43-10 0,28-15-942</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39.777"/>
    </inkml:context>
    <inkml:brush xml:id="br0">
      <inkml:brushProperty name="width" value="0.05" units="cm"/>
      <inkml:brushProperty name="height" value="0.05" units="cm"/>
    </inkml:brush>
  </inkml:definitions>
  <inkml:trace contextRef="#ctx0" brushRef="#br0">149 66 32287,'0'0'440,"35"-11"-432,114-35-1,-140 44-7,-1 0 0,1 0 0,-1 1 0,1 0 0,0 0 0,0 1 1,-1 0-1,18 3 0,-22-2 0,0 0 0,0 1 0,0-1 0,-1 0 0,1 1 0,0 0 0,-1 0 0,1 0 0,-1 1 0,0-1 0,0 1 0,0 0 0,0-1 0,3 5 0,-2 0 0,0 1 0,-1-1 0,1 0 0,-2 1 0,1-1 0,-1 1 0,0 0 0,-1 0 0,1 0 0,-2 0 0,1 0 0,-1 0 0,0 0 0,-2 12 0,0-14 0,1 0 0,-1 0 0,-1 0 0,1-1 0,-1 1 0,0-1 0,0 1 0,0-1 0,-1 0 0,0 0 0,0 0 0,0-1 0,0 1 0,-1-1 0,0 0 0,-8 5 0,-11 8 0,-1-1-1,-29 12 1,52-27 0,-8 5 1,0-1 0,-1 0 0,0 0 0,0-1 1,0-1-1,0 0 0,-15 2 0,75-6-1,-20 0 0,-1 1 0,29 4 0,-47-2 0,0 0 0,0 0 0,0 1 0,0 1 0,0-1 0,-1 2 0,0-1 0,0 1 0,12 8 0,-11-5 0,0 1 0,0-1 0,-1 2 0,0-1 0,-1 1 0,9 13 0,-15-19 0,0-1 0,0 1 0,0-1 0,-1 1 0,1 0 0,-1 0 0,0-1 0,0 1 0,-1 0 0,1 0 0,0 5 0,-2-7 0,1 1 0,0-1 0,-1 0 0,1 1 0,-1-1 0,0 0 0,0 0 0,0 0 0,0 1 0,0-1 0,0 0 0,-1 0 0,1-1 0,-1 1 0,1 0 0,-1 0 0,0-1 0,0 1 0,1-1 0,-4 2 0,-12 7 1,0-1 0,-1 0 0,0-2 0,-1 0 0,1-1 0,-1-1 0,0 0 0,-27 1 0,-8 0-14,-92-3 0,118-4-290,-41-7 0,-14-15-2483</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1.747"/>
    </inkml:context>
    <inkml:brush xml:id="br0">
      <inkml:brushProperty name="width" value="0.05" units="cm"/>
      <inkml:brushProperty name="height" value="0.05" units="cm"/>
    </inkml:brush>
  </inkml:definitions>
  <inkml:trace contextRef="#ctx0" brushRef="#br0">0 0 32095,'0'0'613,"34"5"-601,334 35 16,532-7-17,17-30-12,-588-4 1,-304 0-9,-20-1 6,-11 0-3,-2-1-6,-1 0 0,0 1-1,1 0 1,-1 1-1,0 0 1,-13 0-1,-10-1-61,-41-8-490,6-1-1037</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2.019"/>
    </inkml:context>
    <inkml:brush xml:id="br0">
      <inkml:brushProperty name="width" value="0.05" units="cm"/>
      <inkml:brushProperty name="height" value="0.05" units="cm"/>
    </inkml:brush>
  </inkml:definitions>
  <inkml:trace contextRef="#ctx0" brushRef="#br0">179 0 7282,'0'0'25444,"7"6"-25435,42 30 3,102 56 0,-106-68-10,-1 2-1,-1 3 1,-1 0-1,41 40 1,-80-66-2,0 0 0,0 0 0,-1 0 0,1 0 0,-1 1 0,0-1 0,0 1 0,0 0 0,-1 0 0,1-1 0,1 9 0,-3-10 0,1 0 0,-1 0 0,0 0 0,0 0 0,-1 0 0,1 0 0,0 0 0,-1-1 0,1 1 0,-1 0 0,1 0 0,-1 0 0,0 0 0,0-1 0,0 1 0,0 0 0,0-1 0,0 1 0,-1 0 0,1-1 0,0 0 0,-1 1 0,1-1 0,-1 0 0,0 0 0,1 0 0,-4 2 0,-22 10 0,0-1-1,-1-2 1,-50 13 0,-245 46-282,161-44-899</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0.682"/>
    </inkml:context>
    <inkml:brush xml:id="br0">
      <inkml:brushProperty name="width" value="0.05" units="cm"/>
      <inkml:brushProperty name="height" value="0.05" units="cm"/>
    </inkml:brush>
  </inkml:definitions>
  <inkml:trace contextRef="#ctx0" brushRef="#br0">2398 1 32391,'0'0'352,"-35"2"-345,12 0-7,-23 0 2,1 3 0,-1 2 0,-76 22 0,-1436 400 6,1133-345-7,328-70-17,108-15-61,0-1-1,-1-1 1,1 0-1,0 0 1,-1-1-1,0-1 1,0 0-1,14-8 1,-6 3-1116,21-15-7079</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0.983"/>
    </inkml:context>
    <inkml:brush xml:id="br0">
      <inkml:brushProperty name="width" value="0.05" units="cm"/>
      <inkml:brushProperty name="height" value="0.05" units="cm"/>
    </inkml:brush>
  </inkml:definitions>
  <inkml:trace contextRef="#ctx0" brushRef="#br0">302 0 32319,'0'0'420,"-10"2"-409,-8 4-11,1 1 0,0 0 0,0 1 0,0 1 1,1 1-1,-17 13 0,-11 7 0,21-15 0,1 0 0,-30 28 0,50-41 0,1-1 0,-1 1 0,1-1 0,0 1 0,0 0 0,0 0 0,0 0 0,0 0 0,0 0 0,0 0 0,1 0 0,-1 0 0,1 0 0,-1 0 0,1 0 0,0 0 0,0 0 0,0 0 0,0 0 0,0 1 0,0-1 0,1 0 0,-1 0 0,1 0 0,-1 0 0,1 0 0,0 0 0,0 0 0,0 0 0,0-1 0,0 1 0,0 0 0,1 0 0,-1-1 0,0 1 0,3 1 0,5 6 0,0 0 0,1 0 0,0-1 0,16 10 0,-8-7-1,0-2 1,0 0-1,1-1 1,0 0-1,1-2 1,21 5-1,7-2-7,63 4-1,-10-5-55,-10-7-123</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4.453"/>
    </inkml:context>
    <inkml:brush xml:id="br0">
      <inkml:brushProperty name="width" value="0.05" units="cm"/>
      <inkml:brushProperty name="height" value="0.05" units="cm"/>
    </inkml:brush>
  </inkml:definitions>
  <inkml:trace contextRef="#ctx0" brushRef="#br0">17 0 32311,'0'0'400,"-16"176"-384,16-102-16,0 1 0,0-7 8,13-5-8,-7-13 0,8-5-8,-8-9-8,-2-7-56,-4-8-264,0-15-3769</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4.661"/>
    </inkml:context>
    <inkml:brush xml:id="br0">
      <inkml:brushProperty name="width" value="0.05" units="cm"/>
      <inkml:brushProperty name="height" value="0.05" units="cm"/>
    </inkml:brush>
  </inkml:definitions>
  <inkml:trace contextRef="#ctx0" brushRef="#br0">1 90 31935,'0'0'800,"135"-33"-800,-45 19 0,6-1 0,-4-3 0,-12 12-16,-27 3-16,-30 3-80,-17 9-368,-6 12-1521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4.837"/>
    </inkml:context>
    <inkml:brush xml:id="br0">
      <inkml:brushProperty name="width" value="0.05" units="cm"/>
      <inkml:brushProperty name="height" value="0.05" units="cm"/>
    </inkml:brush>
  </inkml:definitions>
  <inkml:trace contextRef="#ctx0" brushRef="#br0">0 57 31783,'0'0'688,"219"-30"-680,-133 18-8,19 3-16,-28 3-144,-25 6-976</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5.028"/>
    </inkml:context>
    <inkml:brush xml:id="br0">
      <inkml:brushProperty name="width" value="0.05" units="cm"/>
      <inkml:brushProperty name="height" value="0.05" units="cm"/>
    </inkml:brush>
  </inkml:definitions>
  <inkml:trace contextRef="#ctx0" brushRef="#br0">1 40 32191,'0'0'360,"198"5"-360,-115-5 0,3 0-40,17-11-72,-21-4-304,-19-3-9994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5.411"/>
    </inkml:context>
    <inkml:brush xml:id="br0">
      <inkml:brushProperty name="width" value="0.05" units="cm"/>
      <inkml:brushProperty name="height" value="0.05" units="cm"/>
    </inkml:brush>
  </inkml:definitions>
  <inkml:trace contextRef="#ctx0" brushRef="#br0">0 67 14939,'0'0'17681,"8"14"-17670,3 7-9,-1 1 0,-1 0 0,-1 1 0,-1-1 0,-1 1 0,-1 1 0,4 39 0,-7-51-5,-2-9 1,1 0 1,-1 0-1,0 0 1,0 0 0,0 0-1,0 0 1,0 0-1,-1 0 1,1 0 0,-2 5-1,1-8 3,1 0-1,0 0 0,0 0 0,-1 1 1,1-1-1,0 0 0,0 0 0,-1 0 0,1 0 1,0 0-1,0 0 0,-1 0 0,1 1 1,0-1-1,-1 0 0,1 0 0,0 0 1,-1 0-1,1 0 0,0 0 0,0-1 1,-1 1-1,1 0 0,0 0 0,-1 0 1,1 0-1,0 0 0,0 0 0,-1 0 1,1-1-1,0 1 0,0 0 0,-1 0 1,1 0-1,0-1 0,0 1 0,0 0 1,-1 0-1,1 0 0,0-1 0,0 1 0,0 0 1,0-1-1,-1 1 0,1 0 0,0 0 1,0-1-1,0 1 0,0 0 0,0-1 1,0 1-1,0 0 0,0 0 0,0-1 1,-2-14-1,1 1 1,1 0 0,0-1-1,1 1 1,1 0 0,0-1-1,0 1 1,2 0 0,0 0-1,0 1 1,1-1 0,7-12-1,-7 15 1,1 1-1,-1 0 0,1 1 0,1-1 1,0 1-1,0 0 0,1 1 1,0-1-1,1 2 0,-1-1 1,2 1-1,-1 1 0,1-1 0,0 2 1,18-9-1,-23 12 0,-1 0 0,1 1 0,-1 0 0,1 0 0,0 0 0,-1 0 0,1 1 0,0 0 0,0 0 0,-1 0 0,1 0 0,0 1 0,0 0 0,-1 0 0,6 2 0,-7-1 0,0 0 0,0 0 0,0 0 0,0 0 0,0 1 0,-1-1 0,1 1 0,-1 0 0,0 0 0,0 0 0,0 0 0,0 0 0,0 0 0,0 0 0,-1 1 0,0-1 0,0 1 0,0-1 0,1 5 0,1 8-11,-1 0-1,1 26 1,-3-31-60,0-1 1,1 1 0,0-1 0,1 1-1,0-1 1,0 1 0,2-1-1,5 13 1,3-9-1480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5.827"/>
    </inkml:context>
    <inkml:brush xml:id="br0">
      <inkml:brushProperty name="width" value="0.05" units="cm"/>
      <inkml:brushProperty name="height" value="0.05" units="cm"/>
    </inkml:brush>
  </inkml:definitions>
  <inkml:trace contextRef="#ctx0" brushRef="#br0">237 505 30607,'0'0'2012,"-30"5"-1977,-95 20-11,121-25-23,0 1-1,0 0 1,1 0 0,-1 1 0,1-1 0,-1 1 0,1 0 0,0-1 0,-1 2-1,1-1 1,0 0 0,0 1 0,1-1 0,-1 1 0,0 0 0,1 0 0,0 0 0,-1 0-1,1 0 1,1 0 0,-1 1 0,0-1 0,1 1 0,0-1 0,-1 1 0,1 0-1,1-1 1,-2 8 0,1-2-1,-1-2 0,0 1 0,1-1 0,0 0 0,1 1 0,0-1-1,1 12 1,-1-17 0,1 0-1,-1 0 1,1-1 0,-1 1-1,1 0 1,0 0-1,-1-1 1,1 1-1,0 0 1,0-1-1,0 1 1,0-1-1,1 1 1,-1-1 0,0 0-1,1 0 1,-1 1-1,1-1 1,-1 0-1,1 0 1,-1 0-1,1-1 1,0 1-1,-1 0 1,1 0 0,0-1-1,0 0 1,0 1-1,-1-1 1,5 1-1,0 0-1,1 0-1,0-1 0,-1 0 1,1 0-1,0 0 0,0-1 1,-1 0-1,1 0 0,0 0 1,-1-1-1,0 0 0,1 0 1,-1-1-1,0 0 0,0 0 1,0 0-1,0-1 0,-1 0 1,0 0-1,9-8 0,-2-2-23,-1 0 1,0-1-1,0 0 0,-2-1 0,0 0 0,-1-1 1,0 0-1,-1 0 0,-1 0 0,-1-1 0,-1 0 1,3-19-1,0-26 60,-2 0-1,-5-74 1,-1 67 70,1 59-90,-3-43 51,3 51-59,-1 0 0,0-1 0,0 1 1,0 0-1,0 0 0,0 0 0,-1 0 0,1 0 0,-1 0 0,0 0 1,0 0-1,0 1 0,-4-4 0,6 5-5,0 1-1,-1-1 1,1 1-1,-1-1 1,1 1-1,-1 0 1,1-1-1,0 1 1,-1 0 0,1-1-1,-1 1 1,0 0-1,1-1 1,-1 1-1,1 0 1,-1 0 0,1 0-1,-1 0 1,0 0-1,1 0 1,-1-1-1,1 1 1,-1 0-1,0 1 1,1-1 0,-1 0-1,1 0 1,-1 0-1,1 0 1,-1 0-1,0 1 1,1-1-1,-1 0 1,1 0 0,-1 1-1,1-1 1,-1 0-1,1 1 1,-1-1-1,1 1 1,-12 24 3,5 9-3,2 1 0,1 0 0,1 0 0,5 67 0,-1-67 2,-1-15-1,2-1 0,0 1 1,2-1-1,0 0 0,1 0 1,1 0-1,0 0 0,17 30 1,-17-37-32,1-1 1,0 1 0,1-1 0,1-1 0,0 1 0,0-1-1,1-1 1,0 0 0,0 0 0,1-1 0,1-1 0,-1 1-1,18 7 1,15-3-845</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6.098"/>
    </inkml:context>
    <inkml:brush xml:id="br0">
      <inkml:brushProperty name="width" value="0.05" units="cm"/>
      <inkml:brushProperty name="height" value="0.05" units="cm"/>
    </inkml:brush>
  </inkml:definitions>
  <inkml:trace contextRef="#ctx0" brushRef="#br0">91 37 28054,'0'0'4590,"-15"29"-4580,-47 94-8,60-118-2,0 0 0,0 0 1,0 0-1,1 0 0,0 0 0,0 0 0,0 0 0,0 0 0,1 0 0,0 0 0,1 8 0,-1-11 0,1 0 0,-1 0 0,1 0 0,0 0 0,0 0 0,-1 0 0,2 0 0,-1 0 0,0 0 0,0 0 0,1-1 0,-1 1 0,0 0 0,1-1 0,0 0 0,-1 1 0,1-1 0,3 2 0,2 0-1,0-1 1,0 0 0,0 0 0,0 0 0,0-1 0,0 0 0,1-1-1,-1 0 1,0 0 0,13-1 0,-15 0 0,0 0-1,-1 0 1,1 0-1,-1-1 1,0 1 0,1-1-1,-1 0 1,0 0 0,0-1-1,0 1 1,0-1-1,0 0 1,-1 0 0,1 0-1,-1 0 1,0-1 0,0 1-1,0-1 1,0 0-1,-1 0 1,0 0 0,0 0-1,4-9 1,-3 3-2,0 0 0,0 0 0,0 0 0,-2-1 0,1 1 1,-1-1-1,-1 1 0,0-1 0,-2-17 0,1 24-4,0 0 0,0 0 0,-1 0 1,1 1-1,-1-1 0,0 0 0,0 1 0,0-1 0,0 1 1,-1 0-1,1-1 0,-1 1 0,0 0 0,0 1 0,-4-4 0,-2-2-31,-20-20-333,0 13-613</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6.528"/>
    </inkml:context>
    <inkml:brush xml:id="br0">
      <inkml:brushProperty name="width" value="0.05" units="cm"/>
      <inkml:brushProperty name="height" value="0.05" units="cm"/>
    </inkml:brush>
  </inkml:definitions>
  <inkml:trace contextRef="#ctx0" brushRef="#br0">0 0 32255,'0'0'424,"5"22"-417,-1-2-6,4 14 1,-2-1 0,4 62 1,-10-71-1,0-23 5,1-3 1,19-39-3,-13 26-4,0 0 0,18-26 0,-14 27-4,0 0 0,1 1 0,14-12 0,-22 21 1,0 1 1,1 0 0,-1 0-1,1 0 1,-1 0 0,1 0-1,0 1 1,0 0 0,0 0 0,1 1-1,-1-1 1,0 1 0,11-1-1,-15 2 2,0 0 0,1 1-1,-1-1 1,0 0-1,0 1 1,1-1 0,-1 1-1,0-1 1,0 1 0,1-1-1,-1 1 1,0 0 0,0 0-1,0 0 1,0-1-1,0 1 1,0 0 0,0 0-1,0 1 1,-1-1 0,1 0-1,0 0 1,-1 0-1,1 0 1,-1 1 0,1-1-1,0 3 1,7 41-7,-6-34 7,7 156-624,-9-153-808</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6.912"/>
    </inkml:context>
    <inkml:brush xml:id="br0">
      <inkml:brushProperty name="width" value="0.05" units="cm"/>
      <inkml:brushProperty name="height" value="0.05" units="cm"/>
    </inkml:brush>
  </inkml:definitions>
  <inkml:trace contextRef="#ctx0" brushRef="#br0">4 34 32103,'0'0'552,"-1"25"-544,-1 81-1,2-98-7,0 0 0,1-1 1,-1 1-1,4 14 0,-3-20 0,0 1 1,-1-1-1,1 0 0,0 0 1,0 0-1,0 0 0,1 0 1,-1-1-1,0 1 0,1 0 1,-1 0-1,4 2 0,-1-2 1,0 0-1,0-1 0,0 1 0,1-1 1,-1 0-1,0 0 0,1 0 1,-1 0-1,1-1 0,-1 0 0,1 0 1,6-1-1,-11 1 0,3 0 0,0-1-1,1 0 1,-1 0 0,0 0-1,1 0 1,-1 0 0,0-1-1,0 0 1,0 1 0,0-1-1,0 0 1,0-1-1,-1 1 1,5-5 0,34-42-17,-37 44 15,3-4 3,-1 0 1,0 0-1,0-1 0,-1 0 1,0 0-1,-1-1 0,0 1 1,0-1-1,-1 0 0,-1 0 1,0 0-1,0 0 0,-1-1 1,-1-19-1,-13 145-13,12-104 9,1-1 0,1 0-1,0 0 1,0 0 0,1 0 0,0 0 0,6 15 0,-6-20 0,0 0 0,0 0 1,1-1-1,-1 1 1,1-1-1,0 1 0,0-1 1,1 0-1,-1 0 1,0 0-1,1-1 0,0 1 1,0-1-1,-1 0 1,2 0-1,-1 0 0,0-1 1,8 3-1,10 0-115,1-1-1,0 0 0,38-2 1,-3-1-917</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7.134"/>
    </inkml:context>
    <inkml:brush xml:id="br0">
      <inkml:brushProperty name="width" value="0.05" units="cm"/>
      <inkml:brushProperty name="height" value="0.05" units="cm"/>
    </inkml:brush>
  </inkml:definitions>
  <inkml:trace contextRef="#ctx0" brushRef="#br0">110 0 31015,'0'0'1612,"-18"19"-1593,-52 62-10,67-78-8,1 1-1,-1-1 1,1 1-1,0 0 1,0 0 0,1 0-1,-1 0 1,1 0-1,0 0 1,-1 6 0,2-8-1,-1 0 0,2 0 0,-1 0 0,0 0 0,0 0 0,0 0 0,1-1 1,-1 1-1,1 0 0,0 0 0,-1 0 0,1-1 0,0 1 0,0 0 0,0-1 1,2 3-1,0-1-1,0-1 1,0 1-1,0-1 1,0 0-1,1 0 1,-1 0-1,1-1 1,-1 1-1,1-1 1,-1 0-1,1 0 1,0 0-1,0 0 1,-1-1-1,1 0 1,5 1-1,-2-1-10,0 0 0,0 0 0,0-1-1,0 0 1,0 0 0,0 0 0,0-1 0,0 0 0,0-1 0,-1 1-1,1-1 1,-1 0 0,0-1 0,0 0 0,0 0 0,10-9 0,8-11-808,42-51 1,-32 27-1205</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7.294"/>
    </inkml:context>
    <inkml:brush xml:id="br0">
      <inkml:brushProperty name="width" value="0.05" units="cm"/>
      <inkml:brushProperty name="height" value="0.05" units="cm"/>
    </inkml:brush>
  </inkml:definitions>
  <inkml:trace contextRef="#ctx0" brushRef="#br0">47 66 20460,'0'0'12147,"-7"-15"-12111,3 8-32,-16-32 2,19 39-6,1 0 0,0-1 0,0 1 1,0 0-1,0 0 0,0-1 0,-1 1 0,1 0 0,0 0 0,0-1 0,0 1 1,-1 0-1,1 0 0,0 0 0,0-1 0,-1 1 0,1 0 0,0 0 0,0 0 0,-1 0 1,1 0-1,0 0 0,-1 0 0,1 0 0,0-1 0,0 1 0,-1 0 0,1 0 0,0 0 1,-1 0-1,1 1 0,0-1 0,-1 0 0,1 0 0,0 0 0,-1 0 0,0 2 1,1-1 0,-1 0-1,0 1 1,1 0 0,-1-1-1,1 1 1,0-1-1,-1 1 1,1 0 0,0-1-1,0 1 1,0 2 0,0 251 43,0-235-40,1 0 1,6 37 0,-5-50-19,-1-1 1,1 1-1,0-1 1,1 1-1,-1-1 0,1 0 1,1 0-1,-1 0 0,1-1 1,0 1-1,0-1 1,6 6-1,1-3-398</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7.677"/>
    </inkml:context>
    <inkml:brush xml:id="br0">
      <inkml:brushProperty name="width" value="0.05" units="cm"/>
      <inkml:brushProperty name="height" value="0.05" units="cm"/>
    </inkml:brush>
  </inkml:definitions>
  <inkml:trace contextRef="#ctx0" brushRef="#br0">55 164 32023,'0'0'504,"25"-8"-479,78-25-25,-99 32 0,0-1 0,0 1 0,-1-1 0,1 0-1,0 0 1,-1 0 0,1 0 0,-1-1 0,0 0 0,0 1-1,0-1 1,0 0 0,0 0 0,3-5 0,-5 4 2,0 1 1,1-1 0,-1 1-1,0-1 1,-1 0 0,1 0-1,-1 1 1,0-1-1,0-7 1,0 4 7,0 6-10,0 0 1,0 0 0,0 0-1,-1 0 1,1 0 0,0 1 0,-1-1-1,1 0 1,0 0 0,-1 0-1,1 0 1,-1 0 0,0 1 0,1-1-1,-1 0 1,1 0 0,-1 1-1,0-1 1,0 0 0,1 1 0,-1-1-1,-1 0 1,-27-9 19,-29 6 5,58 4-25,-6 0 1,1 0 0,-1 1-1,1 0 1,-1 0 0,1 0 0,-1 1-1,1-1 1,0 1 0,0 0 0,0 1 0,0-1-1,0 1 1,1 0 0,-1 0 0,1 1-1,0 0 1,-8 7 0,7-5 0,0 1 1,1 0-1,0-1 1,0 2-1,0-1 1,1 0-1,0 1 1,0 0-1,1-1 1,0 1-1,-2 15 1,4-20-1,-2 11 1,1 0-1,0 0 1,2 21 0,-1-32-2,1 0 0,-1 0 0,1 0 0,0 0 0,-1 0 0,1 0 0,0-1 0,1 1 0,-1 0 0,0 0 0,1-1 0,0 1 0,0-1 0,-1 1 0,1-1 0,1 0 0,-1 0 0,0 0 0,0 0 0,1 0 0,4 2 0,3 0-5,0 0 1,0-1-1,1 0 0,-1-1 0,1-1 1,0 1-1,0-2 0,-1 1 0,1-1 1,21-4-1,-6 0-51,0-1 0,0-2 0,28-10 0,36-20-700,-12 1-1101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8.347"/>
    </inkml:context>
    <inkml:brush xml:id="br0">
      <inkml:brushProperty name="width" value="0.05" units="cm"/>
      <inkml:brushProperty name="height" value="0.05" units="cm"/>
    </inkml:brush>
  </inkml:definitions>
  <inkml:trace contextRef="#ctx0" brushRef="#br0">278 168 264,'0'0'32328,"-24"-6"-32284,-9-4-27,-37-5 0,67 15-16,-1-1 1,1 1-1,-1 0 1,1 0 0,-1 0-1,1 1 1,-1-1 0,1 1-1,-1 0 1,1 0-1,-1 0 1,1 1 0,0-1-1,0 1 1,-1-1-1,1 1 1,0 0 0,1 0-1,-1 1 1,0-1-1,1 0 1,-4 5 0,0-1 1,-1 0-2,1 0 0,0 1 0,1-1 0,-1 1 0,1 0 0,1 1 0,-1-1 0,1 1 0,1 0 0,-1 0 0,1 1 0,1-1 0,0 0 0,0 1 0,0 0 0,0 11 0,3-20-1,-1 1 0,0-1 0,0 0-1,0 1 1,0-1 0,0 0 0,1 1 0,-1-1 0,0 0 0,0 1-1,0-1 1,1 0 0,-1 0 0,0 1 0,0-1 0,1 0 0,-1 0 0,0 1-1,1-1 1,-1 0 0,0 0 0,1 0 0,-1 0 0,0 0 0,1 1-1,-1-1 1,1 0 0,-1 0 0,0 0 0,1 0 0,-1 0 0,1 0-1,17 0-6,-12-1 4,2 1 2,0-1-1,0-1 1,0 0-1,-1 0 1,1 0-1,0-1 0,-1 0 1,0 0-1,0-1 1,0 0-1,0 0 1,0-1-1,-1 0 1,9-8-1,8-9-1,-2-1-1,24-33 1,-31 44 4,-5 15 9,0 25 13,-3-6-25,-5-20 2,0 1 1,1 0-1,0 0 1,-1-1-1,1 1 1,0-1-1,0 0 1,0 1-1,0-1 0,1 0 1,-1 0-1,1-1 1,-1 1-1,1 0 1,-1-1-1,1 1 1,0-1-1,0 0 0,0 0 1,0 0-1,0 0 1,0-1-1,0 1 1,0-1-1,0 0 1,0 0-1,0 0 0,0 0 1,0 0-1,0-1 1,0 0-1,0 1 1,0-1-1,0 0 1,3-2-1,38-21-4,-39 20 3,0 0 0,0 1 0,1-1 0,-1 1 0,1 1 1,0-1-1,0 1 0,0 0 0,0 0 0,0 1 0,8-1 0,19 2 3,-1 1-1,1 2 0,48 10 1,-55-7-1,1-2 0,1 0 1,-1-2-1,0-1 0,0-1 1,29-4-1,-51 3-1,1 0 0,-1-1 0,0 1 0,1-1 0,-1 0 0,0 0 0,0 0 0,0-1 0,0 0 0,0 0 0,-1 0 0,0-1 0,1 1 0,-1-1 0,0 0 0,-1 0 0,1-1 0,-1 1 0,0-1 0,0 1 0,0-1 0,0 0 0,-1 0 0,0-1 0,0 1 0,-1 0 0,1-1 0,-1 1 0,1-8 0,-2 7 0,0 0 1,0 0-1,-1 1 1,0-1-1,0 0 1,0 0-1,-3-6 1,3 9-1,0 1 0,-1-1 1,1 1-1,-1 0 0,0 0 0,0 0 1,0 0-1,0 0 0,0 0 0,0 0 0,0 0 1,0 1-1,-1-1 0,1 1 0,-1 0 1,1 0-1,-4-1 0,1-1 0,0 1 0,-1 1 1,1-1-1,0 1 0,0 0 0,-1 0 0,1 0 1,-1 1-1,1 0 0,-1 0 0,1 0 0,-1 1 1,1 0-1,0 0 0,-1 0 0,1 0 0,0 1 1,0 0-1,0 0 0,0 1 0,0-1 0,0 1 0,1 0 1,-1 0-1,1 1 0,0-1 0,0 1 0,0 0 1,0 0-1,1 0 0,0 1 0,0-1 0,-5 10 1,3-1-1,0 1 0,1 0 0,0 0 1,1 0-1,0 0 0,1 1 0,1-1 0,1 1 1,0 0-1,1-1 0,4 26 0,-4-36 1,1 0-1,0-1 0,0 1 0,0 0 0,0 0 0,0-1 1,1 0-1,0 1 0,-1-1 0,1 0 0,1 0 1,-1 0-1,0-1 0,1 1 0,-1-1 0,1 0 0,0 0 1,-1 0-1,1-1 0,0 1 0,0-1 0,1 0 1,-1 0-1,0 0 0,5 0 0,12 2-6,0-2 1,0 0-1,32-3 0,-49 2 4,63-9-70,-10-5-173</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8.875"/>
    </inkml:context>
    <inkml:brush xml:id="br0">
      <inkml:brushProperty name="width" value="0.05" units="cm"/>
      <inkml:brushProperty name="height" value="0.05" units="cm"/>
    </inkml:brush>
  </inkml:definitions>
  <inkml:trace contextRef="#ctx0" brushRef="#br0">20 472 32495,'0'0'239,"-4"21"-230,-12 64-1,17-85-8,-1 0 0,0 0 0,0 0 1,0 0-1,0 0 0,0 0 0,0 0 0,0 0 0,0 0 1,1 0-1,-1 0 0,0 0 0,0 0 0,0 0 0,0 0 0,0 0 1,0 0-1,0 0 0,0 0 0,0 0 0,0 0 0,1 0 1,-1 0-1,0 0 0,0 1 0,0-1 0,0 0 0,0 0 0,0 0 1,0 0-1,0 0 0,0 0 0,0 0 0,0 0 0,0 0 0,0 0 1,0 1-1,0-1 0,0 0 0,0 0 0,0 0 0,0 0 1,0 0-1,0 0 0,0 0 0,0 0 0,0 0 0,0 1 0,10-16 2,13-23-3,36-79 1,-6-2 0,43-141 0,-95 257 0,0 1 0,-1-1 0,1 1 0,0-1 0,1 1 0,-1 0 0,0-1 0,1 1 0,-1 0 0,1 0 0,2-2 0,-4 4 0,0 0 0,1 0 0,-1-1 0,0 1-1,1 0 1,-1 0 0,0 0 0,1 0 0,-1 0 0,0 0 0,1 0 0,-1 0 0,0 0 0,1 0 0,-1 0 0,0 0 0,1 0 0,-1 0 0,1 0-1,-1 0 1,0 0 0,1 1 0,-1-1 0,0 0 0,1 0 0,-1 0 0,0 1 0,1-1 0,11 18-5,68 185 4,3 5 1,-83-207-1,4 6-13,0 1 1,-1-1-1,0 1 0,-1 0 0,1 0 0,-2 0 0,3 16 0,-7-13-522,-11-2-1313</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9.050"/>
    </inkml:context>
    <inkml:brush xml:id="br0">
      <inkml:brushProperty name="width" value="0.05" units="cm"/>
      <inkml:brushProperty name="height" value="0.05" units="cm"/>
    </inkml:brush>
  </inkml:definitions>
  <inkml:trace contextRef="#ctx0" brushRef="#br0">1 120 31895,'0'0'744,"234"11"-736,-138-31-8,27-22-32,-21 6-128,-26 3-784</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9.242"/>
    </inkml:context>
    <inkml:brush xml:id="br0">
      <inkml:brushProperty name="width" value="0.05" units="cm"/>
      <inkml:brushProperty name="height" value="0.05" units="cm"/>
    </inkml:brush>
  </inkml:definitions>
  <inkml:trace contextRef="#ctx0" brushRef="#br0">113 1 31855,'0'0'840,"-113"143"-832,113-108 0,0-8-8,13 0 0,17-9 0,13-15 0,3-3 0,14 0-16,23-51-40,-7 4-176,-20-1-656</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9.448"/>
    </inkml:context>
    <inkml:brush xml:id="br0">
      <inkml:brushProperty name="width" value="0.05" units="cm"/>
      <inkml:brushProperty name="height" value="0.05" units="cm"/>
    </inkml:brush>
  </inkml:definitions>
  <inkml:trace contextRef="#ctx0" brushRef="#br0">44 6 31463,'0'0'1247,"-7"-2"-1239,5 1-8,1 1 0,-1-1 0,1 1 0,0 0 0,-1-1 0,1 1 0,-1 0 0,1 0 0,-1 0 0,1 0 1,0 0-1,-1 0 0,1 0 0,-1 1 0,1-1 0,-3 1 0,3 1 0,0-1 0,0 0 0,0 1 0,0-1 0,0 1 0,0-1 0,1 1 1,-1 0-1,1-1 0,-1 1 0,1-1 0,0 1 0,-1 0 0,1-1 0,0 1 0,0 0 0,0 0 0,0-1 0,1 4 0,4 30 3,0 0 0,3-1-1,0 1 1,3-2-1,22 52 1,-1 0 3,-31-82-27,0-1 0,0 0 1,0 0-1,0 1 0,-1-1 0,1 0 1,-1 1-1,1-1 0,-1 0 1,0 1-1,0-1 0,0 1 0,0-1 1,0 0-1,0 1 0,-2 4 1,-6-3-1171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49.625"/>
    </inkml:context>
    <inkml:brush xml:id="br0">
      <inkml:brushProperty name="width" value="0.05" units="cm"/>
      <inkml:brushProperty name="height" value="0.05" units="cm"/>
    </inkml:brush>
  </inkml:definitions>
  <inkml:trace contextRef="#ctx0" brushRef="#br0">1 21 31703,'0'0'1008,"168"-21"-1000,-102 21 0,1 3-8,-11 12 0,-13 6-8,-17-6-32,-22-3-408</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0.992"/>
    </inkml:context>
    <inkml:brush xml:id="br0">
      <inkml:brushProperty name="width" value="0.05" units="cm"/>
      <inkml:brushProperty name="height" value="0.05" units="cm"/>
    </inkml:brush>
  </inkml:definitions>
  <inkml:trace contextRef="#ctx0" brushRef="#br0">98 470 29998,'0'0'2517,"-6"28"-2458,-18 89-11,21-105-28,1 0-1,0 1 1,0 0 0,1 18 0,2-14-6,-1-16 2,0-13-8,-3-48-8,-3 1 0,-13-59 0,7 51 0,-3-72 0,14 121 0,-1-3 0,1-1 0,2 0 0,0 0 0,6-33 0,-6 50 0,1 0 0,-1 0 0,1 1 0,-1-1 0,1 0 0,0 1 0,1 0 0,-1-1 0,1 1 0,0 0 0,0 0 0,1 0 0,-1 1 0,1-1 0,-1 1 0,1 0 0,0 0 0,0 0 0,1 1 0,-1-1 0,0 1 0,1 0 0,0 0 0,-1 0 0,11-1 0,-1 1 0,0 0 0,0 1 0,0 1 0,0 0 0,1 1 0,-1 1 0,0 0 0,0 1 0,-1 0 0,1 1 0,-1 1 0,1 0 0,-1 0 0,-1 2 0,19 10 0,-23-11-1,1 0 1,-1 0-1,0 1 0,-1 0 0,1 1 1,-1-1-1,-1 1 0,1 0 0,-2 1 1,1 0-1,-1 0 0,0 0 1,-1 0-1,0 1 0,0 0 0,-1 0 1,-1 0-1,0 0 0,0 0 0,0 0 1,-1 21-1,-2-26 0,0-1 0,0 1 0,0 0 0,0 0 1,-1-1-1,0 1 0,0-1 0,0 0 0,-1 1 0,1-1 0,-1 0 1,0 0-1,0-1 0,0 1 0,-1-1 0,1 1 0,-1-1 0,0 0 0,-8 4 1,-7 5-8,-1-1 1,-42 16-1,52-23 4,-8 3-42,-1-1-1,1-1 1,-1-1 0,1 0-1,-1-2 1,0 0 0,-33-1-1,22-1-698</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1.612"/>
    </inkml:context>
    <inkml:brush xml:id="br0">
      <inkml:brushProperty name="width" value="0.05" units="cm"/>
      <inkml:brushProperty name="height" value="0.05" units="cm"/>
    </inkml:brush>
  </inkml:definitions>
  <inkml:trace contextRef="#ctx0" brushRef="#br0">1 104 31191,'0'0'1544,"35"5"-1537,120 18-6,-124-19-2,0 2-1,0 1 1,-1 1 0,0 2-1,28 13 1,-51-20 0,0-1-2,-1 1 1,0 0-1,0 1 0,10 6 1,-14-8 0,-1-1 1,1 0-1,-1 1 1,0-1-1,0 1 1,0-1-1,1 1 0,-2-1 1,1 1-1,0 0 1,0 0-1,0-1 1,-1 1-1,1 0 1,-1 0-1,0 0 1,1 0-1,-1 0 1,0 0-1,0-1 1,-1 5-1,1-4 1,-1-1 1,1 1-1,-1 0 1,0-1-1,0 1 1,0-1-1,0 1 1,0-1-1,0 0 1,0 1-1,0-1 1,0 0-1,-1 0 1,1 0-1,-1 0 0,1 0 1,0 0-1,-1 0 1,0 0-1,-2 0 1,-38 14-5,34-13 5,-15 4 1,-1 0 1,0-1-1,0-2 0,-29 2 1,52-5-2,1 0 0,-1 0 0,0 0 1,0 0-1,1 0 0,-1-1 1,0 1-1,0 0 0,1 0 0,-1 0 1,0 0-1,0-1 0,1 1 1,-1 0-1,0-1 0,1 1 0,-1-1 1,1 1-1,-1-1 0,1 1 0,-1-1 1,0 1-1,1-1 0,0 1 1,-1-1-1,1 0 0,-1 1 0,1-2 1,-2-20 6,2 13-5,1 2-1,-1 1-1,1-1 1,0 0-1,1 0 1,0 0-1,0 1 1,0-1-1,1 1 1,0 0-1,6-11 1,-1 5-2,0 1 1,1 0-1,1 0 0,19-16 1,-6 7-1,2 2 1,1 1-1,0 1 1,34-15-1,-53 27 0,1 0 1,-1 1-1,1 0 0,0 0 0,0 1 1,0 0-1,0 0 0,1 1 1,-1 0-1,0 1 0,1-1 0,11 3 1,-19-2-1,0 0 1,1 1 0,-1-1 0,0 1-1,0 0 1,1-1 0,-1 1 0,0 0-1,0 0 1,0 0 0,0 0 0,0 0-1,0 0 1,0 0 0,-1 0 0,1 0-1,0 0 1,0 1 0,-1-1 0,1 0-1,-1 0 1,1 1 0,-1-1 0,0 0-1,1 1 1,-1 1 0,2 40 0,-2-32 0,-2 43 0,0-33 0,1 1 0,2 0 0,0-1 0,4 23 0,-4-41 0,0 0 0,0 0 0,0-1 0,0 1 0,0 0 0,1-1 0,-1 1 0,1-1 0,0 0 0,-1 1 0,1-1 0,0 0 0,1 0 0,-1 0 0,0 0 0,0-1 0,4 3 0,-2-2 1,2 0-1,-1 0 0,0 0 1,0 0-1,1-1 1,-1 0-1,1 0 0,8 1 1,-3-2 0,1 0 1,0-1-1,0 0 1,-1-1-1,1 0 1,-1-1-1,21-7 1,-22 6-1,-1-1-1,0 0 1,0 0 0,0-1 0,-1 0-1,0-1 1,0 0 0,0 0-1,-1 0 1,0-1 0,7-10 0,-10 11-1,0 0-1,0 0 1,-1-1 0,0 1 0,0-1 0,-1 1 0,1-1 0,-2 0 0,1 0 0,-1 0 0,-1 0 0,1-1 0,-1 1 0,-2-14 0,1 18 0,0 0 0,0 0 0,-1 0-1,1 0 1,-1 0 0,1 0 0,-1 1 0,-1-1 0,1 1-1,0-1 1,-1 1 0,1 0 0,-1 0 0,0 0 0,0 0 0,0 1-1,-1-1 1,1 1 0,-1 0 0,1 0 0,-1 0 0,0 0 0,0 1-1,1-1 1,-1 1 0,-5-1 0,-10-2-10,0 1 1,0 0-1,-1 2 1,-23 0-1,36 1-8,0 0 0,1 0 0,-1 1 1,1 0-1,-1 1 0,1-1 0,-1 1 0,1 0 0,0 1 0,0-1 1,-8 6-1,-18 17-3443</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1.835"/>
    </inkml:context>
    <inkml:brush xml:id="br0">
      <inkml:brushProperty name="width" value="0.05" units="cm"/>
      <inkml:brushProperty name="height" value="0.05" units="cm"/>
    </inkml:brush>
  </inkml:definitions>
  <inkml:trace contextRef="#ctx0" brushRef="#br0">1 1 32335,'0'0'384,"0"184"-384,9-109 0,5-4 0,2-8 0,7-16 0,1-5 0,-5-15-16,-5-12-56,-4-9-400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1.995"/>
    </inkml:context>
    <inkml:brush xml:id="br0">
      <inkml:brushProperty name="width" value="0.05" units="cm"/>
      <inkml:brushProperty name="height" value="0.05" units="cm"/>
    </inkml:brush>
  </inkml:definitions>
  <inkml:trace contextRef="#ctx0" brushRef="#br0">0 84 32263,'0'0'240,"199"-51"-264,-113 33-304,-13 3-2009</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2.808"/>
    </inkml:context>
    <inkml:brush xml:id="br0">
      <inkml:brushProperty name="width" value="0.05" units="cm"/>
      <inkml:brushProperty name="height" value="0.05" units="cm"/>
    </inkml:brush>
  </inkml:definitions>
  <inkml:trace contextRef="#ctx0" brushRef="#br0">1 232 29870,'0'0'2717,"22"-7"-2702,72-27-26,-89 32 10,-1 0 0,0 0 0,-1 0 0,1 0 0,0-1 0,0 0 0,-1 1 0,0-1 0,0 0 0,0-1 0,0 1 0,0-1 0,0 1 0,-1-1 0,0 0 0,1 0 0,1-6 0,-2 4 3,-1-1 1,1 0-1,-2 0 0,1 0 0,-1-1 1,0 1-1,-1-12 0,1 17-1,-1 1 0,1-1 0,0 0 0,-1 1 0,0-1 0,1 0 0,-1 1 0,0-1 0,0 0 0,0 1 0,0-1 0,0 1 0,0 0 0,0-1 0,0 1 0,-1 0 0,1 0 0,-1 0 0,1 0 0,0 0 0,-1 0 0,0 0 0,1 0 0,-1 0 0,0 1 0,1-1 0,-1 1 0,0-1 0,-2 1 0,-5-2 1,0 1 0,-1 1 0,1 0 0,-12 1 0,18-1-2,0 1 1,0 0-1,0 0 1,0 0-1,0 0 1,1 1-1,-1-1 1,0 1-1,1 0 0,-1 0 1,1 0-1,0 0 1,-1 0-1,1 0 1,0 1-1,0-1 1,0 0-1,1 1 1,-1 0-1,1 0 0,-1-1 1,-1 7-1,-1 2 2,0 0-1,1 0 1,0 0-1,-3 23 0,4-18 1,1 0 0,1 1-1,2 27 1,-2-41-2,1 1 0,-1-1 0,1 1 0,0-1 0,0 1 0,1-1 0,-1 0 0,1 1 0,-1-1-1,1 0 1,0 0 0,0 0 0,1 0 0,-1 0 0,0-1 0,1 1 0,0-1 0,-1 0 0,1 1 0,0-1 0,0 0 0,4 1 0,8 2-9,0-1 0,0-1 0,0 0-1,1-1 1,-1-1 0,0-1 0,1 0 0,22-3 0,-6 2-27,-8-1-20,0-1 0,-1 0 0,0-2 0,0-1-1,35-13 1,-14 0-1645,72-41 0,-90 40-4919,-7-4 8177,-18 23-1326,0-1 0,-1 1 0,1-1 0,-1 1 0,1-1 1,-1 1-1,0-1 0,1 0 0,-1 1 0,0-1 0,0 1 0,0-1 0,0 0 0,-1 1 1,1-1-1,0 1 0,-1-1 0,1 1 0,-1-1 0,1 1 0,-1-1 0,0 1 0,0-1 1,1 1-1,-1 0 0,0-1 0,0 1 0,-1 0 0,1 0 0,0 0 0,0 0 0,0 0 1,-1 0-1,-2-2 0,-2 0-167,0 0 1,-1 0-1,0 0 1,1 1-1,-1 0 1,0 0 0,0 1-1,0 0 1,-10-1-1,2 2-27,0-1 0,1 2-1,-25 3 1,35-3-34,0 0 1,0 0-1,0 1 1,0-1-1,0 1 1,0 0-1,1 0 1,-1 0-1,1 0 1,-1 0-1,1 1 1,0 0-1,0 0 1,0 0-1,0 0 1,0 0-1,1 0 1,-1 1-1,1 0 0,0-1 1,0 1-1,0 0 1,1 0-1,-1 0 1,1 0-1,0 0 1,-1 6-1,2-9-3,1-1 1,-1 1-1,0-1 0,0 0 0,0 1 0,1-1 0,-1 0 0,0 1 0,0-1 0,1 0 1,-1 1-1,0-1 0,1 0 0,-1 1 0,0-1 0,1 0 0,-1 0 0,0 0 1,1 1-1,-1-1 0,0 0 0,1 0 0,-1 0 0,1 0 0,-1 0 0,1 0 0,-1 0 1,0 0-1,1 0 0,-1 0 0,1 0 0,17 0 3,-15 0-3,6-1 0,0 1 0,0-2 0,0 1 0,0-1 0,0-1 0,0 1 0,14-8 0,57-35 0,-4 3 0,-75 41 0,0 0 0,1 0 0,-1 1 0,1-1 0,-1 1 0,0-1 0,1 1 0,-1 0 0,1 0 0,-1-1 0,1 1 0,-1 0 0,1 0 0,0 0 0,-1 1 0,1-1 0,-1 0 0,0 1 0,1-1 0,-1 0 0,1 1 0,-1 0 0,1-1 0,-1 1 0,0 0 0,0 0 0,1 0 0,0 1 0,1 2 0,0 0 0,0 0 0,0 1 0,0-1 0,-1 1 0,4 8 0,3 8 0,0-5 1,0 0 0,0-1-1,2 0 1,20 24 0,-26-34-1,0-1 0,0 0 1,0 0-1,0 0 0,1 0 0,0-1 1,-1 0-1,1 0 0,1-1 0,-1 1 1,0-1-1,0-1 0,1 1 0,-1-1 1,1 0-1,10 0 0,-6-1 0,0 0 0,0 0 0,0-1 0,0 0-1,0-1 1,0-1 0,0 0 0,-1 0 0,1-1 0,18-9 0,-9 2-2,-1-1 0,0 0 0,-1-1 1,27-26-1,-40 34 1,0 0 1,-1-1-1,0 1 0,0-1 1,0 0-1,-1 0 0,0 0 1,0 0-1,0 0 1,-1-1-1,0 1 0,0-1 1,-1 0-1,1 1 0,-2-1 1,1 0-1,-1 0 1,0 0-1,-1-10 0,0 15 1,0 0 0,1 0-1,-1 0 1,0 0 0,0 0 0,0 0-1,0 0 1,-1 0 0,1 1-1,0-1 1,-1 1 0,1-1-1,-1 1 1,0-1 0,1 1 0,-1 0-1,0 0 1,0 0 0,0 0-1,0 0 1,0 0 0,0 0 0,0 1-1,0-1 1,0 1 0,0-1-1,-4 1 1,0-1 0,1 0 0,-1 1 0,1 0 0,-1 0 0,1 1-1,-1-1 1,1 1 0,-1 0 0,1 1 0,-9 2 0,7 0 1,-1 1-1,1 0 1,-1 0 0,2 1 0,-1-1-1,0 2 1,1-1 0,0 1-1,1 0 1,-1 0 0,2 0 0,-1 1-1,-7 15 1,6-10 0,1 1-1,0 0 1,1 1 0,1-1 0,0 0-1,1 1 1,-1 26 0,3-35-1,0-1 0,0 0 0,1 0 0,0 1 0,2 7 0,-3-11 0,1 0 0,0 0-1,0 0 1,1 0 0,-1 0 0,0 0 0,1 0-1,-1-1 1,1 1 0,-1-1 0,1 1-1,0-1 1,0 1 0,-1-1 0,1 0-1,0 0 1,3 1 0,12 4-37,1-1 1,-1 0-1,1-2 1,33 3-1,3-5-424</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3.222"/>
    </inkml:context>
    <inkml:brush xml:id="br0">
      <inkml:brushProperty name="width" value="0.05" units="cm"/>
      <inkml:brushProperty name="height" value="0.05" units="cm"/>
    </inkml:brush>
  </inkml:definitions>
  <inkml:trace contextRef="#ctx0" brushRef="#br0">0 724 31727,'0'0'992,"4"-4"-977,12-13-13,-2-2 1,0 0-1,-1-1 0,-1 0 1,-1-1-1,8-22 1,5-6-3,186-435 0,-208 477 0,-2 6 0,0 0 0,0 0 0,1 0 0,-1 0 0,0 0 0,0 0 0,1 0 0,-1 0-1,1 1 1,-1-1 0,1 0 0,-1 0 0,1 0 0,-1 0 0,1 1 0,0-1 0,0 0 0,-1 0 0,1 1 0,0-1 0,0 1 0,0-1 0,0 1 0,1-1 0,4 7-6,13 40 6,-2 0-1,13 53 1,-13-39 0,69 215 0,-85-271-28,6 22 66,-7-25-59,0 0 0,0 0 1,0 0-1,0 0 0,0 0 1,0 0-1,0 0 0,0 0 1,0 0-1,0 0 0,-1 0 1,1 0-1,0 0 0,-1 0 1,1 0-1,-1 0 0,1 0 1,-1 0-1,1-1 1,-1 1-1,1 0 0,-2 1 1,-18 5-1459</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3.397"/>
    </inkml:context>
    <inkml:brush xml:id="br0">
      <inkml:brushProperty name="width" value="0.05" units="cm"/>
      <inkml:brushProperty name="height" value="0.05" units="cm"/>
    </inkml:brush>
  </inkml:definitions>
  <inkml:trace contextRef="#ctx0" brushRef="#br0">1 212 24861,'0'0'7834,"218"-63"-7858,-119 40-24,4-1-32,36-15-48,-24 3-256,-25 10-528</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3.588"/>
    </inkml:context>
    <inkml:brush xml:id="br0">
      <inkml:brushProperty name="width" value="0.05" units="cm"/>
      <inkml:brushProperty name="height" value="0.05" units="cm"/>
    </inkml:brush>
  </inkml:definitions>
  <inkml:trace contextRef="#ctx0" brushRef="#br0">277 120 30767,'0'0'1332,"-31"10"-1087,-98 35-82,122-42-153,-1 0 1,1 1-1,0 0 0,0 0 1,0 0-1,0 1 0,1 0 1,0 1-1,0-1 0,0 1 1,1 0-1,0 0 1,0 1-1,-7 12 0,9-13-6,0 1-1,1 1 1,0-1-1,0 0 1,1 0-1,-1 1 1,2-1-1,-1 1 1,1-1-1,0 1 1,1-1-1,0 1 1,1 7-1,-1-12-3,0 1 1,1-1-1,-1 0 0,0 0 1,1-1-1,0 1 1,0 0-1,-1 0 0,2-1 1,-1 1-1,0-1 0,0 0 1,1 0-1,-1 0 1,1 0-1,0 0 0,0 0 1,-1-1-1,1 1 0,0-1 1,0 0-1,0 0 0,1 0 1,-1 0-1,0 0 1,5 0-1,10 1 1,1 0 1,-1-1-1,27-3 1,-44 2-2,16-1-46,1-1 1,-1-1-1,1-1 0,-1-1 1,0 0-1,0-1 1,-1-1-1,0-1 0,0 0 1,0-1-1,-1 0 0,-1-1 1,0-1-1,17-17 1,-10 7-368,0-1 1,-2-1-1,-1-1 1,0 0 0,-2-2-1,-1 0 1,20-47-1,-9-2-7326</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3.747"/>
    </inkml:context>
    <inkml:brush xml:id="br0">
      <inkml:brushProperty name="width" value="0.05" units="cm"/>
      <inkml:brushProperty name="height" value="0.05" units="cm"/>
    </inkml:brush>
  </inkml:definitions>
  <inkml:trace contextRef="#ctx0" brushRef="#br0">23 1 30479,'0'0'2208,"-13"149"-2176,13-60-16,0-9-8,0 1-8,0-22 0,0-8 0,0-9 0,0-16 0,0-11-24,0-6-64,-10-9-768</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3.858"/>
    </inkml:context>
    <inkml:brush xml:id="br0">
      <inkml:brushProperty name="width" value="0.05" units="cm"/>
      <inkml:brushProperty name="height" value="0.05" units="cm"/>
    </inkml:brush>
  </inkml:definitions>
  <inkml:trace contextRef="#ctx0" brushRef="#br0">1 191 32359,'0'0'264,"182"-56"-224,-10 5-40,-20 9-16,-13 1-304</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4.700"/>
    </inkml:context>
    <inkml:brush xml:id="br0">
      <inkml:brushProperty name="width" value="0.05" units="cm"/>
      <inkml:brushProperty name="height" value="0.05" units="cm"/>
    </inkml:brush>
  </inkml:definitions>
  <inkml:trace contextRef="#ctx0" brushRef="#br0">1 1 29014,'0'0'3734,"0"13"-3724,0 42-10,3 157 1,0-159-1,2 1 0,14 54 0,11 12 0,18 81-1,-46-189-40,6 39 101,-8-48-106,0 0 0,0 0 1,0 0-1,0 0 0,0 0 0,-1 0 1,1 0-1,-1 0 0,0 0 0,0 0 1,0 0-1,0 0 0,-2 3 0,-17 7-1996</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4.907"/>
    </inkml:context>
    <inkml:brush xml:id="br0">
      <inkml:brushProperty name="width" value="0.05" units="cm"/>
      <inkml:brushProperty name="height" value="0.05" units="cm"/>
    </inkml:brush>
  </inkml:definitions>
  <inkml:trace contextRef="#ctx0" brushRef="#br0">0 51 32367,'0'0'328,"179"164"-312,-123-149-16,1-9 8,2-6 0,4 0 0,-4-30-8,-6-3-8,-10-2-16,-6-19-40,-21 9-280,-12 7-8554</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5.462"/>
    </inkml:context>
    <inkml:brush xml:id="br0">
      <inkml:brushProperty name="width" value="0.05" units="cm"/>
      <inkml:brushProperty name="height" value="0.05" units="cm"/>
    </inkml:brush>
  </inkml:definitions>
  <inkml:trace contextRef="#ctx0" brushRef="#br0">2 512 32463,'0'0'264,"0"8"-251,0-2-12,-1 15 5,4-20-3,4-13-1,38-77 4,1 1-5,52-146-1,-94 220 0,8-23 0,-12 35 0,0 1 0,1 0 0,-1 0 0,0 0 0,1 0 0,-1 0 0,1 0 0,0 0 0,-1 0-1,1 0 1,0 0 0,0 1 0,-1-1 0,1 0 0,0 0 0,0 1 0,0-1 0,0 0 0,0 1 0,0-1 0,0 1 0,2-1 0,-1 1-1,-1 0 1,1 1 0,-1-1 0,1 1-1,-1-1 1,1 1 0,-1 0-1,0-1 1,1 1 0,-1 0-1,0 0 1,1 0 0,-1 0 0,0 0-1,0 0 1,0 0 0,0 0-1,0 1 1,0-1 0,0 0 0,1 3-1,4 5 1,85 114 0,-49-64 0,1-3 0,52 52 0,-90-103 0,1 0 0,-1-1 1,1 0-1,0 0 0,0 0 0,0 0 0,0-1 1,0 0-1,1 0 0,0-1 0,-1 0 0,1 0 0,0-1 1,7 1-1,-9-1 0,-1-1 0,0-1 0,1 1 1,-1 0-1,0-1 0,0 0 0,1 0 1,-1 0-1,0-1 0,0 0 0,0 1 0,0-1 1,-1-1-1,1 1 0,0 0 0,-1-1 1,0 0-1,0 0 0,1 0 0,-2 0 0,1 0 1,0-1-1,2-4 0,3-4 0,-1-2 0,0 1 0,-1-1 0,-1 0 0,0 0 0,-1-1 0,-1 0 0,3-19 0,-3 2-10,-1 0 0,-5-60-1,2 82-144,0 0-1,-1 1 0,1-1 1,-2 0-1,0 1 0,0 0 0,0 0 1,-1 0-1,-1 0 0,1 0 1,-7-8-1,0 8-6963</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5.765"/>
    </inkml:context>
    <inkml:brush xml:id="br0">
      <inkml:brushProperty name="width" value="0.05" units="cm"/>
      <inkml:brushProperty name="height" value="0.05" units="cm"/>
    </inkml:brush>
  </inkml:definitions>
  <inkml:trace contextRef="#ctx0" brushRef="#br0">0 96 32047,'0'0'680,"1"21"-667,6 71-9,-7-84-3,1 1-1,1-1 0,0 1 1,0-1-1,0 0 1,1 0-1,0 0 0,1 0 1,0 0-1,0-1 0,0 1 1,1-1-1,0 0 1,1-1-1,-1 1 0,1-1 1,11 8-1,-12-10 0,-1-1 0,1-1 0,0 1 0,-1-1 0,1 1 0,0-1 0,0-1 0,1 1 0,-1-1 0,0 0 0,0 0 0,1-1 0,-1 1 0,1-1 0,-1 0 0,0-1 0,1 1 0,-1-1 0,0 0 0,1 0 0,-1-1 0,5-2 0,-2 1 0,0-1 0,-1-1 0,1 1 0,-1-1 0,0 0 0,-1-1 0,1 0 0,-1 0 0,0 0 0,0-1 0,-1 0 0,7-12 0,-6 8 0,-1 1 0,0-1-1,-1-1 1,-1 1 0,1-1 0,-2 1-1,0-1 1,1-14 0,-1-12-26,-3-42-1,1 79 26,0-2-26,0 0 0,0 0 0,0-1 1,-1 1-1,1 0 0,-1 0 0,1 0 0,-1 0 0,0 0 0,0 0 1,-1 0-1,1 1 0,-1-1 0,-1-3 0,-7 3-794</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6.019"/>
    </inkml:context>
    <inkml:brush xml:id="br0">
      <inkml:brushProperty name="width" value="0.05" units="cm"/>
      <inkml:brushProperty name="height" value="0.05" units="cm"/>
    </inkml:brush>
  </inkml:definitions>
  <inkml:trace contextRef="#ctx0" brushRef="#br0">166 0 31983,'0'0'725,"-27"29"-715,-81 90-9,104-115-1,1 1 0,-1-1 0,1 1 0,0 0 0,1 0 0,-1 0 0,1 1 0,-4 10 0,6-14 0,0 1 0,0 0 0,0 0 0,0-1 0,0 1 0,0 0 0,1 0 0,-1-1 0,3 6 1,-1 0-1,-1-5 1,0 0-1,1 0 0,0 0 0,-1 0 0,1 0 1,0 0-1,0 0 0,1-1 0,-1 1 0,1-1 1,-1 1-1,1-1 0,0 0 0,-1 0 1,1 0-1,0-1 0,1 1 0,-1-1 0,0 1 1,0-1-1,0 0 0,1 0 0,-1-1 0,1 1 1,5 0-1,1 0-2,-1-1 0,1 1 0,0-1 0,-1-1-1,1 0 1,-1 0 0,1-1 0,13-4 0,-9-1-16,0-1-1,-1 0 1,0-1-1,-1 0 1,0-1-1,0 0 1,12-14-1,-12 11-36,47-48-2243,-13 2-7312</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6.211"/>
    </inkml:context>
    <inkml:brush xml:id="br0">
      <inkml:brushProperty name="width" value="0.05" units="cm"/>
      <inkml:brushProperty name="height" value="0.05" units="cm"/>
    </inkml:brush>
  </inkml:definitions>
  <inkml:trace contextRef="#ctx0" brushRef="#br0">20 0 31455,'0'0'1256,"-20"158"-1248,20-81 0,0-2 0,13-1-8,1-14 0,-4-7 0,3-14 0,0-15-24,17-24-32,-4 0-168,4-15-2353</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7.058"/>
    </inkml:context>
    <inkml:brush xml:id="br0">
      <inkml:brushProperty name="width" value="0.05" units="cm"/>
      <inkml:brushProperty name="height" value="0.05" units="cm"/>
    </inkml:brush>
  </inkml:definitions>
  <inkml:trace contextRef="#ctx0" brushRef="#br0">57 195 31959,'0'0'592,"31"-12"-603,95-40-15,-121 50 24,1 0 0,-1-1 1,1 1-1,-1-1 1,0-1-1,-1 1 1,1-1-1,0 1 1,-1-1-1,0-1 0,6-6 1,-8 8 1,-1 0 1,0 0 0,0 0-1,0-1 1,0 1-1,-1 0 1,1 0 0,-1 0-1,0-1 1,0 1-1,0 0 1,0-1-1,-1-4 1,1 7-1,-1 0 1,1 0-1,-1-1 0,1 1 1,-1 0-1,1 0 1,-1-1-1,0 1 0,0 0 1,0 0-1,0 0 0,1 0 1,-1 0-1,0 0 0,-1 0 1,1 1-1,0-1 1,0 0-1,0 1 0,0-1 1,-1 0-1,1 1 0,0 0 1,-1-1-1,0 1 1,-36-7 5,36 7-6,-11-1 7,0 0-1,0 0 1,-1 2 0,-22 2-1,32-2-3,-1 1 0,0-1 1,1 1-1,-1 0 0,1 0 0,-1 0 0,1 1 0,0 0 0,0-1 0,0 1 0,0 1 0,1-1 0,-1 1 0,1-1 1,-5 8-1,0 0 4,1 1 1,1-1 0,0 1 0,1 1 0,0-1 0,1 1-1,0-1 1,-2 17 0,2 4 2,1 0 1,1 36-1,2-65-10,0-1 1,0 1-1,0-1 1,0 1-1,1-1 0,0 0 1,-1 1-1,1-1 1,0 1-1,1-1 0,-1 0 1,1 0-1,-1 0 1,1 0-1,0 0 0,0 0 1,0 0-1,0-1 0,1 1 1,3 2-1,-1-2 0,0 0 0,1 0 0,0 0 0,-1-1 0,1 0 0,0-1 0,0 1 0,0-1 0,0 0 0,12 0 0,-6-1-4,0 0 1,0-1-1,0 0 1,-1-1-1,1-1 0,-1 0 1,1 0-1,-1-1 0,0 0 1,0-1-1,-1 0 1,15-10-1,-4 0-57,0 0-1,0-2 1,-2 0 0,28-33 0,-41 44 64,-1-1 1,0 1 0,-1-1 0,0-1 0,0 1 0,0 0-1,-1-1 1,0 0 0,-1 0 0,1 0 0,-1 0 0,-1 0-1,0 0 1,0-1 0,-1-10 0,0 19-2,0 0 0,0 0 1,0 0-1,0 0 0,0 0 1,0 0-1,0-1 0,0 1 0,0 0 1,0 0-1,0 0 0,0 0 1,0 0-1,0 0 0,0 0 0,-1 0 1,1 0-1,0 0 0,0 0 0,0-1 1,0 1-1,0 0 0,0 0 1,0 0-1,0 0 0,0 0 0,-1 0 1,1 0-1,0 0 0,0 0 1,0 0-1,0 0 0,0 0 0,0 0 1,0 0-1,-1 0 0,1 0 0,0 0 1,0 0-1,0 0 0,0 0 1,0 0-1,0 0 0,0 0 0,0 1 1,-1-1-1,1 0 0,0 0 1,0 0-1,0 0 0,0 0 0,0 0 1,0 0-1,0 0 0,0 0 0,0 0 1,0 0-1,0 1 0,0-1 1,0 0-1,-1 0 10,-3 4-7,0-1 1,0 1 0,0 0-1,1 0 1,0 0 0,0 1-1,0-1 1,0 1 0,0 0-1,1 0 1,0 0 0,0 0-1,1 0 1,-1 0 0,1 0-1,-1 6 1,-1 10 5,0 1 1,1 33-1,2-40-9,-1-9-1,1 1 0,0-1 0,1 1 0,-1-1 1,4 12-1,-3-16-1,-1 0 0,1 0 0,0-1 0,0 1 0,0 0 0,0-1 0,1 1 1,-1-1-1,0 1 0,1-1 0,-1 1 0,1-1 0,-1 0 0,1 0 0,0 0 0,-1 0 0,1 0 0,0 0 1,0 0-1,0-1 0,-1 1 0,5 0 0,1 0-2,1 0 0,-1-1 0,0 0 0,1 0 0,-1 0 0,1-1 0,-1 0 0,0-1 0,0 0-1,0 0 1,0 0 0,0-1 0,0 0 0,-1-1 0,1 1 0,-1-1 0,0 0 0,0-1 0,0 1 0,8-10 0,0 0-7,-1 0-1,-1 0 1,-1-1 0,0 0-1,-1-1 1,0-1 0,7-17 0,-5 6 17,-2-1 0,9-40 0,-20 68-8,1 1 1,0-1 0,0 1-1,0 0 1,0-1 0,0 1-1,1-1 1,-1 1 0,0 0-1,0-1 1,0 1-1,0-1 1,0 1 0,0 0-1,1-1 1,-1 1 0,0 0-1,0-1 1,1 1 0,-1 0-1,0-1 1,0 1 0,1 0-1,-1 0 1,0-1 0,1 1-1,-1 0 1,0 0 0,1 0-1,-1-1 1,1 1 0,-1 0-1,0 0 1,1 0-1,-1 0 1,1 0 0,-1 0-1,0 0 1,1 0 0,-1 0-1,1 0 1,-1 0 0,0 0-1,1 0 1,-1 0 0,1 0-1,-1 0 1,0 0 0,1 1-1,-1-1 1,1 0 0,-1 0-1,0 0 1,1 1 0,-1-1-1,0 0 1,0 0-1,1 1 1,-1-1 0,0 0-1,0 1 1,1-1 0,-1 0-1,0 1 1,0-1 0,0 0-1,1 2 1,21 31 6,-17-25 3,2 4-5,1-1 1,1 0-1,0-1 1,1 0-1,10 9 1,-15-15-5,0-1 1,0 1-1,0-1 1,1 0-1,-1 0 1,1-1 0,0 1-1,0-1 1,0 0-1,0-1 1,0 0 0,0 0-1,11 1 1,-14-2-3,1 0 0,-1 0 1,1-1-1,-1 1 0,1-1 1,-1 1-1,0-1 0,1 0 1,-1 0-1,0-1 1,0 1-1,0-1 0,0 1 1,0-1-1,0 0 0,0 0 1,0 0-1,-1-1 0,1 1 1,-1-1-1,0 1 0,1-1 1,-1 0-1,-1 0 1,1 0-1,0 0 0,-1 0 1,1 0-1,-1 0 0,0 0 1,0-1-1,1-5 0,0 1-4,-1 0-1,1 1 0,-1-1 0,-1 0 0,1 1 1,-1-1-1,-1 0 0,0 1 0,0-1 1,0 0-1,-1 1 0,0-1 0,0 1 0,-5-9 1,-7-2 1,8 12 15,6 11 28,12 22-29,1-1 0,2-1 0,30 41-1,-23-34 3,29 53 0,-47-78-12,-1 0-1,-1 0 1,1 0 0,1 13 0,-3-17-1,-1 0 1,1-1-1,-1 1 1,0 0-1,0 0 1,0 0-1,-1-1 1,1 1-1,-1 0 0,1 0 1,-1-1-1,0 1 1,0 0-1,0-1 1,0 1-1,-1-1 1,-2 4-1,-10 6-31,0 0-1,-1-1 0,0-1 1,-1 0-1,-24 10 0,-31 13-520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7.425"/>
    </inkml:context>
    <inkml:brush xml:id="br0">
      <inkml:brushProperty name="width" value="0.05" units="cm"/>
      <inkml:brushProperty name="height" value="0.05" units="cm"/>
    </inkml:brush>
  </inkml:definitions>
  <inkml:trace contextRef="#ctx0" brushRef="#br0">4 1 17948,'0'0'14779,"-4"220"-14771,18-137-8,2-5 0,1-16 0,-4-11 0,0-9 0,-3-16-16,0-8-40,-7-15-328</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7.905"/>
    </inkml:context>
    <inkml:brush xml:id="br0">
      <inkml:brushProperty name="width" value="0.05" units="cm"/>
      <inkml:brushProperty name="height" value="0.05" units="cm"/>
    </inkml:brush>
  </inkml:definitions>
  <inkml:trace contextRef="#ctx0" brushRef="#br0">0 37 32535,'0'0'205,"26"-6"-195,1-1-10,-2 0 1,-1 2-1,1 0 0,1 2 0,39 0 0,-51 3-1,1 0 0,0 1 0,-1 1 0,29 6 0,-39-7 1,0 1 0,0-1 0,0 1-1,0 0 1,0 0 0,-1 0 0,1 1 0,-1-1 0,1 1 0,-1 0 0,0 0-1,0 0 1,0 0 0,0 1 0,-1-1 0,1 1 0,-1-1 0,0 1-1,0 0 1,-1 0 0,3 5 0,-2-3 0,-1 0-1,1 1 1,-1-1 0,0 1-1,-1-1 1,1 1 0,-1-1-1,0 1 1,-1-1 0,0 1-1,0-1 1,0 1 0,-1-1 0,0 0-1,0 0 1,-1 1 0,1-2-1,-1 1 1,-1 0 0,1 0-1,-1-1 1,0 0 0,0 0-1,-9 9 1,-12 5-4,0-1 0,-1-1 0,-1-1 0,-1-1 0,0-1 0,-1-2 0,-35 10 0,47-17 16,42-7 0,65 0-13,92 3-6,-162 0 6,-1 1 0,1 1-1,-1 1 1,0 1 0,0 1 0,34 15 0,-49-19-1,0 0 1,1 1-1,-2-1 1,1 1-1,0 0 1,0 0-1,-1 0 0,0 1 1,0-1-1,0 1 1,0-1-1,0 1 1,3 7-1,-5-9 1,-1 0 1,1 0-1,-1 1 1,1-1-1,-1 0 1,0 0-1,0 0 0,0 0 1,0 1-1,0-1 1,0 0-1,-1 0 0,1 0 1,-1 0-1,1 0 1,-1 0-1,0 0 1,0 0-1,0 0 0,0 0 1,0 0-1,0 0 1,-1 0-1,1-1 0,-1 1 1,1-1-1,-1 1 1,1-1-1,-1 1 1,-3 1-1,-7 5-8,-1 0 1,0 0-1,0-1 1,0-1-1,-1 0 1,0-1-1,-22 6 1,10-6-31,0-1 0,-1-1 1,-36-1-1,58-2-56,-1 0 0,0 0 0,0 0 0,0-1 0,-9-2-1,12 1-104,0 1-1,1-1 0,-1 1 1,1-1-1,-1 0 0,1 0 1,0 0-1,0-1 0,-3-3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8.272"/>
    </inkml:context>
    <inkml:brush xml:id="br0">
      <inkml:brushProperty name="width" value="0.05" units="cm"/>
      <inkml:brushProperty name="height" value="0.05" units="cm"/>
    </inkml:brush>
  </inkml:definitions>
  <inkml:trace contextRef="#ctx0" brushRef="#br0">0 197 30150,'0'0'2582,"13"5"-2566,23 7-15,-1 2 0,63 35 0,-91-44-1,13 8 0,0 0 0,23 22 0,-39-31 0,0-1 0,0 1 0,0 0 0,-1 1 0,0-1 0,0 0 0,0 1-1,0 0 1,0-1 0,-1 1 0,0 0 0,0 1 0,-1-1 0,1 0 0,-1 0 0,1 9 0,-2-11-3,0 1 1,0-1 0,0 1 0,-1-1-1,1 0 1,-1 1 0,0-1 0,0 1 0,0-1-1,0 0 1,-1 0 0,-1 4 0,2-6 0,-1 0 0,1 1 1,0-1-1,-1 0 1,1 0-1,-1 0 0,1 0 1,-1-1-1,1 1 1,-1 0-1,0-1 0,0 1 1,1-1-1,-1 1 1,0-1-1,0 0 0,1 1 1,-1-1-1,0 0 1,0-1-1,1 1 0,-1 0 1,0 0-1,0-1 1,-2 0-1,3 1 1,-1-1 1,1 0-1,-1 1 1,1-1-1,0 0 0,0 0 1,0 0-1,-1 0 0,1 0 1,0 0-1,0 0 1,0 0-1,0 0 0,0-1 1,1 1-1,-1 0 1,0 0-1,1-1 0,-1 1 1,0-1-1,1 1 0,-1-3 1,-5-36-1,6 38 1,-2-19 2,1-1 0,1 1-1,0-1 1,7-32 0,-5 42-4,2 1 0,-1 0 1,1-1-1,1 2 1,0-1-1,0 1 0,1 0 1,1 0-1,0 0 1,10-11-1,9-6-123,1 2-1,46-35 1,-18 22-875</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8.623"/>
    </inkml:context>
    <inkml:brush xml:id="br0">
      <inkml:brushProperty name="width" value="0.05" units="cm"/>
      <inkml:brushProperty name="height" value="0.05" units="cm"/>
    </inkml:brush>
  </inkml:definitions>
  <inkml:trace contextRef="#ctx0" brushRef="#br0">21 194 32031,'0'0'652,"24"4"-641,5 1-11,42 1 1,-67-6-1,-1 0 0,1-1 0,0 0 0,-1 1 0,1-1-1,0 0 1,-1-1 0,1 1 0,-1-1 0,0 0 0,1 1 0,-1-1 0,0-1 0,0 1 0,0 0 0,-1-1-1,1 0 1,-1 1 0,4-6 0,-2 3 0,-1 0-1,0 0 0,0-1 0,-1 1 1,1 0-1,-1-1 0,0 0 1,2-11-1,-4 13 0,1 1 0,-1-1 0,1 0 1,-1 0-1,0 0 0,0 1 0,-1-1 0,1 0 0,-1 0 1,0 1-1,0-1 0,0 1 0,0-1 0,-1 1 0,1-1 1,-1 1-1,0 0 0,0-1 0,0 1 0,-1 0 1,1 0-1,-1 1 0,-5-6 0,2 5-1,0-1 1,0 1-1,-1 1 1,1-1-1,-1 1 1,0 0-1,1 1 1,-1-1-1,0 1 1,0 1-1,0-1 1,-8 1-1,11 0 2,1 1 0,-1-1 0,1 0 1,-1 1-1,1 0 0,0 0 0,-1 0 0,1 0 0,0 0 0,0 1 0,-1 0 1,1-1-1,1 1 0,-1 0 0,0 0 0,-4 5 0,2-2 1,1 0 0,0 1-1,0-1 1,1 1-1,0 0 1,0 0-1,0 0 1,-2 9 0,-1 4 1,2 1 0,0-1-1,2 1 1,-2 40 0,4-55-2,0 0 1,0 0-1,0 0 0,1 0 0,-1 1 0,1-1 0,0 0 0,1-1 0,-1 1 0,1 0 0,0 0 0,0-1 1,0 1-1,1-1 0,0 1 0,0-1 0,0 0 0,0 0 0,0-1 0,1 1 0,0-1 0,0 1 1,0-1-1,0 0 0,0-1 0,1 1 0,7 3 0,1-1-9,0-1 0,0 0 1,1 0-1,0-2 0,-1 0 0,1 0 0,14-1 0,93-6-156,-88 2-142,36-9 0,20-11-1400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8.926"/>
    </inkml:context>
    <inkml:brush xml:id="br0">
      <inkml:brushProperty name="width" value="0.05" units="cm"/>
      <inkml:brushProperty name="height" value="0.05" units="cm"/>
    </inkml:brush>
  </inkml:definitions>
  <inkml:trace contextRef="#ctx0" brushRef="#br0">282 26 31375,'0'0'1055,"-28"-5"-950,-90-13-37,106 17-60,0 0 0,0 0 1,-20 2-1,29 0-5,-1-1 1,1 1-1,-1 0 1,1 0-1,0 0 1,-1 0-1,1 1 1,0-1-1,0 1 0,-5 3 1,5-2-2,1 0 1,-1 0-1,1 0 0,-1 1 1,1 0-1,0-1 1,1 1-1,-1 0 0,0 0 1,1 0-1,0 0 0,0 0 1,0 0-1,1 0 1,-1 0-1,1 0 0,0 0 1,1 8-1,-1-11-2,0 0 0,0 1 0,0-1 0,0 0 0,0 0 0,1 0 0,-1 0 0,0 0 0,1 0 0,-1 0 0,1 0 0,-1 0 0,1 0 0,-1 0 0,1 0 0,0 0 0,-1 0 1,1 0-1,0 0 0,0-1 0,0 1 0,-1 0 0,1-1 0,2 2 0,-1-1 0,1 0 0,0 0 0,-1-1 0,1 1 0,0 0 0,-1-1 1,1 0-1,0 0 0,5 0 0,0-1 0,0 0-1,0 0 1,-1-1 0,1 0 0,0 0-1,8-5 1,-7 2-4,1 1 0,-1-1 0,1 2-1,12-4 1,-17 6 4,0 1 0,0-1-1,0 1 1,1 0 0,-1 0 0,0 1-1,0-1 1,0 1 0,0 1-1,7 1 1,-9-1-49,1-1 0,-1 0 1,1 0-1,-1-1 0,1 1 0,-1-1 0,1 1 1,0-1-1,-1 0 0,1-1 0,-1 1 1,1 0-1,0-1 0,-1 0 0,1 0 0,-1 0 1,0 0-1,1-1 0,-1 1 0,0-1 0,0 0 1,0 0-1,4-3 0,16-18-3725</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9.132"/>
    </inkml:context>
    <inkml:brush xml:id="br0">
      <inkml:brushProperty name="width" value="0.05" units="cm"/>
      <inkml:brushProperty name="height" value="0.05" units="cm"/>
    </inkml:brush>
  </inkml:definitions>
  <inkml:trace contextRef="#ctx0" brushRef="#br0">17 0 31823,'0'0'872,"-16"226"-856,16-133-8,0-10-8,10-15 8,3-8-8,3-21-16,14-24-32,0-9-96,-4-6-648</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9.307"/>
    </inkml:context>
    <inkml:brush xml:id="br0">
      <inkml:brushProperty name="width" value="0.05" units="cm"/>
      <inkml:brushProperty name="height" value="0.05" units="cm"/>
    </inkml:brush>
  </inkml:definitions>
  <inkml:trace contextRef="#ctx0" brushRef="#br0">136 1 25774,'0'0'6913,"-136"155"-6905,136-120-8,0-8 0,0-6-8,36-15-8,11-6-32,65-6-48,-13-24-112,-6-6-1408</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9.657"/>
    </inkml:context>
    <inkml:brush xml:id="br0">
      <inkml:brushProperty name="width" value="0.05" units="cm"/>
      <inkml:brushProperty name="height" value="0.05" units="cm"/>
    </inkml:brush>
  </inkml:definitions>
  <inkml:trace contextRef="#ctx0" brushRef="#br0">342 379 22181,'0'0'10070,"-35"2"-9885,-112 12-54,139-13-125,1 1 1,-1 0-1,1 0 0,0 1 0,-1 0 1,1 0-1,1 1 0,-1-1 0,0 2 1,1-1-1,0 1 0,0 0 1,0 0-1,1 0 0,0 1 0,0 0 1,0 0-1,1 0 0,-1 1 1,2-1-1,-1 1 0,1 0 0,-5 14 1,4-11-6,1 1 1,0-1-1,1 0 1,0 1 0,1 0-1,0 0 1,0-1-1,1 1 1,1 0-1,2 15 1,-3-24-2,1 0-1,-1 0 1,1 0 0,0 0 0,0 0-1,0 0 1,0 0 0,0 0-1,0 0 1,1-1 0,-1 1 0,0 0-1,1-1 1,0 1 0,-1-1 0,1 1-1,0-1 1,0 0 0,2 2-1,1-1-3,0 0 0,0-1 0,0 1 0,0-1 0,0 0 0,0 0 0,0 0 0,6-1 0,-1 0-27,0 0 0,-1-1 0,1 0 0,-1-1 0,1 0 0,-1 0 0,0-1 0,16-7 0,-17 5-353,0 0 1,-1 0-1,0-1 1,0 0-1,0 0 1,0-1-1,-1 0 1,0 0-1,6-10 1,-5 5 436,0 0 0,-1-1 1,0 0-1,-1 0 0,4-20 0,0-10 1082,-3-1 0,2-84 0,-7 98-1228,6-234 594,-14 411-501,2 58 0,5-196 0,1 0 0,0 0-1,1 0 1,0-1 0,0 1 0,1 0-1,4 8 1,-5-12-22,0-1 0,1 1 0,0-1 0,0 1 0,0-1 0,1 0 0,0 0 0,-1-1 0,1 1 0,0-1 0,1 0 1,-1 0-1,6 3 0,23 3-869</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2:59.897"/>
    </inkml:context>
    <inkml:brush xml:id="br0">
      <inkml:brushProperty name="width" value="0.05" units="cm"/>
      <inkml:brushProperty name="height" value="0.05" units="cm"/>
    </inkml:brush>
  </inkml:definitions>
  <inkml:trace contextRef="#ctx0" brushRef="#br0">1 66 32063,'0'0'560,"40"110"-552,-21-110 8,-5-3-8,-4-14 0,-7-7 0,-3-3-8,0-12-32,0 4-88,0 5-640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0.248"/>
    </inkml:context>
    <inkml:brush xml:id="br0">
      <inkml:brushProperty name="width" value="0.05" units="cm"/>
      <inkml:brushProperty name="height" value="0.05" units="cm"/>
    </inkml:brush>
  </inkml:definitions>
  <inkml:trace contextRef="#ctx0" brushRef="#br0">1 164 31207,'0'0'1485,"1"22"-1475,5 66-9,-6-87-1,0 0 0,0 1 0,0-1 0,0 0 0,0 0 0,1 1 0,-1-1 0,0 0 0,1 0 0,-1 1 0,1-1 0,-1 0 0,1 0 0,0 0 0,0 0 0,-1 0 0,1 0 0,0 0 0,0 0 0,0 0 0,1 1 0,14-3-1,-12 0-1,2 1-8,0 0 1,0 0-1,0-1 0,0 0 0,0 0 0,0 0 1,0-1-1,0 0 0,-1 0 0,1-1 0,0 1 0,-1-1 1,0 0-1,0-1 0,0 1 0,0-1 0,0 0 0,6-7 1,-11 10 9,1 0 0,0 1 0,0-1 1,0 0-1,0 1 0,0-1 0,0 1 1,0-1-1,0 1 0,0-1 0,0 1 1,0 0-1,1-1 0,-1 1 0,0 0 1,0 0-1,0 0 0,0 0 0,0 0 1,1 0-1,-1 0 0,0 0 0,0 1 1,0-1-1,0 0 0,0 1 0,0-1 1,0 1-1,2 0 0,34 24 25,-19-11-20,1-3 3,1 0-1,22 8 1,-36-17-4,0 0-1,1 0 0,-1 0 1,0-1-1,1 0 1,-1 0-1,1-1 0,0 0 1,-1 0-1,1 0 1,12-3-1,-16 2-2,-1-1 0,1 1 1,0 0-1,0-1 0,-1 0 0,1 0 1,-1 0-1,0 0 0,1 0 0,-1 0 1,0 0-1,0-1 0,0 1 0,-1-1 0,1 1 1,0-1-1,-1 0 0,0 0 0,0 0 1,0 0-1,0 0 0,0 0 0,0 0 1,-1 0-1,0 0 0,1-4 0,0-11-2,0 0 0,-2-1 0,-2-21 0,3 38 1,-2-9-15,0 0 0,-1 0-1,0 0 1,-1 1-1,0 0 1,-1 0 0,-8-14-1,-3-8-338,-4-8-1126</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0.551"/>
    </inkml:context>
    <inkml:brush xml:id="br0">
      <inkml:brushProperty name="width" value="0.05" units="cm"/>
      <inkml:brushProperty name="height" value="0.05" units="cm"/>
    </inkml:brush>
  </inkml:definitions>
  <inkml:trace contextRef="#ctx0" brushRef="#br0">0 51 32303,'0'0'439,"10"11"-431,33 32-7,-42-42-1,0 0 0,0 0 0,0 0 0,1 0 0,-1 0 0,0-1 0,0 1 0,1 0 0,-1-1 0,0 1 0,1-1 0,-1 0 0,1 1 0,-1-1 0,1 0 0,-1 0 0,1 0 0,-1 0 0,1 0 0,-1 0 0,0 0 0,1 0 0,-1-1 0,1 1 0,-1-1 0,0 1 0,1-1 0,-1 1 0,0-1 0,1 0 0,1-1 0,1-1 0,0-1 0,0 0 0,-1 0 0,1-1 0,-1 1 0,4-6-1,-2 2 1,8-13-5,-11 17 5,0 0-1,0 0 1,0 1 0,1-1 0,0 0 0,-1 1 0,1 0 0,0 0-1,0 0 1,1 0 0,3-3 0,-6 6 0,0 0 0,-1 0 1,1-1-1,0 1 0,-1 0 0,1 0 0,0 0 1,-1 1-1,1-1 0,-1 0 0,1 0 1,0 0-1,-1 0 0,1 0 0,0 1 0,-1-1 1,1 0-1,-1 1 0,1-1 0,-1 0 0,1 1 1,-1-1-1,1 1 0,-1-1 0,1 1 1,-1-1-1,1 1 0,10 18 2,-7-12-2,1 1 0,-2-2 0,0 0 0,0-1 0,1 1 0,0-1-1,0 0 1,0 0 0,0 0 0,1 0 0,0-1 0,0 0 0,0 0 0,1 0 0,6 3 0,-4-5-126,0-1-1,-1 0 1,1 0 0,0-1 0,0 0 0,0 0 0,0-1 0,14-2 0,15-15-5195</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1.284"/>
    </inkml:context>
    <inkml:brush xml:id="br0">
      <inkml:brushProperty name="width" value="0.05" units="cm"/>
      <inkml:brushProperty name="height" value="0.05" units="cm"/>
    </inkml:brush>
  </inkml:definitions>
  <inkml:trace contextRef="#ctx0" brushRef="#br0">37 1 32487,'0'0'280,"-36"92"-280,36 6 0,0 13 0,0 5 0,0-6 0,0-9 0,7-18-8,-1-14 8,-6-7-16,0-17-48,0-15-344</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1.491"/>
    </inkml:context>
    <inkml:brush xml:id="br0">
      <inkml:brushProperty name="width" value="0.05" units="cm"/>
      <inkml:brushProperty name="height" value="0.05" units="cm"/>
    </inkml:brush>
  </inkml:definitions>
  <inkml:trace contextRef="#ctx0" brushRef="#br0">1 18 30823,'0'0'1896,"72"161"-1888,-32-158-8,6-3 8,4 0-8,3-21 0,-3-9-8,-4 3-8,-13-11-48,-10 2-256,-16 6-4433</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2.224"/>
    </inkml:context>
    <inkml:brush xml:id="br0">
      <inkml:brushProperty name="width" value="0.05" units="cm"/>
      <inkml:brushProperty name="height" value="0.05" units="cm"/>
    </inkml:brush>
  </inkml:definitions>
  <inkml:trace contextRef="#ctx0" brushRef="#br0">576 40 32391,'0'0'324,"-35"-7"-299,-118-20-14,141 25-10,-1 0-1,0 1 1,0 1-1,0 0 1,0 0-1,0 2 1,1-1-1,-1 2 1,0 0-1,1 0 1,-1 1-1,1 1 1,0 0-1,1 0 1,-1 1-1,-15 12 1,13-7-1,0 2 0,1 0-1,0 0 1,1 1 0,1 1 0,0 0 0,1 0 0,1 1 0,-12 28 0,14-28-1,1 1 0,1 0 1,1 1-1,0-1 0,1 0 0,1 1 0,1 0 1,0 0-1,3 21 0,-2-33 1,1-1 0,0 1 0,0-1 0,1 1 0,-1-1 0,1 1 0,1-1 0,-1 0 0,1 0 0,-1 0 0,1 0 0,1-1 0,-1 1 0,1-1 0,0 1 0,0-1 0,0-1 0,0 1 0,1 0 0,-1-1 0,1 0 0,0 0 0,8 3 0,4 1-1,0-1 0,1 0 0,-1-1 0,1-1 0,0-1 0,23 1 0,9-1-7,0-2-1,0-2 0,-1-2 1,1-3-1,-1-2 0,0-1 1,-1-3-1,0-2 0,78-35 1,-125 48 7,19-7-6,-1-2 0,32-20-1,-47 28 9,-1-1 0,1 0-1,-1 1 1,1-1 0,-1 0-1,0-1 1,0 1-1,-1 0 1,1-1 0,-1 0-1,0 0 1,0 1 0,0-1-1,0 0 1,0-1 0,-1 1-1,0 0 1,0 0 0,1-8-1,-3 9 2,1 1 1,-1-1-1,1 1 0,-1-1 0,0 1 0,0-1 0,0 1 0,0 0 1,-1 0-1,1-1 0,-1 1 0,1 0 0,-1 0 0,0 0 0,1 1 1,-1-1-1,0 0 0,0 1 0,-1-1 0,1 1 0,0 0 0,0 0 1,-1 0-1,1 0 0,0 0 0,-4-1 0,4 1-1,-1 0 0,1 1-1,-1-1 1,0 0 0,0 1 0,1 0-1,-1 0 1,0-1 0,0 2 0,1-1-1,-1 0 1,0 0 0,0 1 0,1 0-1,-1-1 1,0 1 0,1 0 0,-1 0-1,1 1 1,-1-1 0,1 0 0,0 1-1,0 0 1,-1-1 0,-1 4 0,0 0-1,1 0 0,0 0 0,0 0 0,1 1 0,0-1 1,0 1-1,0-1 0,0 1 0,1 0 0,-1 10 0,0 0 0,2 1 0,2 27 0,-2-40 0,1 0 0,0-1 0,-1 1-1,2 0 1,-1-1 0,0 1 0,1-1 0,-1 0 0,1 1 0,0-1 0,0 0-1,1 0 1,-1 0 0,0 0 0,1-1 0,0 1 0,0-1 0,0 1 0,0-1-1,0 0 1,0 0 0,0 0 0,1-1 0,-1 1 0,1-1 0,-1 0 0,7 2-1,9 0 0,-1 1 0,0-2 0,1-1 0,23 0 0,-40-1 1,11-1-3,0 0 1,1-1-1,-1 0 1,0-1-1,0-1 1,0 0 0,-1 0-1,1-1 1,11-7-1,-8 3 0,0-1-1,0-1 0,-1 0 0,-1-1 1,25-25-1,-34 31 7,0 0-1,-1 1 1,0-2-1,0 1 1,0 0-1,-1-1 1,0 1 0,0-1-1,0 0 1,-1 0-1,0 0 1,-1-1-1,1 1 1,-1-12 0,-12 186 0,-1 1 4,12 43-1,5-190-15,-5-21 4,1 0 1,-1 1 0,1-1 0,-1 0 0,1 0-1,-1 1 1,1-1 0,-1 0 0,1 0 0,-1 0 0,1 0-1,-1 0 1,1 1 0,-1-1 0,1 0 0,-1 0 0,1-1-1,0 1 1,-1 0 0,1 0 0,-1 0 0,1 0 0,-1 0-1,1-1 1,-1 1 0,1 0 0,-1 0 0,1-1 0,-1 1-1,1 0 1,-1-1 0,0 1 0,1 0 0,-1-1-1,0 1 1,1-1 0,-1 1 0,0-1 0,1 0 0,15-19-403</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2.464"/>
    </inkml:context>
    <inkml:brush xml:id="br0">
      <inkml:brushProperty name="width" value="0.05" units="cm"/>
      <inkml:brushProperty name="height" value="0.05" units="cm"/>
    </inkml:brush>
  </inkml:definitions>
  <inkml:trace contextRef="#ctx0" brushRef="#br0">0 1 32479,'0'0'264,"7"181"-264,6-88 0,7 5 0,0-3 0,-4-12 0,4-14 0,-10-16-16,6-14-16,-9-18-56,-4-18-432</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2.863"/>
    </inkml:context>
    <inkml:brush xml:id="br0">
      <inkml:brushProperty name="width" value="0.05" units="cm"/>
      <inkml:brushProperty name="height" value="0.05" units="cm"/>
    </inkml:brush>
  </inkml:definitions>
  <inkml:trace contextRef="#ctx0" brushRef="#br0">0 61 31879,'0'0'823,"39"-2"-815,10 0-7,183-16-1,-176 11 0,125-9-1,-181 17 0,1 0 1,-1-1 0,0 1-1,1 0 1,-1 0-1,0 0 1,0-1 0,1 1-1,-1 0 1,0 0 0,0 0-1,0 0 1,0-1 0,0 1-1,0 0 1,-1 2-1,1-1 1,-1 36 2,-2-1-1,-2 0 1,-1-1-1,-11 38 1,13-61-2,2 1 0,-1 0 0,2 0 0,0 22 0,1-35 0,0 0 0,0-1 0,0 1 0,1 0 0,-1-1 0,0 1 0,0-1 0,0 1 0,1 0 0,-1-1 0,0 1 0,1-1 0,-1 1 0,0-1-1,1 1 1,-1-1 0,1 1 0,-1-1 0,1 0 0,-1 1 0,1-1 0,-1 0 0,1 1 0,0-1 0,-1 0 0,1 0 0,-1 1 0,1-1 0,0 0 0,-1 0 0,1 0 0,-1 0 0,2 0 0,24 0-4,-20 0 2,3-1 3,-1 0-1,0-1 1,-1 0-1,1-1 1,0 1-1,-1-1 1,1-1-1,-1 1 1,0-1-1,9-7 0,9-8 1,29-27-1,-50 43 0,7-7-6,-1 0 1,0-1 0,-1 0 0,0-1-1,-1 0 1,13-24 0,-17 29-3,-1-1-1,0 0 1,-1 1 0,1-1 0,-1 0-1,-1-1 1,0 1 0,0 0 0,0 0 0,-1 0-1,0-1 1,-1 1 0,-1-9 0,1 16 4,0-1 0,1 0 1,-1 0-1,0 0 1,0 1-1,0-1 1,0 1-1,0-1 1,0 0-1,-1 1 0,1 0 1,-1-1-1,1 1 1,-1 0-1,1 0 1,-1 0-1,1 0 0,-1 0 1,0 0-1,0 0 1,0 1-1,1-1 1,-1 0-1,0 1 0,0 0 1,0-1-1,-3 1 1,-5-1-29,-1 1 0,1 0 0,-20 3 0,16-1-340,0 1 1,0 1 0,0 0 0,0 1 0,1 0 0,-24 13 0,-5 10-7628</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3.229"/>
    </inkml:context>
    <inkml:brush xml:id="br0">
      <inkml:brushProperty name="width" value="0.05" units="cm"/>
      <inkml:brushProperty name="height" value="0.05" units="cm"/>
    </inkml:brush>
  </inkml:definitions>
  <inkml:trace contextRef="#ctx0" brushRef="#br0">213 1 32399,'0'0'309,"-28"11"-298,-91 37-4,115-46-7,-1 0 0,1 0 0,-1 0 0,1 1 0,0 0 0,0 0 0,0 0 1,0 0-1,1 0 0,-1 1 0,1 0 0,0 0 0,-3 5 0,4-5 0,1 0 0,-1 0 0,1 0 0,1 0 0,-1 0 0,0 0 0,1 0 0,0 1 0,0 6 0,1 1 0,-1-10 0,0-1 0,1 1-1,-1 0 1,1 0 0,-1-1 0,1 1 0,0-1-1,0 1 1,-1 0 0,1-1 0,0 0 0,1 1-1,-1-1 1,0 1 0,0-1 0,0 0-1,1 0 1,-1 0 0,1 0 0,-1 0 0,1 0-1,-1 0 1,1 0 0,0-1 0,3 2 0,51 12-9,-46-12 8,47 6 3,-40-7-2,-1 1 0,0 1 0,0 0-1,-1 1 1,1 1 0,23 10-1,-38-15 1,0 1 0,0-1 0,0 1 0,0-1 0,0 1 0,0 0 0,0-1 0,0 1-1,0 0 1,-1 0 0,1 0 0,0 0 0,0 0 0,-1 0 0,1 0 0,0 0 0,-1 0-1,1 0 1,-1 0 0,0 0 0,1 0 0,-1 1 0,0-1 0,0 0 0,1 0 0,-1 0 0,0 0-1,0 1 1,0-1 0,0 0 0,-1 0 0,1 0 0,0 1 0,-1-1 0,1 0 0,0 0 0,-1 0-1,1 0 1,-1 0 0,0 1 0,-2 2 0,1-1-1,-1 1 0,1-1 1,-1 0-1,0 0 0,0 0 1,0-1-1,-1 1 0,-6 3 1,-2 0-33,0-1 0,-1 0 0,1-1 0,-1 0 0,-1-1 1,1-1-1,0 0 0,-1 0 0,1-2 0,-20 0 0,5 0-804</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3.420"/>
    </inkml:context>
    <inkml:brush xml:id="br0">
      <inkml:brushProperty name="width" value="0.05" units="cm"/>
      <inkml:brushProperty name="height" value="0.05" units="cm"/>
    </inkml:brush>
  </inkml:definitions>
  <inkml:trace contextRef="#ctx0" brushRef="#br0">1 1 32207,'0'0'368,"6"205"-312,-6-110-24,0 1-16,3-4-8,7-9 0,4-14-8,9-13 0,0-17 0,23-24-32,-9-15-72,-4 0-1104</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3.611"/>
    </inkml:context>
    <inkml:brush xml:id="br0">
      <inkml:brushProperty name="width" value="0.05" units="cm"/>
      <inkml:brushProperty name="height" value="0.05" units="cm"/>
    </inkml:brush>
  </inkml:definitions>
  <inkml:trace contextRef="#ctx0" brushRef="#br0">77 0 5681,'0'0'26966,"-76"164"-26934,76-125-16,3-7-16,33-8 0,7-18 0,40-6-32,-10-27-56,-4-2-616</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3.946"/>
    </inkml:context>
    <inkml:brush xml:id="br0">
      <inkml:brushProperty name="width" value="0.05" units="cm"/>
      <inkml:brushProperty name="height" value="0.05" units="cm"/>
    </inkml:brush>
  </inkml:definitions>
  <inkml:trace contextRef="#ctx0" brushRef="#br0">47 138 32247,'0'0'316,"22"-8"-375,73-26-87,-91 33 125,0-1-1,0 1 1,0-1 0,-1 0 0,1 0 0,-1-1 0,1 1 0,-1-1 0,0 0 0,0 0 0,5-6 0,-7 7 13,0-1 1,0 1-1,0-1 1,0 0-1,0 1 1,0-1-1,-1 0 1,1 0-1,-1 0 1,0 1-1,0-6 1,0 7 17,-1 0 0,1 0-1,0 0 1,-1 0 0,1 0 0,0-1 0,-1 1 0,1 0 0,-1 0-1,0 0 1,1 0 0,-1 0 0,0 0 0,0 1 0,0-1 0,1 0-1,-1 0 1,0 0 0,0 1 0,0-1 0,0 1 0,0-1 0,0 1-1,0-1 1,-1 1 0,1-1 0,0 1 0,0 0 0,0 0 0,0-1-1,-2 1 1,-43-2 56,37 3-42,4-1-17,0 0-1,-1 0 0,1 1 0,0 0 1,0 0-1,0 0 0,0 0 1,0 1-1,0 0 0,0 0 0,1 1 1,-1-1-1,1 1 0,-1 0 1,1 0-1,0 0 0,0 1 0,0-1 1,1 1-1,-1 0 0,1 0 1,0 1-1,0-1 0,1 0 1,-3 6-1,0 1 0,1 0 1,0 0-1,1 1 1,1-1-1,-1 1 1,2 0-1,0 0 1,0 0-1,1-1 1,1 13-1,0-21-6,-1 0 1,0 0-1,1 0 0,0 0 1,0 0-1,0 0 0,0 0 1,0 0-1,0-1 0,1 1 1,-1-1-1,1 1 0,0-1 1,-1 1-1,1-1 1,0 0-1,1 0 0,-1 0 1,0 0-1,1 0 0,-1 0 1,1-1-1,-1 1 0,1-1 1,0 0-1,0 0 0,4 1 1,6 1 0,0 0 0,0-1 0,0-1 1,25-1-1,-32 0-1,5 0 16,0-1 0,1 0 1,-1 0-1,0-2 0,0 1 0,0-1 1,0-1-1,18-9 0,-4-1-325,0-1-1,24-20 0,-34 24-49,50-37-4220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4.122"/>
    </inkml:context>
    <inkml:brush xml:id="br0">
      <inkml:brushProperty name="width" value="0.05" units="cm"/>
      <inkml:brushProperty name="height" value="0.05" units="cm"/>
    </inkml:brush>
  </inkml:definitions>
  <inkml:trace contextRef="#ctx0" brushRef="#br0">27 1 27462,'0'0'5257,"-27"217"-5249,27-136-8,0-4 0,0-9 0,0-5-16,13-15-80,1-16-400,-5-17-5145</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4.425"/>
    </inkml:context>
    <inkml:brush xml:id="br0">
      <inkml:brushProperty name="width" value="0.05" units="cm"/>
      <inkml:brushProperty name="height" value="0.05" units="cm"/>
    </inkml:brush>
  </inkml:definitions>
  <inkml:trace contextRef="#ctx0" brushRef="#br0">190 69 32399,'0'0'273,"0"-5"-319,1-2 39,1-25-12,-2 31 20,0 0-1,0 0 1,-1 0-1,1 0 1,0 0-1,-1 0 1,1 0-1,-1 1 1,1-1-1,-1 0 0,1 0 1,-1 0-1,1 0 1,-1 1-1,0-1 1,0 0-1,1 0 1,-1 1-1,0-1 1,0 1-1,0-1 1,0 1-1,1-1 1,-1 1-1,0-1 1,0 1-1,0 0 1,0-1-1,0 1 1,-1 0-1,-3-1 1,1 0 0,-1 0 0,0 1 0,1 0 0,-1 0 1,1 0-1,-1 0 0,0 1 0,1-1 0,-1 1 0,1 0 0,-1 1 0,1-1 0,0 1 1,0 0-1,-1 0 0,1 0 0,1 0 0,-1 1 0,0 0 0,0 0 0,-5 5 0,1 3 1,0-1 0,0 2 0,1-1 1,0 1-1,-9 21 0,14-28-2,0 1 1,0 0 0,0 0-1,1 0 1,0 0 0,0 0-1,0 0 1,1 0 0,0 1 0,0-1-1,1 0 1,-1 0 0,1 0-1,4 12 1,-4-16-1,-1-1 0,1 1 0,0 0 0,0-1 0,0 1-1,1-1 1,-1 1 0,0-1 0,1 0 0,-1 1 0,0-1 0,1 0 0,0 0 0,-1 0 0,1 0 0,0 0 0,-1-1-1,1 1 1,2 0 0,1 1-1,0-1 0,0-1-1,0 1 1,0-1 0,0 1-1,0-2 1,6 1 0,1-2-13,-1 0 0,1-1 0,-1 0 1,1 0-1,15-8 0,24-23-718,-4-4-2154</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4.615"/>
    </inkml:context>
    <inkml:brush xml:id="br0">
      <inkml:brushProperty name="width" value="0.05" units="cm"/>
      <inkml:brushProperty name="height" value="0.05" units="cm"/>
    </inkml:brush>
  </inkml:definitions>
  <inkml:trace contextRef="#ctx0" brushRef="#br0">0 1 32087,'0'0'632,"17"193"-624,2-121 0,-2-4-8,-4-8 0,4-13-8,-1-5-32,-9-18-88,0-6-496</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4.934"/>
    </inkml:context>
    <inkml:brush xml:id="br0">
      <inkml:brushProperty name="width" value="0.05" units="cm"/>
      <inkml:brushProperty name="height" value="0.05" units="cm"/>
    </inkml:brush>
  </inkml:definitions>
  <inkml:trace contextRef="#ctx0" brushRef="#br0">1 22 31527,'0'0'1184,"22"-4"-1177,-10 2-7,33-4 1,73-3-1,-118 9 0,1 0 0,-1 0 0,1 1-1,-1-1 1,1 0 0,-1 0 0,1 1 0,-1-1 0,0 0 0,1 1 0,-1-1-1,0 1 1,1-1 0,-1 0 0,0 1 0,1-1 0,-1 1 0,0-1-1,0 1 1,0-1 0,1 1 0,-1-1 0,0 1 0,0-1 0,0 1 0,0-1-1,0 1 1,0-1 0,0 1 0,0-1 0,0 1 0,0 24-9,0-17 6,0 14-3,-1 13-10,8 57-1,-7-90 17,1 1 1,-1-1-1,1 1 0,0-1 0,0 0 0,0 1 0,0-1 1,0 0-1,0 0 0,1 0 0,-1 0 0,1 0 0,-1 0 1,1 0-1,0 0 0,0-1 0,0 1 0,0-1 0,0 1 0,0-1 1,0 0-1,0 0 0,1 0 0,-1 0 0,0 0 0,1 0 1,-1-1-1,1 1 0,-1-1 0,1 0 0,-1 1 0,1-1 1,-1 0-1,1-1 0,-1 1 0,1 0 0,-1-1 0,1 1 0,-1-1 1,0 0-1,4-2 0,-4 3 0,0-1 1,0 0 0,0 0-1,0 0 1,0-1-1,0 1 1,-1 0-1,1-1 1,-1 1-1,1-1 1,-1 1-1,1-1 1,-1 0-1,0 0 1,0 0-1,0 0 1,0 0-1,0 0 1,1-3-1,0-1 1,-1 0 0,0-1-1,0 1 1,0 0 0,-1-10 0,0 14-2,0 0 0,-1 0 0,1 0 0,-1 0 1,1 0-1,-1 0 0,0 1 0,0-1 0,1 0 0,-2 0 1,1 1-1,0-1 0,0 0 0,0 1 0,-1-1 0,1 1 1,-1 0-1,1-1 0,-1 1 0,1 0 0,-1 0 1,0 0-1,0 0 0,-2-1 0,-6-2-8,0 0 0,0 0 1,-20-3-1,-18-2-290,-62-2 0,34 9-1182</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5.861"/>
    </inkml:context>
    <inkml:brush xml:id="br0">
      <inkml:brushProperty name="width" value="0.05" units="cm"/>
      <inkml:brushProperty name="height" value="0.05" units="cm"/>
    </inkml:brush>
  </inkml:definitions>
  <inkml:trace contextRef="#ctx0" brushRef="#br0">1 1 32351,'0'0'297,"2"32"-222,10 103-71,-11-124-4,1 1 0,1 0 0,0-1 0,1 1 0,0-1 0,0 0 0,1 0 0,9 15 0,6 11 0,-28-87-1,5 38 0,0 1 0,0-1 0,1 0 1,1 1-1,0-1 0,0 0 0,1 0 1,2-12-1,-1 18 1,0-1-1,0 1 1,1 0-1,0 1 1,0-1 0,0 0-1,1 1 1,0-1-1,0 1 1,1 0 0,-1 0-1,1 0 1,0 0-1,0 1 1,1-1 0,9-7-1,-4 6 1,0-1 0,1 1 0,0 1 0,0 0 0,0 0 0,1 1 0,-1 1 0,1 0 0,0 0 0,0 1 0,0 1 0,24 0 0,-35 1 1,0 0-1,0 0 1,0 1-1,0-1 0,0 0 1,0 1-1,0-1 1,0 1-1,0-1 1,0 1-1,0 0 0,0-1 1,0 1-1,-1 0 1,1 0-1,0-1 1,0 1-1,-1 0 0,1 0 1,-1 0-1,1 0 1,-1 0-1,1 0 1,-1 0-1,1 0 0,-1 0 1,0 0-1,0 0 1,1 0-1,-1 0 1,0 2-1,2 41 6,-2-34-3,0-3-2,0 0 0,-1 0-1,0 1 1,0-1 0,0 0 0,-1 0-1,0 0 1,-1 0 0,0-1 0,0 1-1,0-1 1,-1 0 0,1 1 0,-2-1-1,1-1 1,-1 1 0,1-1 0,-2 0-1,1 0 1,-9 7 0,-30 20-1,-92 50 0,132-79-1,14-3-6,20-2 9,-1-1 0,1-1-1,32-10 1,-23 5-1,44-5-1,35 13-1,-116 1 0,0 0 1,0 0 0,0 0 0,-1 0-1,1 0 1,0 1 0,0-1 0,0 1-1,0 0 1,0-1 0,-1 1 0,1 0-1,0 0 1,-1 0 0,1 0 0,0 1-1,-1-1 1,0 0 0,1 1 0,-1-1-1,0 1 1,1-1 0,-1 1 0,0-1-1,0 1 1,0 0 0,-1 0 0,1-1-1,1 5 1,0 2-1,-1 1 0,1 0 0,-2 0-1,1 0 1,-1 10 0,0-10 1,-1-4 0,0 0 0,0-1 0,0 1 0,0 0 0,-1 0 0,0-1 0,0 1 0,0-1 0,0 1 0,-1-1 0,0 0 0,1 0 0,-2 0 0,1-1 0,0 1 0,-1-1 0,0 1 0,1-1 0,-1 0 0,0-1 0,-1 1 0,1-1 0,-7 3 0,-8 4 0,0-1 0,0-1-1,0-1 1,-30 5 0,25-7-9,0-2 0,-31 0 0,53-2 6,0 0 1,-1 0-1,1-1 0,0 1 1,-1 0-1,1-1 0,0 1 1,-1-1-1,1 0 0,0 0 1,0 0-1,0 0 0,0 0 1,0 0-1,0-1 0,0 1 1,0-1-1,0 1 0,1-1 1,-1 0-1,1 1 0,-1-1 1,1 0-1,0 0 0,-1 0 1,1 0-1,0 0 0,-1-3 1,-1-5-78,1-1 1,0 1 0,0-1 0,1 1-1,0-13 1,1 19 19,-2-56-1411</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6.195"/>
    </inkml:context>
    <inkml:brush xml:id="br0">
      <inkml:brushProperty name="width" value="0.05" units="cm"/>
      <inkml:brushProperty name="height" value="0.05" units="cm"/>
    </inkml:brush>
  </inkml:definitions>
  <inkml:trace contextRef="#ctx0" brushRef="#br0">1 125 30919,'0'0'1783,"16"16"-1773,-2-3-7,3 4 0,1-2 0,0 0-1,1-1 1,27 16-1,33 19 3,-71-43-5,-1 0 0,1 1 1,-1 0-1,-1 0 0,1 0 0,-1 1 1,8 12-1,-14-19 0,0-1 0,0 0 0,1 1 0,-1-1-1,0 0 1,0 1 0,0-1 0,1 1 0,-1-1 0,0 0 0,0 1 0,0-1-1,0 1 1,0-1 0,0 1 0,0-1 0,0 0 0,0 1 0,0-1 0,0 1-1,0-1 1,0 1 0,0-1 0,0 0 0,0 1 0,-1-1 0,1 1 0,0-1-1,0 0 1,-1 1 0,1-1 0,0 0 0,-1 1 0,-15 3-10,12-4 8,0-1 0,1 1 0,-1-1 0,1 0 0,-1 0 0,1 0 0,-1 0 0,-5-3 0,6 1 1,0 0 0,0 0-1,1 0 1,-1 0 0,1 0 0,0 0 0,0-1-1,0 1 1,0-1 0,0 0 0,1 1 0,0-1 0,-1 0-1,0-7 1,0-3-1,0 0-1,1-25 1,2 33 0,0 0 0,0 0 0,1 0 0,-1 0 0,1 0 0,1 0 0,-1 0 0,1 1 1,0-1-1,0 1 0,1 0 0,0 0 0,0 0 0,0 1 0,0-1 0,1 1 0,-1 0 1,1 0-1,9-6 0,12-6-62,0 1-1,47-20 1,-56 27 0,54-25-1375,-10 5-4116</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6.880"/>
    </inkml:context>
    <inkml:brush xml:id="br0">
      <inkml:brushProperty name="width" value="0.05" units="cm"/>
      <inkml:brushProperty name="height" value="0.05" units="cm"/>
    </inkml:brush>
  </inkml:definitions>
  <inkml:trace contextRef="#ctx0" brushRef="#br0">147 141 31271,'0'0'1391,"16"4"-1367,53 11-8,-66-15-16,1 0 1,-1 0-1,1-1 1,-1 1-1,1-1 1,-1 0-1,0 0 1,1 0-1,-1 0 1,0-1-1,0 1 1,0-1-1,0 0 1,0 0-1,0 0 1,0 0-1,-1 0 1,4-4-1,-1 1 1,-1 0 0,0 0-1,0 0 1,-1-1 0,0 1 0,0-1 0,3-7 0,-5 10-2,0 1 1,0-1-1,0 1 1,0-1 0,-1 1-1,1-1 1,-1 0-1,0 1 1,1-1 0,-1 0-1,0 1 1,-1-1-1,1 1 1,0-1-1,-1 0 1,0 1 0,1-1-1,-1 1 1,-2-4-1,2 4 1,-1 0 0,0 0 0,1 1-1,-1-1 1,0 0 0,0 1-1,0-1 1,-1 1 0,1-1-1,0 1 1,0 0 0,-1 0-1,1 0 1,-1 0 0,1 1 0,-3-1-1,-9-1 1,1 0 0,0 2 0,-1 0 0,1 0-1,0 1 1,-17 4 0,20-3 0,1 0 0,0 1 0,-1 1 0,1 0 0,1 0 0,-1 1 0,1 0 0,-1 0 0,1 1 0,1 0 0,-1 0 0,1 1 0,0 0 0,1 0 0,0 1 0,0-1 0,0 1 0,1 1 0,0-1 0,1 1 0,0 0 0,0 0 0,1 0 0,0 1 0,1-1 0,-3 14 0,4-13 0,1 1 0,0-1 0,0 1 0,1-1 0,3 15 0,-3-21-1,0-1 1,0 1-1,1-1 1,-1 0-1,1 1 1,0-1-1,0 0 1,0 0-1,1 0 1,-1-1-1,0 1 1,1-1-1,0 1 1,0-1 0,0 0-1,0 0 1,0 0-1,6 3 1,3 0-5,1 0 0,-1-2 0,1 1 0,0-1 0,-1-1 0,23 1 0,82-4-79,-84-1 44,38-4-300,-1-4 0,0-2 0,125-41 0,-161 44-174,180-60-6446,-211 68 7104,-1 0 0,0 0 0,1 0 0,-1 0 0,0 0 0,0-1 0,1 1 0,-1-1 0,-1 1 0,1-1 0,0 0 0,3-3 0,-5 4 4,0 1 0,1-1 1,-1 0-1,0 0 0,0 1 0,0-1 1,1 0-1,-1 1 0,0-1 0,0 0 1,0 0-1,0 1 0,0-1 0,0 0 1,0 0-1,-1 1 0,1-1 0,0 0 0,0 1 1,-1-1-1,1 0 0,0 1 0,-1-1 1,1 0-1,0 1 0,-1-2 0,-1 0 236,-1 0 0,1 0 0,0 0 0,0 0 0,-1 1 0,1-1 0,-1 1 0,-4-3 0,-11-2-1259,-20-1 981,1 1-1,-1 2 1,0 2 0,-53 4-1,85-2-104,0 1 1,1 0-1,-1 0 0,0 1 0,1 0 0,-1 0 0,1 0 0,0 1 0,0-1 1,0 1-1,0 0 0,0 1 0,0-1 0,1 1 0,0 0 0,0 0 1,0 0-1,0 1 0,0 0 0,1-1 0,0 1 0,0 0 0,1 0 0,-1 1 1,1-1-1,0 1 0,0-1 0,1 1 0,0-1 0,0 1 0,0 0 0,0 0 1,1 0-1,0-1 0,0 1 0,1 0 0,0 0 0,2 7 0,-3-11-1,1 0 1,0 0-1,0-1 0,0 1 0,0-1 0,0 1 0,0-1 0,1 1 1,-1-1-1,0 0 0,1 1 0,-1-1 0,1 0 0,-1 0 1,1 0-1,0 0 0,-1 0 0,1-1 0,0 1 0,0 0 0,-1-1 1,1 1-1,0-1 0,0 0 0,0 0 0,2 1 0,9-1 1,-1 1 0,24-3 0,-27 1-1,2 0-1,0-1 0,0-1-1,-1 0 1,1 0 0,-1-1 0,0 0-1,0-1 1,0 0 0,-1-1 0,0 0-1,0 0 1,9-9 0,-8 7 0,-1 0-1,0-1 1,-1-1-1,0 1 1,-1-1-1,1-1 1,-2 1-1,0-1 1,0-1-1,6-16 1,-12 28 1,0-1 0,1 0 0,-1 1 0,0-1 0,1 0 0,-1 1 1,1-1-1,-1 1 0,1-1 0,-1 1 0,1-1 0,-1 1 0,1-1 0,0 1 0,-1 0 0,1-1 0,0 1 0,-1 0 0,1-1 1,0 1-1,-1 0 0,1 0 0,0 0 0,-1 0 0,1-1 0,0 1 0,0 0 0,-1 0 0,1 0 0,0 1 0,0-1 0,-1 0 1,1 0-1,0 0 0,-1 0 0,1 1 0,0-1 0,-1 0 0,1 1 0,0-1 0,-1 1 0,1-1 0,-1 0 0,1 1 1,-1-1-1,2 2 0,29 25 4,-21-17-4,0 0 2,0 0 1,17 13-1,-23-20-2,0 0-1,0-1 0,0 0 1,0 0-1,0 0 0,1 0 1,-1-1-1,0 0 0,1 1 1,-1-2-1,1 1 0,6 0 1,-7-1-15,-1 0 0,1 0 0,0 0 0,-1 0 0,1-1 0,0 1 0,-1-1 1,1 0-1,-1 0 0,1 0 0,-1-1 0,1 1 0,-1-1 0,0 0 0,0 0 1,0 0-1,0 0 0,0-1 0,0 1 0,-1-1 0,1 0 0,-1 1 0,0-1 0,3-4 1,24-30-1664,-5-1-3713</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7.183"/>
    </inkml:context>
    <inkml:brush xml:id="br0">
      <inkml:brushProperty name="width" value="0.05" units="cm"/>
      <inkml:brushProperty name="height" value="0.05" units="cm"/>
    </inkml:brush>
  </inkml:definitions>
  <inkml:trace contextRef="#ctx0" brushRef="#br0">1 21 30871,'0'0'1832,"1"-7"-1816,-2 7-16,1-1 1,0 1-1,0-1 0,0 1 0,0 0 1,0-1-1,0 1 0,0-1 1,0 1-1,0-1 0,0 1 0,0-1 1,0 1-1,0 0 0,0-1 1,0 1-1,0-1 0,0 1 0,1-1 1,-1 1-1,0 0 0,0-1 1,1 1-1,-1 0 0,0-1 0,0 1 1,1-1-1,-1 1 0,0 0 1,1 0-1,0-1 0,5 19 8,6 59 0,-8-52-8,-2-10 1,4 26 3,2 0-1,1-1 1,16 42-1,-25-81-3,1 1 0,-1 0 0,1-1-1,-1 1 1,1 0 0,0-1 0,0 1 0,0-1 0,0 1-1,0-1 1,0 0 0,0 1 0,0-1 0,1 0 0,-1 0 0,0 0-1,1 0 1,-1 0 0,1 0 0,-1 0 0,1 0 0,-1-1-1,1 1 1,2 0 0,-2-1 0,-1-1 0,1 1 0,-1-1-1,1 0 1,-1 1 0,1-1 0,-1 0-1,0 0 1,1 0 0,-1 0 0,0 0 0,0 0-1,0 0 1,0 0 0,0-1 0,0 1-1,0 0 1,0-1 0,0 1 0,0-1 0,-1 1-1,1-1 1,-1 1 0,1-3 0,72-167-15,-73 171 15,0 0 0,0-1 0,0 1 0,0-1 0,0 1 0,0-1 0,0 1 0,1 0 0,-1-1 0,0 1 0,0-1 0,0 1 0,1 0 0,-1-1 0,0 1 0,0 0 0,1-1 0,-1 1 0,0 0 0,1 0 0,-1-1 0,0 1 0,1 0 0,-1 0 0,1-1 0,-1 1 0,0 0 0,1 0 0,-1 0 0,1 0 0,-1 0 0,0 0 0,1-1 0,-1 1 0,1 0 0,-1 0 0,1 0 0,-1 1 0,0-1 0,1 0 0,-1 0 0,1 0 0,-1 0 0,1 0 0,12 18 0,-9-11 1,1 0-1,-1-1 0,1-1 0,1 1 0,-1-1 0,1 0 0,-1 0 0,2 0 0,-1-1 0,0 0 0,1 0 0,0 0 1,0-1-1,0 0 0,0-1 0,8 3 0,8-1-8,-1 0 1,1-2 0,33 0 0,-49-1 5,106 0-89,-6-1-165</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7.693"/>
    </inkml:context>
    <inkml:brush xml:id="br0">
      <inkml:brushProperty name="width" value="0.05" units="cm"/>
      <inkml:brushProperty name="height" value="0.05" units="cm"/>
    </inkml:brush>
  </inkml:definitions>
  <inkml:trace contextRef="#ctx0" brushRef="#br0">768 17 32199,'0'0'549,"7"-5"-539,-6 4-10,0 0 0,-1 0 0,1 0 0,0 0 0,0 1 0,0-1 0,0 0 0,0 1 0,0-1 0,0 1 0,0-1 0,0 1 0,0-1 0,0 1 1,0 0-1,0-1 0,0 1 0,1 0 0,-1 0 0,0 0 0,2 0 0,-3 1 0,0 0 0,0 1 0,0-1 0,0 0 0,0 0 0,-1 1 0,1-1 0,0 0 0,-1 0 0,1 1 0,0-1 0,-1 0 0,0 0 0,1 0 0,-2 3 0,-49 79 1,44-73-1,-117 168 0,-270 298 0,348-426-3,-88 88-67,110-118-185,12-16-554</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7.932"/>
    </inkml:context>
    <inkml:brush xml:id="br0">
      <inkml:brushProperty name="width" value="0.05" units="cm"/>
      <inkml:brushProperty name="height" value="0.05" units="cm"/>
    </inkml:brush>
  </inkml:definitions>
  <inkml:trace contextRef="#ctx0" brushRef="#br0">45 1 31943,'0'0'768,"-6"33"-753,-20 111-6,21-110-5,1 1-1,1 69 1,4-60 0,-2-36-4,2 0 0,-1-1 0,1 1 0,0 0 0,1 0 1,0 0-1,0 0 0,7 13 0,-8-18 0,1 0 0,0 0 0,0 0 0,1 0 0,-1 0 0,1 0 0,-1 0 0,1-1 0,0 0 0,0 1 0,0-1 0,0 0 0,1 0 0,-1-1 0,0 1 0,1-1 0,-1 1 0,1-1 0,0 0 0,-1-1 0,5 1 0,12 1 1,0-2 0,-1 0-1,1-1 1,0-1 0,-1-1 0,1-1-1,-1 0 1,0-2 0,0 0 0,22-11-1,22-13-3,88-58 0,-92 53-2,89-56-51,-24 6-141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8.395"/>
    </inkml:context>
    <inkml:brush xml:id="br0">
      <inkml:brushProperty name="width" value="0.05" units="cm"/>
      <inkml:brushProperty name="height" value="0.05" units="cm"/>
    </inkml:brush>
  </inkml:definitions>
  <inkml:trace contextRef="#ctx0" brushRef="#br0">1 1 32351,'0'0'368,"46"238"-360,-26-155-8,0-5 0,-4-13 0,-3-11-8,1-13-16,-5-14-64,-5-9-440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8.889"/>
    </inkml:context>
    <inkml:brush xml:id="br0">
      <inkml:brushProperty name="width" value="0.05" units="cm"/>
      <inkml:brushProperty name="height" value="0.05" units="cm"/>
    </inkml:brush>
  </inkml:definitions>
  <inkml:trace contextRef="#ctx0" brushRef="#br0">1 94 32415,'0'0'316,"29"-15"-305,98-45-10,-118 57-1,0-1 0,0 1 0,0 1 0,0 0 0,1 0 0,-1 1 0,1 0 0,0 1 0,14 0 0,-2 1 0,-15-1 0,-1 0 0,1 0 0,0 1 0,0 0 0,-1 0 0,1 0 0,12 5 0,-17-5 0,0 1 0,0-1-1,0 0 1,0 1 0,0 0-1,0-1 1,0 1 0,-1 0-1,1 0 1,-1 0 0,1 0-1,-1 0 1,0 0 0,0 0-1,0 0 1,0 1 0,0-1-1,0 0 1,0 1 0,-1-1-1,0 0 1,1 1 0,-1-1-1,0 4 1,0 0-1,0-1 1,0 1-1,0-1 1,-1 1-1,1-1 1,-1 1-1,-1-1 0,1 0 1,-1 1-1,0-1 1,0 0-1,-1 0 1,1 0-1,-5 5 0,-3 2 1,-1-1 0,1 0 0,-26 19 0,33-27 0,-50 35-3,-1-2 1,-68 33 0,122-69 2,0 0 0,-1 0 0,1 0 0,0 0 0,0 0 0,0 0 0,0 0 0,-1 0 0,1 0 0,0 0 0,0 0 0,0 1 0,0-1 0,0 0 0,-1 0 0,1 0 0,0 0 0,0 0 0,0 0 0,0 0 0,0 1 0,0-1 0,0 0 0,-1 0 0,1 0 0,0 0 0,0 0 0,0 1 0,0-1 0,0 0 0,0 0 0,0 0 0,0 0 0,0 1 0,0-1 0,0 0 0,0 0 0,0 0 0,0 0 0,0 1 0,0-1 0,0 0 0,0 0 0,0 0 0,0 0 0,0 1 0,1-1 0,-1 0 0,0 0 0,0 0 0,0 0 0,0 0 0,0 0 0,0 1 0,0-1 0,0 0 0,1 0 0,-1 0 0,0 0 0,0 0 0,0 0 0,0 0 0,0 0 0,1 0 0,-1 0 0,0 1 0,0-1 0,0 0 0,35 1 0,0-1 0,63-7 0,24-2 0,-94 9-1,-10-1-1,0 1 0,1 0 0,26 5 0,-41-4 1,-1 0 1,1-1 0,-1 1-1,1 1 1,-1-1 0,1 0-1,-1 1 1,0 0 0,1 0-1,-1 0 1,0 0-1,0 0 1,-1 1 0,1-1-1,0 1 1,-1 0 0,1-1-1,-1 1 1,0 1 0,0-1-1,0 0 1,2 7 0,-3-8 0,0 1 0,-1-1-1,1 1 1,-1-1 0,0 1 0,0 0 0,0-1 0,0 1 0,0-1 0,0 1 0,-1 0 0,1-1 0,-1 1 0,0-1 0,1 1 0,-1-1 0,-1 0-1,1 1 1,0-1 0,0 0 0,-1 0 0,1 0 0,-1 0 0,0 0 0,0 0 0,0 0 0,0 0 0,0-1 0,-4 3 0,-5 3 1,-1 0 0,0-1-1,-1 0 1,-18 5 0,19-7-2,-23 8-31,1-3 0,-1-1 0,-1-1 0,1-2 0,-1-2 0,-38 0 0,32-3-424</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9.128"/>
    </inkml:context>
    <inkml:brush xml:id="br0">
      <inkml:brushProperty name="width" value="0.05" units="cm"/>
      <inkml:brushProperty name="height" value="0.05" units="cm"/>
    </inkml:brush>
  </inkml:definitions>
  <inkml:trace contextRef="#ctx0" brushRef="#br0">0 0 32495,'0'0'256,"0"155"-256,14-72 0,5 13 0,1-4 0,3-12 0,1-8 8,-1-19-8,-3-8-8,13-9-24,-7-21-88,1-12-1080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9.445"/>
    </inkml:context>
    <inkml:brush xml:id="br0">
      <inkml:brushProperty name="width" value="0.05" units="cm"/>
      <inkml:brushProperty name="height" value="0.05" units="cm"/>
    </inkml:brush>
  </inkml:definitions>
  <inkml:trace contextRef="#ctx0" brushRef="#br0">182 180 32199,'0'0'484,"17"-3"-495,-12 2 12,8-2-5,0 0 1,0-1-1,0 0 1,14-8-1,-23 10 2,0 0 1,0 0 0,0 0-1,-1 0 1,1-1-1,-1 0 1,1 0-1,-1 0 1,0 0-1,0 0 1,-1-1 0,1 1-1,-1-1 1,1 0-1,-1 0 1,0 0-1,-1 0 1,1 0-1,-1 0 1,0 0-1,1-6 1,-1 8 1,-1-1 1,1 1 0,-1-1-1,0 1 1,0-1-1,0 1 1,0-1-1,-1 1 1,1-1-1,-1 1 1,1-1-1,-1 1 1,0 0-1,0-1 1,0 1-1,0 0 1,0 0-1,-1-1 1,-1-1-1,0 1 1,0 1 0,-1 0 0,1 0 0,0 0 0,-1 1 0,1-1 0,-1 1 0,0 0 0,1 0 0,-1 0 0,0 0 0,-5 0 0,-3 0-1,1 0 0,-1 0 0,0 1 0,1 0 0,-1 1 0,0 1 0,1 0 0,-1 0 0,1 1 0,0 1 0,0 0 0,0 0 0,0 1 0,1 0 0,-13 9 0,15-8 1,1-1 0,1 1 0,-1 0 0,1 1-1,0-1 1,1 1 0,-1 1 0,1-1 0,1 1 0,-1 0 0,2 0-1,-1 0 1,1 0 0,0 1 0,0-1 0,1 1 0,1 0 0,-1 0 0,1 0-1,1 13 1,-1-17 0,1 0 0,0 1 0,1-1-1,-1 0 1,1 1 0,0-1 0,0 0-1,1 0 1,0 0 0,0 0 0,0 0-1,0 0 1,1-1 0,0 1 0,-1-1 0,2 1-1,-1-1 1,1 0 0,-1-1 0,1 1-1,0 0 1,0-1 0,1 0 0,-1 0-1,1 0 1,-1-1 0,6 3 0,1 0-1,1-1 0,0-1 0,0 1 1,0-2-1,0 0 0,0 0 0,0-1 0,1 0 1,-1-1-1,0-1 0,1 0 0,11-3 0,-1 0-28,-1-1-1,0-2 0,-1 0 1,0-1-1,33-17 0,25-25-488</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09.842"/>
    </inkml:context>
    <inkml:brush xml:id="br0">
      <inkml:brushProperty name="width" value="0.05" units="cm"/>
      <inkml:brushProperty name="height" value="0.05" units="cm"/>
    </inkml:brush>
  </inkml:definitions>
  <inkml:trace contextRef="#ctx0" brushRef="#br0">0 1 32103,'0'0'605,"3"30"-587,-2-1-15,0-4-2,1 0 0,1 0 0,1 0 0,2 0 0,13 41 0,-1-18-1,27 85 5,-39-111-4,-1 0-1,-1 1 1,-1-1-1,0 28 1,-8-33-1,5-17 0,0 1 0,-1-1 0,1 0 0,-1 1 0,1-1 0,0 0 0,-1 0 0,1 1 0,-1-1 0,1 0 0,-1 0 0,1 0 0,-1 0 0,1 0 0,-1 0 0,1 0 0,-1 0 0,1 0 0,-1 0 0,1 0 0,-1 0 0,1 0 0,-1 0 0,1 0 0,-1 0 0,1-1 0,-1 1 0,1 0 0,-1-1 0,0 0 0,0 0 0,1 0 0,-1 0 0,1 0 0,-1-1 0,1 1 0,-1 0 0,1 0 0,0-1 0,-1 1 0,1 0 0,0-1 0,0 1 0,0 0 0,0-1 0,0 1 0,0 0-1,0-1 1,1-1 0,0-2 0,-1-5-1,-1-3 0,2 1-1,2-24 1,-2 32 1,0 0 0,1 0 0,-1 0-1,0 1 1,1-1 0,0 0 0,0 1 0,0-1 0,0 1-1,1 0 1,-1 0 0,7-5 0,-5 3 0,1 1 0,0 0 0,1 0 0,-1 0 0,1 1 0,0 0-1,-1 0 1,1 0 0,1 1 0,-1 0 0,0 0 0,0 0 0,1 1 0,-1 0 0,1 0 0,-1 1 0,14 0 0,-18 1 0,0-1 0,0 1 0,0 0 0,0-1 0,0 1 0,0 0 0,-1 0 0,1 0 0,0 1 0,0-1 0,-1 0 0,1 1 0,-1-1 0,1 1 1,-1-1-1,0 1 0,1 0 0,-1-1 0,0 1 0,0 0 0,0 0 0,0 0 0,-1 0 0,1 0 0,0 0 0,-1 0 0,0 0 0,1 4 0,1 8 0,-1 0-1,0 0 1,-1 17 0,0-17-2,-1-11 0,0 1 0,0-1 0,0 1 0,0-1 0,0 0 0,-1 0 0,0 1 0,1-1 0,-1 0 0,0 0 0,-1-1 0,1 1-1,0 0 1,-1-1 0,0 1 0,1-1 0,-1 0 0,0 0 0,-6 3 0,0 1-12,-1-1 0,0 0 0,0 0 0,-1-1 0,-15 4 0,8-5-336,0-1-1,-35-1 1,44-1-306,-20 0-5991</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0.158"/>
    </inkml:context>
    <inkml:brush xml:id="br0">
      <inkml:brushProperty name="width" value="0.05" units="cm"/>
      <inkml:brushProperty name="height" value="0.05" units="cm"/>
    </inkml:brush>
  </inkml:definitions>
  <inkml:trace contextRef="#ctx0" brushRef="#br0">351 1 31391,'0'0'1317,"-32"16"-1293,-99 53-14,126-67-10,0 1 0,0 0 0,1 1 0,-1-1 0,1 1 0,0 0 1,0 0-1,0 0 0,1 0 0,-6 9 0,7-10 0,1 0 0,0 1 0,0-1 0,0 1 0,1-1 0,-1 0 0,1 1 0,0-1 0,0 1 0,0 3 0,0 2 0,0-7 0,0 0 0,1 0 0,-1-1 0,0 1 0,1 0 0,-1-1 0,1 1 0,-1 0 0,1-1 0,0 1 0,-1-1 0,1 1 0,0-1 0,0 1 0,0-1 0,0 0 0,1 1 0,-1-1 0,0 0 0,1 0 0,-1 0 0,0 0 0,1 0 0,-1 0 0,1 0 0,-1-1 0,1 1 0,0 0 0,2 0 0,5 1 0,1 0 0,-1-1 0,1 0 0,12 0 0,-4 0 0,24 0 2,30 4 4,-66-4-6,-1 0-1,0 0 1,0 0-1,0 1 0,0 0 1,-1 0-1,1 0 1,0 1-1,-1-1 0,1 1 1,3 4-1,-7-7 1,-1 1 0,1 0-1,0-1 1,-1 1 0,1 0 0,-1 0-1,1-1 1,-1 1 0,1 0-1,-1 0 1,1 0 0,-1-1 0,0 1-1,0 0 1,1 0 0,-1 0-1,0 0 1,0 0 0,0 0 0,0 0-1,0 0 1,0 0 0,0 0-1,0-1 1,0 1 0,-1 0 0,1 0-1,0 0 1,-1 0 0,1 0-1,0 0 1,-1-1 0,1 1 0,-1 0-1,1 0 1,-1-1 0,0 1-1,0 1 1,-29 21-25,3-7-28,-2-2 0,-56 20-1,55-23-35,-79 31-3161,3-3-10652</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0.569"/>
    </inkml:context>
    <inkml:brush xml:id="br0">
      <inkml:brushProperty name="width" value="0.05" units="cm"/>
      <inkml:brushProperty name="height" value="0.05" units="cm"/>
    </inkml:brush>
  </inkml:definitions>
  <inkml:trace contextRef="#ctx0" brushRef="#br0">0 421 32207,'0'0'503,"16"21"-493,50 65 4,-65-84-14,1 0 1,-1-1-1,1 1 1,0 0 0,-1-1-1,1 1 1,0-1-1,0 1 1,0-1-1,0 0 1,0 0 0,1 0-1,-1 0 1,0 0-1,0 0 1,1-1-1,-1 1 1,0-1-1,1 0 1,-1 1 0,0-1-1,1 0 1,-1 0-1,1-1 1,-1 1-1,4-1 1,-3 0-1,-1-1 0,0 1 0,1 0 1,-1-1-1,0 0 0,1 1 0,-1-1 0,0 0 0,0 0 0,-1 0 0,1 0 1,0-1-1,-1 1 0,3-4 0,1-9 0,0-1 0,0 0 0,-2 0 0,0 0 0,0-1 0,-2 1 0,0-1 0,-3-31 0,2 14 0,-2 2-3,-1-1 0,-2 1 0,-12-45 0,-2-11-1,18 85 2,1 0-1,-1 0 1,1 0 0,-1-1-1,1 1 1,0 0-1,0 0 1,0 0 0,2-5-1,-2 7 2,1 0-1,0 1 0,0-1 0,0 0 1,0 0-1,0 1 0,0-1 0,0 1 1,0-1-1,0 1 0,0-1 0,0 1 1,0-1-1,0 1 0,0 0 1,0 0-1,0 0 0,1 0 0,-1-1 1,0 1-1,0 1 0,0-1 0,2 0 1,0 0-1,-1 0 1,1 0 0,-1 0-1,1 0 1,-1 0-1,1 1 1,-1-1 0,1 1-1,-1-1 1,0 1 0,1 0-1,-1 0 1,0 0 0,0 0-1,3 2 1,-4-1-128,1 0 1,-1 1-1,1-1 1,-1 0-1,0 1 1,0-1-1,0 1 1,-1-1-1,1 1 1,0-1-1,-1 1 0,0 0 1,0-1-1,0 5 1,1 17-6883</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1.301"/>
    </inkml:context>
    <inkml:brush xml:id="br0">
      <inkml:brushProperty name="width" value="0.05" units="cm"/>
      <inkml:brushProperty name="height" value="0.05" units="cm"/>
    </inkml:brush>
  </inkml:definitions>
  <inkml:trace contextRef="#ctx0" brushRef="#br0">1 548 32519,'0'0'181,"32"-5"-171,-2 1-10,181-31 1,13-8-2,-183 32-29,-40 11 21,-7 56 14,4-46-3,1 0-1,0 0 0,0 0 1,1 1-1,0-1 0,2 11 1,-2-20-2,1 0 0,-1 0 0,1 1 0,0-1 0,-1 0 0,1 0 0,0 0 0,-1 0 0,1 0 0,0 0 1,0-1-1,0 1 0,0 0 0,0 0 0,0 0 0,0-1 0,0 1 0,0-1 0,0 1 0,0-1 0,0 1 0,0-1 1,1 0-1,-1 1 0,2-1 0,35 2 4,-31-2-2,10 0-2,0 0 0,-1-2 0,1 0 0,-1-1 0,1-1 0,-1 0 0,0-1 1,-1-1-1,1 0 0,17-11 0,-20 10 0,0 0-1,-1-1 1,0 0-1,-1-1 1,0 0 0,17-18-1,-25 23-1,1-1 0,-1 1 0,0-1 0,0 0 0,0 1-1,0-1 1,-1 0 0,0-1 0,0 1 0,-1 0 0,1-1-1,-1 1 1,0-1 0,-1 1 0,1-1 0,-1 1 0,0-1-1,0 0 1,-1 1 0,-1-7 0,1 9 0,0 0 1,0 1-1,0-1 1,0 1-1,-1-1 1,1 1-1,-1 0 1,0-1-1,0 1 1,0 0-1,0 0 0,0 0 1,0 0-1,0 1 1,0-1-1,-1 0 1,1 1-1,-1 0 1,1 0-1,-1 0 0,0 0 1,1 0-1,-1 0 1,-4 0-1,-7-2 7,-1 1 0,1 1 0,-23 1-1,28 0 7,6-2-4,9-3-7,9-4-6,-13 8 6,13-8-17,0 0 0,-1-1 1,0-1-1,-1-1 0,0 0 0,0 0 1,-1-1-1,-1-1 0,0 0 0,-1 0 1,-1-1-1,0-1 0,8-20 0,-14 28-8,-1-1 0,-1 1 0,1-1 0,-2 0 0,1-12 0,-1 19 20,0 1 1,0 0-1,-1-1 0,1 1 1,0 0-1,0-1 1,-1 1-1,1 0 1,-1-1-1,1 1 1,-1 0-1,0 0 1,0 0-1,1-1 1,-1 1-1,0 0 1,0 0-1,0 0 1,0 0-1,0 0 0,0 1 1,-2-2-1,0 0 3,-1 0 0,1 1-1,-1-1 1,1 1-1,-1 0 1,0 0 0,1 1-1,-6-1 1,-6 0 28,-1 1-1,1 0 1,-18 4 0,29-4-12,1 1 0,-1-1 0,0 1 0,1 0 0,-1 0 1,1 1-1,-1-1 0,1 1 0,0-1 0,-1 1 0,1 0 0,0 1 0,0-1 1,1 0-1,-1 1 0,0 0 0,-2 3 0,4-4-10,0 0 0,0 0 0,0 0 0,0 1 1,1-1-1,-1 0 0,1 1 0,-1-1 0,1 0 0,0 1 0,0-1 0,0 1 0,0-1 1,0 0-1,1 1 0,-1-1 0,1 0 0,-1 1 0,1-1 0,0 0 0,0 0 0,0 1 1,0-1-1,1 0 0,-1 0 0,0 0 0,1 0 0,-1-1 0,3 3 0,18 19 8,2-1 0,0-2-1,2 0 1,0-1 0,45 23-1,9 9-3,-77-49-104,3 2 101,1 1 0,-1-1 1,1-1-1,0 1 0,14 4 0,6-4-2998</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1.790"/>
    </inkml:context>
    <inkml:brush xml:id="br0">
      <inkml:brushProperty name="width" value="0.05" units="cm"/>
      <inkml:brushProperty name="height" value="0.05" units="cm"/>
    </inkml:brush>
  </inkml:definitions>
  <inkml:trace contextRef="#ctx0" brushRef="#br0">0 1 32319,'0'0'385,"0"25"-363,0 143-5,0-159-17,1-1 0,-1 1 0,1-1 0,1 1 0,4 16 0,-6-23 0,1 0 0,0 0 0,0 0 0,0 0 0,0 0 0,0 0 0,1 0 0,-1-1 0,0 1 0,1 0 0,0-1 0,-1 1 0,1-1 0,0 1 0,0-1 0,-1 0 0,1 0 0,0 0 0,0 0 0,0 0 0,1 0 0,-1 0 0,0-1 0,0 1 0,0-1 0,1 0 0,-1 0 0,3 1 0,-2-2 0,0 0 0,0 0 0,0-1 0,0 1 0,0-1 0,0 1 0,0-1 0,-1 0 0,1 0 0,0 0 0,-1-1 0,0 1 0,1 0 0,-1-1 0,0 0 0,2-4 0,11-10 0,1-1-1,-8 9 1,0 0-1,1 1 0,0-1 0,12-7 0,-19 14 1,0 1 0,0 0 0,0 0 0,0-1 0,0 2-1,1-1 1,-1 0 0,0 0 0,0 1 0,1-1 0,-1 1 0,0 0 0,1-1 0,-1 1-1,0 0 1,1 1 0,-1-1 0,0 0 0,0 1 0,1-1 0,-1 1 0,0 0 0,0-1-1,1 1 1,-1 0 0,0 1 0,3 1 0,1 2 0,0 1 1,-1 0-1,0 0 1,8 11-1,-9-12 1,0 1-1,0-1 1,1 0 0,-1 0-1,1 0 1,10 7 0,-13-11-1,0 0 0,0-1 0,0 1 0,1-1 0,-1 1 0,0-1 0,0 0 0,1 0 0,-1 0 0,0 0 0,1 0 0,-1-1 0,0 1 0,1 0 0,-1-1 0,0 0 0,0 0 1,0 0-1,0 0 0,0 0 0,0 0 0,0 0 0,0 0 0,0-1 0,0 1 0,-1-1 0,1 0 0,0 1 0,1-4 0,6-5 0,-1 0 0,0 0 0,11-20 0,-12 13 0,1 1 0,5-24 0,-8 23 0,2 0 1,9-20-1,-16 36 0,0 1 1,0 0-1,0 0 0,0-1 0,0 1 0,0 0 0,1 0 0,-1 0 0,0-1 0,0 1 0,0 0 1,0 0-1,0-1 0,0 1 0,0 0 0,1 0 0,-1 0 0,0-1 0,0 1 0,0 0 1,0 0-1,1 0 0,-1 0 0,0 0 0,0-1 0,0 1 0,1 0 0,-1 0 0,0 0 1,0 0-1,1 0 0,-1 0 0,0 0 0,0 0 0,0 0 0,1 0 0,-1 0 0,0 0 0,0 0 1,1 0-1,-1 0 0,0 0 0,0 0 0,1 0 0,-1 0 0,0 0 0,0 0 0,0 0 1,1 0-1,-1 1 0,0-1 0,0 0 0,0 0 0,1 0 0,-1 0 0,0 1 0,0-1 0,0 0 1,0 0-1,1 0 0,-1 1 0,0-1 0,0 0 0,0 0 0,0 0 0,0 1 0,0-1 1,0 0-1,6 22-2,-4-16 3,8 30-1,2 0 0,21 41 0,-32-75 0,0 1 0,0-1 1,0 0-1,0 0 0,1 0 0,-1 0 0,1-1 1,-1 1-1,1 0 0,0-1 0,0 1 0,-1-1 1,1 1-1,0-1 0,0 0 0,1 0 0,-1 0 1,0 0-1,0 0 0,0 0 0,1-1 0,-1 1 0,0-1 1,1 1-1,3-1 0,-2-1-12,-1 1 1,0-1-1,1 1 0,-1-1 1,0 0-1,1-1 0,-1 1 1,0 0-1,0-1 0,0 0 1,0 0-1,0 0 0,-1 0 1,1 0-1,-1 0 0,4-4 1,20-26-620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2.202"/>
    </inkml:context>
    <inkml:brush xml:id="br0">
      <inkml:brushProperty name="width" value="0.05" units="cm"/>
      <inkml:brushProperty name="height" value="0.05" units="cm"/>
    </inkml:brush>
  </inkml:definitions>
  <inkml:trace contextRef="#ctx0" brushRef="#br0">0 795 32087,'0'0'616,"5"0"-600,86-2-3,135-22-1,52-19-6,2254-439 3,-2172 392-9,-337 84 0,-11 3-1,-1 0 0,1-1 0,-1 0 0,1-1 0,-1 0 0,0-1 0,10-8 0,-18 12-2,0 0 0,-1-1 0,1 0 0,-1 1 0,0-1 1,0 0-1,0 0 0,0 0 0,0 0 0,-1-1 0,1 1 0,-1 0 0,1-5 0,-1 7 0,-1-1 0,0 1 0,0-1 1,0 1-1,0-1 0,0 1 0,0-1 0,0 1 0,0-1 0,-1 1 0,1 0 0,-1-1 0,1 1 0,-1-1 0,1 1 0,-1 0 0,0-1 0,0 1 0,1 0 0,-1 0 0,0 0 0,0-1 0,0 1 0,-1 0 0,1 0 0,0 0 0,0 1 0,0-1 0,-1 0 0,1 0 0,0 1 0,-1-1 0,1 1 1,-1-1-1,1 1 0,0-1 0,-3 1 0,-30-6-304,0 1 0,-37 1 0,2 3-2052</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2.456"/>
    </inkml:context>
    <inkml:brush xml:id="br0">
      <inkml:brushProperty name="width" value="0.05" units="cm"/>
      <inkml:brushProperty name="height" value="0.05" units="cm"/>
    </inkml:brush>
  </inkml:definitions>
  <inkml:trace contextRef="#ctx0" brushRef="#br0">77 1 31015,'0'0'1724,"28"3"-1712,-26-3-12,227 41 8,-199-33-9,103 30 4,-116-32-2,0 0 0,-1 2 0,0 0 0,-1 0 0,23 18 0,-36-25-1,0 0 0,-1 0 0,1 1 0,-1-1 0,1 1 0,-1 0 0,0-1 0,0 1 0,1 0 0,-1 0 0,0-1 0,-1 1 0,1 0 0,0 0 0,0 0 0,-1 0 0,1 0 0,-1 1 0,0-1 0,0 0 0,0 0 0,0 0 0,0 0 0,0 0 0,0 0 0,-1 0 0,1 0 0,-1 0 0,1 0 0,-1 0 0,0 0 0,0 0 0,0 0 0,0 0 0,0 0 0,0 0 0,0-1 0,-1 1 0,-1 1 0,-12 8-1,0-1 0,-1-1 0,-1 0 0,1-1 0,-1 0 0,-25 6 0,29-9 0,-303 102-438,160-69-1458</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3.140"/>
    </inkml:context>
    <inkml:brush xml:id="br0">
      <inkml:brushProperty name="width" value="0.05" units="cm"/>
      <inkml:brushProperty name="height" value="0.05" units="cm"/>
    </inkml:brush>
  </inkml:definitions>
  <inkml:trace contextRef="#ctx0" brushRef="#br0">1 918 32567,'0'0'183,"-1"-19"-175,1 17-8,5-236 0,49-76-7,-36 220 7,-9 41 0,-3 17-1,1 0 1,24-69 0,-20 87-5,-10 18 5,-1 0 0,0-1 0,1 1 0,-1 0 0,1 0 0,-1-1 0,0 1 0,1 0 0,-1 0 0,1 0-1,-1 0 1,1 0 0,-1 0 0,1-1 0,-1 1 0,0 0 0,1 0 0,-1 0 0,1 1 0,-1-1 0,1 0 0,-1 0 0,1 0-1,-1 0 1,1 1 0,1 0 0,0 1 0,0 0 0,0-1 0,-1 1 0,1 0 0,-1 0 0,1 1 0,-1-1 0,1 0 0,-1 0 0,0 1 0,1 3 0,82 257 0,-65-188 0,4-2 0,3-1 0,42 83 0,4-34-479,-71-119-1210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3.474"/>
    </inkml:context>
    <inkml:brush xml:id="br0">
      <inkml:brushProperty name="width" value="0.05" units="cm"/>
      <inkml:brushProperty name="height" value="0.05" units="cm"/>
    </inkml:brush>
  </inkml:definitions>
  <inkml:trace contextRef="#ctx0" brushRef="#br0">0 113 32511,'0'0'195,"31"0"-191,-11 0-4,77 0-5,178-22 0,5-43-97,-182 40-1,-97 25 107,-1 0 1,0 0-1,1 0 0,-1 0 1,0 0-1,0 0 1,1 1-1,-1-1 0,0 0 1,1 0-1,-1 0 0,0 0 1,0 1-1,1-1 0,-1 0 1,0 0-1,0 1 1,0-1-1,1 0 0,-1 0 1,0 1-1,0-1 0,0 0 1,0 0-1,1 1 0,-1-1 1,0 0-1,0 1 1,0-1-1,0 0 0,0 1 1,0-1-1,0 0 0,0 1 1,0-1-1,0 0 1,0 1-1,0-1 0,0 0 1,0 0-1,-1 1 0,1-1 1,0 0-1,0 1 0,-5 26-6,2-6 15,-1 13-10,3 1 0,1 0 0,1-1 0,2 1 0,2-1 0,0 0 0,14 42 0,-7-42-4,-2-9-5,-1 0 0,-2 1-1,8 45 1,-15-70-6,0 0 0,0 0 0,1 0 0,-1 0 0,0-1 0,0 1 0,0 0-1,0 0 1,0 0 0,0 0 0,0 0 0,-1 0 0,1 0 0,0 0 0,0 0 0,-1 0-1,1 0 1,0-1 0,-1 1 0,1 0 0,-1 0 0,1 0 0,-1-1 0,0 2 0,-14 0-867</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3.712"/>
    </inkml:context>
    <inkml:brush xml:id="br0">
      <inkml:brushProperty name="width" value="0.05" units="cm"/>
      <inkml:brushProperty name="height" value="0.05" units="cm"/>
    </inkml:brush>
  </inkml:definitions>
  <inkml:trace contextRef="#ctx0" brushRef="#br0">0 1 32423,'0'0'293,"28"2"-283,92 10-9,-113-11-1,-1 1 0,0-1-1,0 1 1,0 0 0,0 1 0,0-1-1,0 1 1,0 0 0,-1 1 0,0 0 0,1-1-1,-2 1 1,1 1 0,0-1 0,-1 1 0,0 0-1,0 0 1,0 0 0,0 1 0,-1-1-1,0 1 1,0 0 0,-1 0 0,0 0 0,0 0-1,0 0 1,0 0 0,-1 1 0,0-1-1,-1 0 1,1 1 0,-1-1 0,-1 1 0,1-1-1,-1 0 1,-2 11 0,2-14 4,0-1-1,-1 1 1,1 0-1,-1 0 1,1-1 0,-1 1-1,0-1 1,0 1-1,0-1 1,0 0 0,0 0-1,0 0 1,-1 0-1,1 0 1,-1 0 0,1-1-1,-1 1 1,0-1-1,0 0 1,1 0 0,-1 0-1,-5 1 1,-6 2-462,-1-1 0,1-1 0,-20 2 1,-9-3-6997</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3.997"/>
    </inkml:context>
    <inkml:brush xml:id="br0">
      <inkml:brushProperty name="width" value="0.05" units="cm"/>
      <inkml:brushProperty name="height" value="0.05" units="cm"/>
    </inkml:brush>
  </inkml:definitions>
  <inkml:trace contextRef="#ctx0" brushRef="#br0">107 1 27342,'0'0'5262,"-17"28"-5223,-50 91-12,63-113-26,1 0 1,0 0 0,1 0 0,-1 0 0,1 1 0,1-1-1,-1 1 1,1 0 0,0-1 0,0 1 0,1 13 0,1-6 0,-1-12-2,0 0 0,0 0 0,0 0 0,0 0 0,1 0 0,-1 0 0,1 0 0,-1 0 0,1-1 0,0 1 0,0 0 0,0 0 0,0 0 0,0-1 0,0 1 0,0-1 0,0 1 1,1-1-1,-1 1 0,1-1 0,-1 0 0,1 1 0,-1-1 0,1 0 0,0 0 0,0 0 0,0 0 0,-1-1 0,1 1 0,3 0 0,5 1 0,1 0 0,-1-1 0,0 0 0,19-1 0,-13-1 0,-9 1 0,-1 0-1,1 0 1,-1-1 0,1 0 0,-1-1-1,1 1 1,-1-1 0,0 0 0,0-1-1,0 0 1,0 1 0,0-2 0,-1 1-1,1-1 1,-1 0 0,0 0 0,0 0-1,0-1 1,-1 0 0,6-7 0,-6 5-3,1-1 1,-1 1-1,-1 0 1,0-1 0,0 0-1,0 0 1,-1 0-1,0 0 1,-1 0-1,0 0 1,0-1 0,0 1-1,-1 0 1,-1-1-1,-1-13 1,1 18-4,0 1-1,0-1 1,0 1 0,-1-1-1,1 1 1,-1-1 0,0 1-1,0 0 1,0 0 0,0 0-1,-1 0 1,1 0 0,-1 0-1,0 1 1,1-1 0,-6-3 0,-1 1-117,0 0 0,0 0 0,0 1 0,-17-6 0,-11 2-1199</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4.379"/>
    </inkml:context>
    <inkml:brush xml:id="br0">
      <inkml:brushProperty name="width" value="0.05" units="cm"/>
      <inkml:brushProperty name="height" value="0.05" units="cm"/>
    </inkml:brush>
  </inkml:definitions>
  <inkml:trace contextRef="#ctx0" brushRef="#br0">0 147 32167,'0'0'431,"9"32"-366,29 105-42,23 70-7,-59-201-105,-4-7 24,-5-16-16,-10-27-15,8 13 84,3 0-1,0 0 1,-1-39 0,4-96 150,3 121-76,0 39-55,0 0 1,1 0 0,-1 0 0,1 1-1,0-1 1,1 0 0,-1 1 0,1-1-1,3-5 1,-4 9-6,0 0-1,1 0 1,-1 0 0,0 0-1,1 1 1,-1-1-1,1 0 1,0 1 0,0-1-1,0 1 1,0 0-1,0-1 1,0 1-1,0 0 1,0 0 0,0 0-1,0 1 1,0-1-1,1 0 1,-1 1 0,0-1-1,1 1 1,-1 0-1,4 0 1,-1 0 0,1 0 0,0 0 1,0 0-1,0 1 0,-1 0 0,1 0 1,0 0-1,-1 1 0,1 0 0,-1 0 0,0 0 1,1 1-1,-1 0 0,0 0 0,0 0 1,-1 0-1,1 1 0,-1 0 0,0 0 0,5 6 1,-4-4 5,-1-1 0,0 1 0,0 0 1,0 1-1,-1-1 0,0 0 0,0 1 0,0 0 1,-1 0-1,0 0 0,-1 0 0,0 0 1,0 0-1,0 0 0,-1 10 0,0-11-108,0 0 0,-1 0 0,0 0 1,0-1-1,-1 1 0,1 0 0,-1 0 0,-1-1 0,1 0 0,-1 1 0,0-1 0,0 0 0,0 0 0,-1 0 0,1-1 0,-1 1 0,0-1 1,-8 6-1,-16 6-7078</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4.991"/>
    </inkml:context>
    <inkml:brush xml:id="br0">
      <inkml:brushProperty name="width" value="0.05" units="cm"/>
      <inkml:brushProperty name="height" value="0.05" units="cm"/>
    </inkml:brush>
  </inkml:definitions>
  <inkml:trace contextRef="#ctx0" brushRef="#br0">0 0 30447,'0'0'2196,"3"28"-2156,-1-6-34,4 36 1,17 76 0,0-43-3,51 134 0,-71-220 15,-2-7-8,-3-18-6,0 10-6,0 1 1,-1-1-1,0 1 1,-5-10-1,9 19 1,-1 1 0,0-2-1,0 1 1,0 0 0,-1 0 0,1 0 0,0-1 0,0 1 0,0 0 0,0 0-1,0 0 1,-1 0 0,1-1 0,0 1 0,0 0 0,0 0 0,0 0 0,-1 0-1,1 0 1,0 0 0,0-1 0,0 1 0,-1 0 0,1 0 0,0 0 0,0 0-1,-1 0 1,1 0 0,0 0 0,0 0 0,0 0 0,-1 0 0,1 0 0,0 0-1,0 0 1,-1 0 0,1 0 0,0 1 0,0-1 0,0 0 0,-1 0 0,1 0-1,0 0 1,0 0 0,0 0 0,0 0 0,-1 1 0,1-1 0,0 0 0,0 0-1,0 1 1,-1 3 0,1-3 3,-13 11-678,9-12-598</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5.375"/>
    </inkml:context>
    <inkml:brush xml:id="br0">
      <inkml:brushProperty name="width" value="0.05" units="cm"/>
      <inkml:brushProperty name="height" value="0.05" units="cm"/>
    </inkml:brush>
  </inkml:definitions>
  <inkml:trace contextRef="#ctx0" brushRef="#br0">0 27 31695,'0'0'1003,"37"-3"-991,119-7-11,-68 2-1,16 2-25,-103 6 23,0 1 0,0-1 0,0 0-1,-1 1 1,1-1 0,0 1 0,0-1 0,0 1 0,-1-1 0,1 1 0,0-1 0,0 1 0,-1 0 0,1-1 0,-1 1 0,1 0 0,0 0 0,-1 0 0,0-1 0,1 1 0,-1 0 0,1 0 0,-1 0 0,0 0 0,0 0 0,1 0-1,-1 0 1,0 0 0,0-1 0,0 1 0,0 0 0,0 1 0,-1 43 4,0-29 2,-2 50 25,1-44-20,1 0 1,0 0 0,2-1 0,4 27 0,-4-46-10,0 1 0,0-1 0,0 0 1,0 0-1,1 0 0,-1 0 0,1 0 1,0 0-1,-1 0 0,1 0 0,0-1 0,0 1 1,0-1-1,0 1 0,0-1 0,0 0 1,1 1-1,-1-1 0,0-1 0,1 1 0,-1 0 1,1 0-1,-1-1 0,1 0 0,-1 1 1,5-1-1,10 1 1,0 0 0,29-3 0,-44 2-1,4-1 0,1 0 0,-1 0-1,0-1 1,1 1 0,-1-2 0,0 1-1,0 0 1,0-1 0,0 0 0,-1-1-1,1 1 1,-1-1 0,0 0 0,0 0-1,0-1 1,0 0 0,-1 1 0,0-1-1,0-1 1,0 1 0,-1-1 0,0 1-1,0-1 1,0 0 0,-1 0 0,1 0-1,-1-1 1,-1 1 0,0 0 0,1-1-1,-2 1 1,1-13 0,-1 10-3,0-1 0,-1 1 0,0 0 0,0 0 0,-1 0-1,0 0 1,-6-16 0,6 20 0,-1 1 0,1 0 0,-1 0 0,0 0 0,0 1 0,0-1 0,0 1 0,0-1 0,-1 1 0,0 0-1,0 0 1,0 1 0,0-1 0,0 1 0,0 0 0,0 0 0,-8-2 0,-6 0-68,1 1-1,-1 1 1,1 1 0,-27 1-1,37 0 14,-46 0-759</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5.676"/>
    </inkml:context>
    <inkml:brush xml:id="br0">
      <inkml:brushProperty name="width" value="0.05" units="cm"/>
      <inkml:brushProperty name="height" value="0.05" units="cm"/>
    </inkml:brush>
  </inkml:definitions>
  <inkml:trace contextRef="#ctx0" brushRef="#br0">1 1 32215,'0'0'511,"3"31"-497,1 6-12,22 157-1,-13-126-2,3-1 0,26 68 0,-38-125 6,5 12-109,-7-20-140,-3-15-220,-5-7-1175</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5.866"/>
    </inkml:context>
    <inkml:brush xml:id="br0">
      <inkml:brushProperty name="width" value="0.05" units="cm"/>
      <inkml:brushProperty name="height" value="0.05" units="cm"/>
    </inkml:brush>
  </inkml:definitions>
  <inkml:trace contextRef="#ctx0" brushRef="#br0">0 52 20700,'0'0'11844,"23"-9"-11812,74-27-2,-93 35-28,0 0 0,-1-1 0,1 2 1,0-1-1,-1 0 0,1 1 0,0-1 1,0 1-1,0 0 0,-1 1 0,1-1 1,5 1-1,-7 0 0,1 1-1,-1-1 1,0 0-1,1 1 1,-1-1 0,0 1-1,0-1 1,0 1 0,0 0-1,2 4 1,9 7 7,-3-5 4,0 1 1,0 0-1,12 16 1,-19-21-44,0 0 1,-1 0-1,1 1 0,-1-1 1,0 1-1,-1-1 1,1 1-1,-1 0 0,0-1 1,0 1-1,0 0 1,0 10-1,-1-12-1222</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6.009"/>
    </inkml:context>
    <inkml:brush xml:id="br0">
      <inkml:brushProperty name="width" value="0.05" units="cm"/>
      <inkml:brushProperty name="height" value="0.05" units="cm"/>
    </inkml:brush>
  </inkml:definitions>
  <inkml:trace contextRef="#ctx0" brushRef="#br0">0 1 32191,'0'0'448</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6.247"/>
    </inkml:context>
    <inkml:brush xml:id="br0">
      <inkml:brushProperty name="width" value="0.05" units="cm"/>
      <inkml:brushProperty name="height" value="0.05" units="cm"/>
    </inkml:brush>
  </inkml:definitions>
  <inkml:trace contextRef="#ctx0" brushRef="#br0">0 1 31799,'126'178'736,"-149"-166"-696,0 15 8,-7-3 16,17 5-40,3 4-16,10-6 0,0-6-8,6-3 0,28-12 8,5-6-8,11 0 0,-4 0 0,7-12-24,-17-3-48,-12 3-448</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7.345"/>
    </inkml:context>
    <inkml:brush xml:id="br0">
      <inkml:brushProperty name="width" value="0.05" units="cm"/>
      <inkml:brushProperty name="height" value="0.05" units="cm"/>
    </inkml:brush>
  </inkml:definitions>
  <inkml:trace contextRef="#ctx0" brushRef="#br0">1 1 32423,'0'0'301,"10"22"-290,62 146-3,-65-151-10,33 95 6,-35-94-9,0 0 0,-2 0 0,0 0-1,1 27 1,-3-44 5,0-1-1,0 0 1,0 0-1,1 0 1,-1 0-1,0 0 1,0-1 0,1 1-1,-1 0 1,0 0-1,0-1 1,0 1 0,0-1-1,0 1 1,1-1-1,-1 1 1,0-1-1,1-1 1,4-4 0,-1 1 0,1 0 0,0 0 0,0 0 0,1 1 0,-1 0 0,1 0 0,0 1 0,0 0 0,0 0 0,0 0 0,1 1 0,-1 0 0,1 1 0,-1-1 0,15 1 0,0 1 0,0-1 2,-1 2 0,28 3 0,-44-3-3,1 0 1,-1 0-1,0 1 1,1 0-1,-1 0 1,0 0-1,0 0 1,0 1-1,-1 0 1,1 0-1,0 0 1,-1 1-1,6 5 1,-9-8-2,0 0 1,0-1 0,0 1 0,-1 0 0,1 0 0,0-1-1,-1 1 1,1 0 0,-1 0 0,1 0 0,-1 0 0,1 0-1,-1 0 1,0 0 0,1 0 0,-1 0 0,0 0 0,0 0-1,0 0 1,0 0 0,0 0 0,0 0 0,0 0-1,0 0 1,0 0 0,0 0 0,0 0 0,-1 0 0,1 0-1,0 0 1,-1 0 0,1 0 0,-1-1 0,1 1 0,-1 0-1,1 0 1,-1 0 0,0 0 0,1-1 0,-1 1 0,0 0-1,0-1 1,1 1 0,-1-1 0,0 1 0,0 0-1,0-1 1,-2 1 0,-6 3-8,0 0 0,0-1-1,-1-1 1,-12 3 0,7-2-13,-71 18-687,-93 9-1,103-22-2145</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7.695"/>
    </inkml:context>
    <inkml:brush xml:id="br0">
      <inkml:brushProperty name="width" value="0.05" units="cm"/>
      <inkml:brushProperty name="height" value="0.05" units="cm"/>
    </inkml:brush>
  </inkml:definitions>
  <inkml:trace contextRef="#ctx0" brushRef="#br0">123 8 32567,'0'0'157,"-21"27"-141,-63 88-13,82-112-3,0 0 0,0 0 0,0 0 0,1 1 0,-1-1 0,1 0 0,-1 1 0,1-1 0,1 1 0,-1-1 0,-1 8 0,3-10 0,-1 0 0,0 0 0,0 0 0,0 0 0,1 0 0,-1 1 0,0-1-1,1 0 1,-1 0 0,1 0 0,0 0 0,-1 0 0,1 0 0,0 0 0,-1-1-1,1 1 1,0 0 0,0 0 0,0 0 0,0-1 0,0 1 0,2 1 0,2 0-2,0-1 1,1 1-1,-1-1 1,1 0 0,-1 0-1,1-1 1,0 1 0,9-2-1,-9 1 0,10 0-2,0 0 1,0-1-1,0-1 1,0-1-1,27-7 1,-38 8 3,1 0 0,-1-1 0,0 1 0,0-1-1,0 0 1,0 0 0,-1-1 0,1 1 0,-1-1 0,0 0 0,0 0 0,0-1 0,0 1 0,-1-1-1,0 0 1,0 0 0,0 0 0,-1 0 0,4-10 0,-4 9 0,0 0 1,-1 1-1,0-1 1,0 0-1,0 0 1,-1 0-1,1 0 0,-2 0 1,1 0-1,-1 0 1,1 1-1,-3-8 1,2 11-2,0-1 1,0 1 0,0 0 0,0 0 0,-1-1 0,1 1 0,0 0 0,-1 0 0,0 0 0,1 0 0,-1 0 0,0 1 0,0-1 0,0 1 0,0-1 0,0 1 0,-1-1 0,1 1 0,0 0 0,-1 0-1,1 0 1,-1 1 0,1-1 0,-1 1 0,1-1 0,-1 1 0,1 0 0,-1-1 0,-2 2 0,-14-2-27,12 1-23,1-1 0,-1 1 0,1 0 0,-1 1 1,1 0-1,-1 0 0,1 0 0,-11 4 0,-1 8-974</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8.142"/>
    </inkml:context>
    <inkml:brush xml:id="br0">
      <inkml:brushProperty name="width" value="0.05" units="cm"/>
      <inkml:brushProperty name="height" value="0.05" units="cm"/>
    </inkml:brush>
  </inkml:definitions>
  <inkml:trace contextRef="#ctx0" brushRef="#br0">219 366 28998,'0'0'3734,"-29"5"-3724,-91 21-8,116-25-1,0 1-1,0-1 1,1 0-1,-1 1 0,0 0 1,1 0-1,-1 0 1,1 0-1,-1 1 1,-4 4-1,7-5 0,-1 1 1,0-1-1,1 1 0,0-1 0,-1 1 0,1-1 1,0 1-1,-1 5 0,-1 0 0,1 1-1,0 1 0,0-1 0,1 1-1,0 0 1,1-1 0,0 11 0,0-7 1,0-13 0,0 1-1,0 0 1,1 0 0,-1-1-1,0 1 1,0 0 0,0 0-1,1-1 1,-1 1 0,0 0-1,1-1 1,-1 1 0,1 0-1,-1-1 1,1 1 0,-1-1-1,1 1 1,-1-1 0,1 1-1,0-1 1,-1 1 0,1-1 0,-1 1-1,1-1 1,0 0 0,0 1-1,-1-1 1,1 0 0,0 0-1,0 0 1,-1 0 0,2 1-1,31-1-15,-22 0 11,-2 0-5,1-1 0,-1 0 0,1-1 0,-1 0 0,0-1 0,0 1 0,0-2 0,0 1 0,-1-1 0,1-1 0,-1 0 1,0 0-1,0 0 0,-1-1 0,1 0 0,11-13 0,-11 10-13,0-1 0,-1 1 0,0-2 0,-1 1 0,0-1 0,0 1 0,-1-2 0,0 1 0,-1 0 0,-1-1 0,0 0 0,3-22 0,-4 14 52,-1-1 1,0 0 0,-2 0-1,0 1 1,-2-1-1,0 0 1,-1 1-1,-1 0 1,-1 0-1,-1 0 1,-1 1-1,-18-34 1,21 42-17,4 9-9,1 0-1,-1 1 0,0-1 0,0 1 0,1-1 0,-1 1 0,0 0 1,0-1-1,0 1 0,0 0 0,-1 0 0,1-1 0,-3-1 0,4 4-2,-1 0 0,1 0 0,-1 0 0,1-1 0,0 1 0,-1 0 0,1 0-1,0 0 1,-1 0 0,1 0 0,0 0 0,0 0 0,0 0 0,0 0 0,0 0 0,0 0-1,0-1 1,0 1 0,1 1 0,-1-1 0,1 22 0,1-1 0,2 1 0,0-1 0,1 0 0,2-1 1,10 26-1,63 127 7,-75-164-8,-4-9 0,3 9-2,1-1-1,1 1 1,-1-1-1,11 12 1,-13-18-1,-1-1 1,1 0-1,0 1 1,-1-1 0,1 0-1,0-1 1,0 1-1,1 0 1,-1-1-1,0 0 1,0 0 0,1 0-1,-1 0 1,0 0-1,1-1 1,-1 1-1,7-1 1,-1 0-24,-3 0-29,0 0 0,1 0 0,-1 0 0,0-1 0,0 0 0,0 0 1,0-1-1,10-3 0,20-18-1057</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8.269"/>
    </inkml:context>
    <inkml:brush xml:id="br0">
      <inkml:brushProperty name="width" value="0.05" units="cm"/>
      <inkml:brushProperty name="height" value="0.05" units="cm"/>
    </inkml:brush>
  </inkml:definitions>
  <inkml:trace contextRef="#ctx0" brushRef="#br0">1 1 31215,'0'0'1448,"0"125"-1440,0-93-8,0-5 0,0-12-32,3-9-64</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8.446"/>
    </inkml:context>
    <inkml:brush xml:id="br0">
      <inkml:brushProperty name="width" value="0.05" units="cm"/>
      <inkml:brushProperty name="height" value="0.05" units="cm"/>
    </inkml:brush>
  </inkml:definitions>
  <inkml:trace contextRef="#ctx0" brushRef="#br0">1 0 32367,'0'0'296</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4:13:18.892"/>
    </inkml:context>
    <inkml:brush xml:id="br0">
      <inkml:brushProperty name="width" value="0.05" units="cm"/>
      <inkml:brushProperty name="height" value="0.05" units="cm"/>
    </inkml:brush>
  </inkml:definitions>
  <inkml:trace contextRef="#ctx0" brushRef="#br0">1 58 31463,'146'131'877,"-118"-99"-671,-25-21-145,4-8-29,-4-2-21,10 0-10,0 0 0,-1-1 1,1 0-1,0-1 0,0 0 1,-1-1-1,1 0 0,-1-1 1,1-1-1,-1 0 0,0-1 1,0 0-1,-1 0 0,0-1 1,0-1-1,0 0 0,-1-1 1,0 0-1,0 0 0,-1-1 1,9-10-1,-14 14 0,-1 0 0,0-1-1,-1 1 1,1-1 0,-1 1 0,0-1 0,1-7-1,-2 11 1,-1 0 0,1 0 0,-1-1-1,0 1 1,0 0 0,0 0 0,0-1 0,0 1-1,0 0 1,-1-1 0,1 1 0,-1 0-1,1 0 1,-1 0 0,0-1 0,0 1-1,0 0 1,0 0 0,0 0 0,0 0-1,-1 1 1,-1-3 0,-3 0 0,0 0 0,-1 1-1,1-1 1,-1 2 0,0-1 0,0 1-1,0 0 1,0 0 0,-1 1 0,-11-1-1,15 1 0,-1 0 0,0 1 0,0-1 0,0 1 0,1 1 0,-1-1 0,0 1 0,0 0 0,1 0 0,-1 0 0,0 0 0,1 1 0,-1 0 0,1 0 0,0 0 0,0 0 0,-8 7 0,9-5 0,0 0 0,1 1 0,0 0 0,-1-1 0,2 1 0,-1 0 0,0 0 0,1 0 0,0 0 0,0 1 0,1-1 0,-1 8 0,1 2 0,0-1 1,1 0-1,5 27 0,-2-30 1,0 0 0,0 0-1,1-1 1,0 1 0,1-1 0,0 0-1,1-1 1,0 0 0,0 0 0,1 0-1,0-1 1,1 0 0,0 0-1,0-1 1,1 0 0,18 9 0,-8-5 0,1 0 0,1-2 1,-1-1-1,2 0 0,-1-2 0,1 0 1,37 3-1,-30-6 0,0-1 0,0-2 0,38-4 0,-55 2-1,1-1 1,-1 0-1,0 0 1,0-1-1,0-1 0,0-1 1,-1 1-1,0-2 1,15-10-1,-8 4 1,-1-2-1,-1 0 1,0-1 0,-2-1 0,1 0-1,-2-1 1,0-1 0,-2 0 0,0 0-1,18-42 1,-26 50-1,-4 10 1,0-1-1,0 1 0,0-1 0,0 1 1,1-1-1,-1 1 0,1 0 0,-1-1 0,1 1 1,-1-1-1,1 1 0,0 0 0,0 0 0,0-1 1,-1 1-1,1 0 0,0 0 0,1 0 1,-1 0-1,0 0 0,0 0 0,0 0 0,0 1 1,1-1-1,-1 0 0,0 1 0,1-1 0,1 0 1,-1 2-1,-1-1 0,0 1 0,1-1 0,-1 1 0,0 0 0,0 0 0,0-1 0,1 1 0,-1 0 0,0 0 0,0 0 0,0 0 0,-1 0 1,1 1-1,0-1 0,0 0 0,0 0 0,-1 1 0,1-1 0,-1 0 0,1 1 0,-1-1 0,1 3 0,10 41 0,-9-36 0,3 12 0,0 0 0,-2 1 0,-1-1 0,0 1 0,-2-1 0,0 1 0,-4 24 0,3-40 0,-1 0 0,1-1 0,-1 1 0,0-1 0,-1 1 0,1-1 0,-1 0 0,0 0 0,0 0 0,-1 0 0,1-1 0,-1 1 0,-7 5 0,-2 1 0,-1-1-1,0 0 1,-18 8 0,24-13 0,-25 14-9,-38 14 0,-37 3-52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8FE413-E71D-4C27-874E-E303A545A875}" type="datetimeFigureOut">
              <a:rPr lang="en-US" smtClean="0"/>
              <a:t>01-Oct-25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1752249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FE413-E71D-4C27-874E-E303A545A875}" type="datetimeFigureOut">
              <a:rPr lang="en-US" smtClean="0"/>
              <a:t>01-Oct-25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1946314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8FE413-E71D-4C27-874E-E303A545A875}" type="datetimeFigureOut">
              <a:rPr lang="en-US" smtClean="0"/>
              <a:t>01-Oct-25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3239558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8FE413-E71D-4C27-874E-E303A545A875}" type="datetimeFigureOut">
              <a:rPr lang="en-US" smtClean="0"/>
              <a:t>01-Oct-25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3494470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8FE413-E71D-4C27-874E-E303A545A875}" type="datetimeFigureOut">
              <a:rPr lang="en-US" smtClean="0"/>
              <a:t>01-Oct-25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831349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8FE413-E71D-4C27-874E-E303A545A875}" type="datetimeFigureOut">
              <a:rPr lang="en-US" smtClean="0"/>
              <a:t>01-Oct-25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2588384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8FE413-E71D-4C27-874E-E303A545A875}" type="datetimeFigureOut">
              <a:rPr lang="en-US" smtClean="0"/>
              <a:t>01-Oct-25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3564624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8FE413-E71D-4C27-874E-E303A545A875}" type="datetimeFigureOut">
              <a:rPr lang="en-US" smtClean="0"/>
              <a:t>01-Oct-25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1168890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8FE413-E71D-4C27-874E-E303A545A875}" type="datetimeFigureOut">
              <a:rPr lang="en-US" smtClean="0"/>
              <a:t>01-Oct-25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1728149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FE413-E71D-4C27-874E-E303A545A875}" type="datetimeFigureOut">
              <a:rPr lang="en-US" smtClean="0"/>
              <a:t>01-Oct-25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74466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FE413-E71D-4C27-874E-E303A545A875}" type="datetimeFigureOut">
              <a:rPr lang="en-US" smtClean="0"/>
              <a:t>01-Oct-25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375466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8FE413-E71D-4C27-874E-E303A545A875}" type="datetimeFigureOut">
              <a:rPr lang="en-US" smtClean="0"/>
              <a:t>01-Oct-25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D71B62-4AA1-4BFD-B70F-8F7D702887B2}" type="slidenum">
              <a:rPr lang="en-US" smtClean="0"/>
              <a:t>‹#›</a:t>
            </a:fld>
            <a:endParaRPr lang="en-US"/>
          </a:p>
        </p:txBody>
      </p:sp>
    </p:spTree>
    <p:extLst>
      <p:ext uri="{BB962C8B-B14F-4D97-AF65-F5344CB8AC3E}">
        <p14:creationId xmlns:p14="http://schemas.microsoft.com/office/powerpoint/2010/main" val="12011441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17" Type="http://schemas.openxmlformats.org/officeDocument/2006/relationships/image" Target="../media/image60.png"/><Relationship Id="rId21" Type="http://schemas.openxmlformats.org/officeDocument/2006/relationships/image" Target="../media/image12.png"/><Relationship Id="rId324" Type="http://schemas.openxmlformats.org/officeDocument/2006/relationships/customXml" Target="../ink/ink162.xml"/><Relationship Id="rId531" Type="http://schemas.openxmlformats.org/officeDocument/2006/relationships/customXml" Target="../ink/ink266.xml"/><Relationship Id="rId170" Type="http://schemas.openxmlformats.org/officeDocument/2006/relationships/customXml" Target="../ink/ink85.xml"/><Relationship Id="rId268" Type="http://schemas.openxmlformats.org/officeDocument/2006/relationships/customXml" Target="../ink/ink134.xml"/><Relationship Id="rId475" Type="http://schemas.openxmlformats.org/officeDocument/2006/relationships/customXml" Target="../ink/ink238.xml"/><Relationship Id="rId32" Type="http://schemas.openxmlformats.org/officeDocument/2006/relationships/customXml" Target="../ink/ink16.xml"/><Relationship Id="rId128" Type="http://schemas.openxmlformats.org/officeDocument/2006/relationships/customXml" Target="../ink/ink64.xml"/><Relationship Id="rId335" Type="http://schemas.openxmlformats.org/officeDocument/2006/relationships/image" Target="../media/image169.png"/><Relationship Id="rId542" Type="http://schemas.openxmlformats.org/officeDocument/2006/relationships/image" Target="../media/image272.png"/><Relationship Id="rId181" Type="http://schemas.openxmlformats.org/officeDocument/2006/relationships/image" Target="../media/image92.png"/><Relationship Id="rId402" Type="http://schemas.openxmlformats.org/officeDocument/2006/relationships/image" Target="../media/image202.png"/><Relationship Id="rId279" Type="http://schemas.openxmlformats.org/officeDocument/2006/relationships/image" Target="../media/image141.png"/><Relationship Id="rId486" Type="http://schemas.openxmlformats.org/officeDocument/2006/relationships/image" Target="../media/image244.png"/><Relationship Id="rId43" Type="http://schemas.openxmlformats.org/officeDocument/2006/relationships/image" Target="../media/image23.png"/><Relationship Id="rId139" Type="http://schemas.openxmlformats.org/officeDocument/2006/relationships/image" Target="../media/image71.png"/><Relationship Id="rId346" Type="http://schemas.openxmlformats.org/officeDocument/2006/relationships/image" Target="../media/image174.png"/><Relationship Id="rId192" Type="http://schemas.openxmlformats.org/officeDocument/2006/relationships/customXml" Target="../ink/ink96.xml"/><Relationship Id="rId206" Type="http://schemas.openxmlformats.org/officeDocument/2006/relationships/customXml" Target="../ink/ink103.xml"/><Relationship Id="rId413" Type="http://schemas.openxmlformats.org/officeDocument/2006/relationships/customXml" Target="../ink/ink207.xml"/><Relationship Id="rId248" Type="http://schemas.openxmlformats.org/officeDocument/2006/relationships/customXml" Target="../ink/ink124.xml"/><Relationship Id="rId455" Type="http://schemas.openxmlformats.org/officeDocument/2006/relationships/customXml" Target="../ink/ink228.xml"/><Relationship Id="rId497" Type="http://schemas.openxmlformats.org/officeDocument/2006/relationships/customXml" Target="../ink/ink249.xml"/><Relationship Id="rId12" Type="http://schemas.openxmlformats.org/officeDocument/2006/relationships/customXml" Target="../ink/ink6.xml"/><Relationship Id="rId108" Type="http://schemas.openxmlformats.org/officeDocument/2006/relationships/customXml" Target="../ink/ink54.xml"/><Relationship Id="rId315" Type="http://schemas.openxmlformats.org/officeDocument/2006/relationships/image" Target="../media/image159.png"/><Relationship Id="rId357" Type="http://schemas.openxmlformats.org/officeDocument/2006/relationships/customXml" Target="../ink/ink179.xml"/><Relationship Id="rId522" Type="http://schemas.openxmlformats.org/officeDocument/2006/relationships/image" Target="../media/image262.png"/><Relationship Id="rId54" Type="http://schemas.openxmlformats.org/officeDocument/2006/relationships/customXml" Target="../ink/ink27.xml"/><Relationship Id="rId96" Type="http://schemas.openxmlformats.org/officeDocument/2006/relationships/customXml" Target="../ink/ink48.xml"/><Relationship Id="rId161" Type="http://schemas.openxmlformats.org/officeDocument/2006/relationships/image" Target="../media/image82.png"/><Relationship Id="rId217" Type="http://schemas.openxmlformats.org/officeDocument/2006/relationships/image" Target="../media/image110.png"/><Relationship Id="rId399" Type="http://schemas.openxmlformats.org/officeDocument/2006/relationships/customXml" Target="../ink/ink200.xml"/><Relationship Id="rId259" Type="http://schemas.openxmlformats.org/officeDocument/2006/relationships/image" Target="../media/image131.png"/><Relationship Id="rId424" Type="http://schemas.openxmlformats.org/officeDocument/2006/relationships/image" Target="../media/image213.png"/><Relationship Id="rId466" Type="http://schemas.openxmlformats.org/officeDocument/2006/relationships/image" Target="../media/image234.png"/><Relationship Id="rId23" Type="http://schemas.openxmlformats.org/officeDocument/2006/relationships/image" Target="../media/image13.png"/><Relationship Id="rId119" Type="http://schemas.openxmlformats.org/officeDocument/2006/relationships/image" Target="../media/image61.png"/><Relationship Id="rId270" Type="http://schemas.openxmlformats.org/officeDocument/2006/relationships/customXml" Target="../ink/ink135.xml"/><Relationship Id="rId326" Type="http://schemas.openxmlformats.org/officeDocument/2006/relationships/customXml" Target="../ink/ink163.xml"/><Relationship Id="rId533" Type="http://schemas.openxmlformats.org/officeDocument/2006/relationships/customXml" Target="../ink/ink267.xml"/><Relationship Id="rId65" Type="http://schemas.openxmlformats.org/officeDocument/2006/relationships/image" Target="../media/image34.png"/><Relationship Id="rId130" Type="http://schemas.openxmlformats.org/officeDocument/2006/relationships/customXml" Target="../ink/ink65.xml"/><Relationship Id="rId368" Type="http://schemas.openxmlformats.org/officeDocument/2006/relationships/image" Target="../media/image185.png"/><Relationship Id="rId172" Type="http://schemas.openxmlformats.org/officeDocument/2006/relationships/customXml" Target="../ink/ink86.xml"/><Relationship Id="rId228" Type="http://schemas.openxmlformats.org/officeDocument/2006/relationships/customXml" Target="../ink/ink114.xml"/><Relationship Id="rId435" Type="http://schemas.openxmlformats.org/officeDocument/2006/relationships/customXml" Target="../ink/ink218.xml"/><Relationship Id="rId477" Type="http://schemas.openxmlformats.org/officeDocument/2006/relationships/customXml" Target="../ink/ink239.xml"/><Relationship Id="rId281" Type="http://schemas.openxmlformats.org/officeDocument/2006/relationships/image" Target="../media/image142.png"/><Relationship Id="rId337" Type="http://schemas.openxmlformats.org/officeDocument/2006/relationships/image" Target="../media/image170.png"/><Relationship Id="rId502" Type="http://schemas.openxmlformats.org/officeDocument/2006/relationships/image" Target="../media/image252.png"/><Relationship Id="rId34" Type="http://schemas.openxmlformats.org/officeDocument/2006/relationships/customXml" Target="../ink/ink17.xml"/><Relationship Id="rId76" Type="http://schemas.openxmlformats.org/officeDocument/2006/relationships/customXml" Target="../ink/ink38.xml"/><Relationship Id="rId141" Type="http://schemas.openxmlformats.org/officeDocument/2006/relationships/image" Target="../media/image72.png"/><Relationship Id="rId379" Type="http://schemas.openxmlformats.org/officeDocument/2006/relationships/customXml" Target="../ink/ink190.xml"/><Relationship Id="rId544" Type="http://schemas.openxmlformats.org/officeDocument/2006/relationships/image" Target="../media/image273.png"/><Relationship Id="rId7" Type="http://schemas.openxmlformats.org/officeDocument/2006/relationships/image" Target="../media/image5.png"/><Relationship Id="rId183" Type="http://schemas.openxmlformats.org/officeDocument/2006/relationships/image" Target="../media/image93.png"/><Relationship Id="rId239" Type="http://schemas.openxmlformats.org/officeDocument/2006/relationships/image" Target="../media/image121.png"/><Relationship Id="rId390" Type="http://schemas.openxmlformats.org/officeDocument/2006/relationships/image" Target="../media/image196.png"/><Relationship Id="rId404" Type="http://schemas.openxmlformats.org/officeDocument/2006/relationships/image" Target="../media/image203.png"/><Relationship Id="rId446" Type="http://schemas.openxmlformats.org/officeDocument/2006/relationships/image" Target="../media/image224.png"/><Relationship Id="rId250" Type="http://schemas.openxmlformats.org/officeDocument/2006/relationships/customXml" Target="../ink/ink125.xml"/><Relationship Id="rId292" Type="http://schemas.openxmlformats.org/officeDocument/2006/relationships/customXml" Target="../ink/ink146.xml"/><Relationship Id="rId306" Type="http://schemas.openxmlformats.org/officeDocument/2006/relationships/customXml" Target="../ink/ink153.xml"/><Relationship Id="rId488" Type="http://schemas.openxmlformats.org/officeDocument/2006/relationships/image" Target="../media/image245.png"/><Relationship Id="rId45" Type="http://schemas.openxmlformats.org/officeDocument/2006/relationships/image" Target="../media/image24.png"/><Relationship Id="rId87" Type="http://schemas.openxmlformats.org/officeDocument/2006/relationships/image" Target="../media/image45.png"/><Relationship Id="rId110" Type="http://schemas.openxmlformats.org/officeDocument/2006/relationships/customXml" Target="../ink/ink55.xml"/><Relationship Id="rId348" Type="http://schemas.openxmlformats.org/officeDocument/2006/relationships/image" Target="../media/image175.png"/><Relationship Id="rId513" Type="http://schemas.openxmlformats.org/officeDocument/2006/relationships/customXml" Target="../ink/ink257.xml"/><Relationship Id="rId152" Type="http://schemas.openxmlformats.org/officeDocument/2006/relationships/customXml" Target="../ink/ink76.xml"/><Relationship Id="rId194" Type="http://schemas.openxmlformats.org/officeDocument/2006/relationships/customXml" Target="../ink/ink97.xml"/><Relationship Id="rId208" Type="http://schemas.openxmlformats.org/officeDocument/2006/relationships/customXml" Target="../ink/ink104.xml"/><Relationship Id="rId415" Type="http://schemas.openxmlformats.org/officeDocument/2006/relationships/customXml" Target="../ink/ink208.xml"/><Relationship Id="rId457" Type="http://schemas.openxmlformats.org/officeDocument/2006/relationships/customXml" Target="../ink/ink229.xml"/><Relationship Id="rId261" Type="http://schemas.openxmlformats.org/officeDocument/2006/relationships/image" Target="../media/image132.png"/><Relationship Id="rId499" Type="http://schemas.openxmlformats.org/officeDocument/2006/relationships/customXml" Target="../ink/ink250.xml"/><Relationship Id="rId14" Type="http://schemas.openxmlformats.org/officeDocument/2006/relationships/customXml" Target="../ink/ink7.xml"/><Relationship Id="rId56" Type="http://schemas.openxmlformats.org/officeDocument/2006/relationships/customXml" Target="../ink/ink28.xml"/><Relationship Id="rId317" Type="http://schemas.openxmlformats.org/officeDocument/2006/relationships/image" Target="../media/image160.png"/><Relationship Id="rId359" Type="http://schemas.openxmlformats.org/officeDocument/2006/relationships/customXml" Target="../ink/ink180.xml"/><Relationship Id="rId524" Type="http://schemas.openxmlformats.org/officeDocument/2006/relationships/image" Target="../media/image263.png"/><Relationship Id="rId98" Type="http://schemas.openxmlformats.org/officeDocument/2006/relationships/customXml" Target="../ink/ink49.xml"/><Relationship Id="rId121" Type="http://schemas.openxmlformats.org/officeDocument/2006/relationships/image" Target="../media/image62.png"/><Relationship Id="rId163" Type="http://schemas.openxmlformats.org/officeDocument/2006/relationships/image" Target="../media/image83.png"/><Relationship Id="rId219" Type="http://schemas.openxmlformats.org/officeDocument/2006/relationships/image" Target="../media/image111.png"/><Relationship Id="rId370" Type="http://schemas.openxmlformats.org/officeDocument/2006/relationships/image" Target="../media/image186.png"/><Relationship Id="rId426" Type="http://schemas.openxmlformats.org/officeDocument/2006/relationships/image" Target="../media/image214.png"/><Relationship Id="rId230" Type="http://schemas.openxmlformats.org/officeDocument/2006/relationships/customXml" Target="../ink/ink115.xml"/><Relationship Id="rId468" Type="http://schemas.openxmlformats.org/officeDocument/2006/relationships/image" Target="../media/image235.png"/><Relationship Id="rId25" Type="http://schemas.openxmlformats.org/officeDocument/2006/relationships/image" Target="../media/image14.png"/><Relationship Id="rId67" Type="http://schemas.openxmlformats.org/officeDocument/2006/relationships/image" Target="../media/image35.png"/><Relationship Id="rId272" Type="http://schemas.openxmlformats.org/officeDocument/2006/relationships/customXml" Target="../ink/ink136.xml"/><Relationship Id="rId328" Type="http://schemas.openxmlformats.org/officeDocument/2006/relationships/customXml" Target="../ink/ink164.xml"/><Relationship Id="rId535" Type="http://schemas.openxmlformats.org/officeDocument/2006/relationships/customXml" Target="../ink/ink268.xml"/><Relationship Id="rId132" Type="http://schemas.openxmlformats.org/officeDocument/2006/relationships/customXml" Target="../ink/ink66.xml"/><Relationship Id="rId174" Type="http://schemas.openxmlformats.org/officeDocument/2006/relationships/customXml" Target="../ink/ink87.xml"/><Relationship Id="rId381" Type="http://schemas.openxmlformats.org/officeDocument/2006/relationships/customXml" Target="../ink/ink191.xml"/><Relationship Id="rId241" Type="http://schemas.openxmlformats.org/officeDocument/2006/relationships/image" Target="../media/image122.png"/><Relationship Id="rId437" Type="http://schemas.openxmlformats.org/officeDocument/2006/relationships/customXml" Target="../ink/ink219.xml"/><Relationship Id="rId479" Type="http://schemas.openxmlformats.org/officeDocument/2006/relationships/customXml" Target="../ink/ink240.xml"/><Relationship Id="rId36" Type="http://schemas.openxmlformats.org/officeDocument/2006/relationships/customXml" Target="../ink/ink18.xml"/><Relationship Id="rId283" Type="http://schemas.openxmlformats.org/officeDocument/2006/relationships/image" Target="../media/image143.png"/><Relationship Id="rId339" Type="http://schemas.openxmlformats.org/officeDocument/2006/relationships/image" Target="../media/image171.png"/><Relationship Id="rId490" Type="http://schemas.openxmlformats.org/officeDocument/2006/relationships/image" Target="../media/image246.png"/><Relationship Id="rId504" Type="http://schemas.openxmlformats.org/officeDocument/2006/relationships/image" Target="../media/image253.png"/><Relationship Id="rId546" Type="http://schemas.openxmlformats.org/officeDocument/2006/relationships/image" Target="../media/image274.png"/><Relationship Id="rId78" Type="http://schemas.openxmlformats.org/officeDocument/2006/relationships/customXml" Target="../ink/ink39.xml"/><Relationship Id="rId101" Type="http://schemas.openxmlformats.org/officeDocument/2006/relationships/image" Target="../media/image52.png"/><Relationship Id="rId143" Type="http://schemas.openxmlformats.org/officeDocument/2006/relationships/image" Target="../media/image73.png"/><Relationship Id="rId185" Type="http://schemas.openxmlformats.org/officeDocument/2006/relationships/image" Target="../media/image94.png"/><Relationship Id="rId350" Type="http://schemas.openxmlformats.org/officeDocument/2006/relationships/image" Target="../media/image176.png"/><Relationship Id="rId406" Type="http://schemas.openxmlformats.org/officeDocument/2006/relationships/image" Target="../media/image204.png"/><Relationship Id="rId9" Type="http://schemas.openxmlformats.org/officeDocument/2006/relationships/image" Target="../media/image6.png"/><Relationship Id="rId210" Type="http://schemas.openxmlformats.org/officeDocument/2006/relationships/customXml" Target="../ink/ink105.xml"/><Relationship Id="rId392" Type="http://schemas.openxmlformats.org/officeDocument/2006/relationships/image" Target="../media/image197.png"/><Relationship Id="rId448" Type="http://schemas.openxmlformats.org/officeDocument/2006/relationships/image" Target="../media/image225.png"/><Relationship Id="rId252" Type="http://schemas.openxmlformats.org/officeDocument/2006/relationships/customXml" Target="../ink/ink126.xml"/><Relationship Id="rId294" Type="http://schemas.openxmlformats.org/officeDocument/2006/relationships/customXml" Target="../ink/ink147.xml"/><Relationship Id="rId308" Type="http://schemas.openxmlformats.org/officeDocument/2006/relationships/customXml" Target="../ink/ink154.xml"/><Relationship Id="rId515" Type="http://schemas.openxmlformats.org/officeDocument/2006/relationships/customXml" Target="../ink/ink258.xml"/><Relationship Id="rId47" Type="http://schemas.openxmlformats.org/officeDocument/2006/relationships/image" Target="../media/image25.png"/><Relationship Id="rId89" Type="http://schemas.openxmlformats.org/officeDocument/2006/relationships/image" Target="../media/image46.png"/><Relationship Id="rId112" Type="http://schemas.openxmlformats.org/officeDocument/2006/relationships/customXml" Target="../ink/ink56.xml"/><Relationship Id="rId154" Type="http://schemas.openxmlformats.org/officeDocument/2006/relationships/customXml" Target="../ink/ink77.xml"/><Relationship Id="rId361" Type="http://schemas.openxmlformats.org/officeDocument/2006/relationships/customXml" Target="../ink/ink181.xml"/><Relationship Id="rId196" Type="http://schemas.openxmlformats.org/officeDocument/2006/relationships/customXml" Target="../ink/ink98.xml"/><Relationship Id="rId417" Type="http://schemas.openxmlformats.org/officeDocument/2006/relationships/customXml" Target="../ink/ink209.xml"/><Relationship Id="rId459" Type="http://schemas.openxmlformats.org/officeDocument/2006/relationships/customXml" Target="../ink/ink230.xml"/><Relationship Id="rId16" Type="http://schemas.openxmlformats.org/officeDocument/2006/relationships/customXml" Target="../ink/ink8.xml"/><Relationship Id="rId221" Type="http://schemas.openxmlformats.org/officeDocument/2006/relationships/image" Target="../media/image112.png"/><Relationship Id="rId263" Type="http://schemas.openxmlformats.org/officeDocument/2006/relationships/image" Target="../media/image133.png"/><Relationship Id="rId319" Type="http://schemas.openxmlformats.org/officeDocument/2006/relationships/image" Target="../media/image161.png"/><Relationship Id="rId470" Type="http://schemas.openxmlformats.org/officeDocument/2006/relationships/image" Target="../media/image236.png"/><Relationship Id="rId526" Type="http://schemas.openxmlformats.org/officeDocument/2006/relationships/image" Target="../media/image264.png"/><Relationship Id="rId58" Type="http://schemas.openxmlformats.org/officeDocument/2006/relationships/customXml" Target="../ink/ink29.xml"/><Relationship Id="rId123" Type="http://schemas.openxmlformats.org/officeDocument/2006/relationships/image" Target="../media/image63.png"/><Relationship Id="rId330" Type="http://schemas.openxmlformats.org/officeDocument/2006/relationships/customXml" Target="../ink/ink165.xml"/><Relationship Id="rId165" Type="http://schemas.openxmlformats.org/officeDocument/2006/relationships/image" Target="../media/image84.png"/><Relationship Id="rId372" Type="http://schemas.openxmlformats.org/officeDocument/2006/relationships/image" Target="../media/image187.png"/><Relationship Id="rId428" Type="http://schemas.openxmlformats.org/officeDocument/2006/relationships/image" Target="../media/image215.png"/><Relationship Id="rId232" Type="http://schemas.openxmlformats.org/officeDocument/2006/relationships/customXml" Target="../ink/ink116.xml"/><Relationship Id="rId274" Type="http://schemas.openxmlformats.org/officeDocument/2006/relationships/customXml" Target="../ink/ink137.xml"/><Relationship Id="rId481" Type="http://schemas.openxmlformats.org/officeDocument/2006/relationships/customXml" Target="../ink/ink241.xml"/><Relationship Id="rId27" Type="http://schemas.openxmlformats.org/officeDocument/2006/relationships/image" Target="../media/image15.png"/><Relationship Id="rId69" Type="http://schemas.openxmlformats.org/officeDocument/2006/relationships/image" Target="../media/image36.png"/><Relationship Id="rId134" Type="http://schemas.openxmlformats.org/officeDocument/2006/relationships/customXml" Target="../ink/ink67.xml"/><Relationship Id="rId537" Type="http://schemas.openxmlformats.org/officeDocument/2006/relationships/customXml" Target="../ink/ink269.xml"/><Relationship Id="rId80" Type="http://schemas.openxmlformats.org/officeDocument/2006/relationships/customXml" Target="../ink/ink40.xml"/><Relationship Id="rId176" Type="http://schemas.openxmlformats.org/officeDocument/2006/relationships/customXml" Target="../ink/ink88.xml"/><Relationship Id="rId341" Type="http://schemas.openxmlformats.org/officeDocument/2006/relationships/image" Target="../media/image172.png"/><Relationship Id="rId383" Type="http://schemas.openxmlformats.org/officeDocument/2006/relationships/customXml" Target="../ink/ink192.xml"/><Relationship Id="rId439" Type="http://schemas.openxmlformats.org/officeDocument/2006/relationships/customXml" Target="../ink/ink220.xml"/><Relationship Id="rId201" Type="http://schemas.openxmlformats.org/officeDocument/2006/relationships/image" Target="../media/image102.png"/><Relationship Id="rId243" Type="http://schemas.openxmlformats.org/officeDocument/2006/relationships/image" Target="../media/image123.png"/><Relationship Id="rId285" Type="http://schemas.openxmlformats.org/officeDocument/2006/relationships/image" Target="../media/image144.png"/><Relationship Id="rId450" Type="http://schemas.openxmlformats.org/officeDocument/2006/relationships/image" Target="../media/image226.png"/><Relationship Id="rId506" Type="http://schemas.openxmlformats.org/officeDocument/2006/relationships/image" Target="../media/image254.png"/><Relationship Id="rId38" Type="http://schemas.openxmlformats.org/officeDocument/2006/relationships/customXml" Target="../ink/ink19.xml"/><Relationship Id="rId103" Type="http://schemas.openxmlformats.org/officeDocument/2006/relationships/image" Target="../media/image53.png"/><Relationship Id="rId310" Type="http://schemas.openxmlformats.org/officeDocument/2006/relationships/customXml" Target="../ink/ink155.xml"/><Relationship Id="rId492" Type="http://schemas.openxmlformats.org/officeDocument/2006/relationships/image" Target="../media/image247.png"/><Relationship Id="rId91" Type="http://schemas.openxmlformats.org/officeDocument/2006/relationships/image" Target="../media/image47.png"/><Relationship Id="rId145" Type="http://schemas.openxmlformats.org/officeDocument/2006/relationships/image" Target="../media/image74.png"/><Relationship Id="rId187" Type="http://schemas.openxmlformats.org/officeDocument/2006/relationships/image" Target="../media/image95.png"/><Relationship Id="rId352" Type="http://schemas.openxmlformats.org/officeDocument/2006/relationships/image" Target="../media/image177.png"/><Relationship Id="rId394" Type="http://schemas.openxmlformats.org/officeDocument/2006/relationships/image" Target="../media/image198.png"/><Relationship Id="rId408" Type="http://schemas.openxmlformats.org/officeDocument/2006/relationships/image" Target="../media/image205.png"/><Relationship Id="rId212" Type="http://schemas.openxmlformats.org/officeDocument/2006/relationships/customXml" Target="../ink/ink106.xml"/><Relationship Id="rId254" Type="http://schemas.openxmlformats.org/officeDocument/2006/relationships/customXml" Target="../ink/ink127.xml"/><Relationship Id="rId49" Type="http://schemas.openxmlformats.org/officeDocument/2006/relationships/image" Target="../media/image26.png"/><Relationship Id="rId114" Type="http://schemas.openxmlformats.org/officeDocument/2006/relationships/customXml" Target="../ink/ink57.xml"/><Relationship Id="rId296" Type="http://schemas.openxmlformats.org/officeDocument/2006/relationships/customXml" Target="../ink/ink148.xml"/><Relationship Id="rId461" Type="http://schemas.openxmlformats.org/officeDocument/2006/relationships/customXml" Target="../ink/ink231.xml"/><Relationship Id="rId517" Type="http://schemas.openxmlformats.org/officeDocument/2006/relationships/customXml" Target="../ink/ink259.xml"/><Relationship Id="rId60" Type="http://schemas.openxmlformats.org/officeDocument/2006/relationships/customXml" Target="../ink/ink30.xml"/><Relationship Id="rId156" Type="http://schemas.openxmlformats.org/officeDocument/2006/relationships/customXml" Target="../ink/ink78.xml"/><Relationship Id="rId198" Type="http://schemas.openxmlformats.org/officeDocument/2006/relationships/customXml" Target="../ink/ink99.xml"/><Relationship Id="rId321" Type="http://schemas.openxmlformats.org/officeDocument/2006/relationships/image" Target="../media/image162.png"/><Relationship Id="rId363" Type="http://schemas.openxmlformats.org/officeDocument/2006/relationships/customXml" Target="../ink/ink182.xml"/><Relationship Id="rId419" Type="http://schemas.openxmlformats.org/officeDocument/2006/relationships/customXml" Target="../ink/ink210.xml"/><Relationship Id="rId223" Type="http://schemas.openxmlformats.org/officeDocument/2006/relationships/image" Target="../media/image113.png"/><Relationship Id="rId430" Type="http://schemas.openxmlformats.org/officeDocument/2006/relationships/image" Target="../media/image216.png"/><Relationship Id="rId18" Type="http://schemas.openxmlformats.org/officeDocument/2006/relationships/customXml" Target="../ink/ink9.xml"/><Relationship Id="rId265" Type="http://schemas.openxmlformats.org/officeDocument/2006/relationships/image" Target="../media/image134.png"/><Relationship Id="rId472" Type="http://schemas.openxmlformats.org/officeDocument/2006/relationships/image" Target="../media/image237.png"/><Relationship Id="rId528" Type="http://schemas.openxmlformats.org/officeDocument/2006/relationships/image" Target="../media/image265.png"/><Relationship Id="rId125" Type="http://schemas.openxmlformats.org/officeDocument/2006/relationships/image" Target="../media/image64.png"/><Relationship Id="rId167" Type="http://schemas.openxmlformats.org/officeDocument/2006/relationships/image" Target="../media/image85.png"/><Relationship Id="rId332" Type="http://schemas.openxmlformats.org/officeDocument/2006/relationships/customXml" Target="../ink/ink166.xml"/><Relationship Id="rId374" Type="http://schemas.openxmlformats.org/officeDocument/2006/relationships/image" Target="../media/image188.png"/><Relationship Id="rId71" Type="http://schemas.openxmlformats.org/officeDocument/2006/relationships/image" Target="../media/image37.png"/><Relationship Id="rId234" Type="http://schemas.openxmlformats.org/officeDocument/2006/relationships/customXml" Target="../ink/ink117.xml"/><Relationship Id="rId2" Type="http://schemas.openxmlformats.org/officeDocument/2006/relationships/customXml" Target="../ink/ink1.xml"/><Relationship Id="rId29" Type="http://schemas.openxmlformats.org/officeDocument/2006/relationships/image" Target="../media/image16.png"/><Relationship Id="rId276" Type="http://schemas.openxmlformats.org/officeDocument/2006/relationships/customXml" Target="../ink/ink138.xml"/><Relationship Id="rId441" Type="http://schemas.openxmlformats.org/officeDocument/2006/relationships/customXml" Target="../ink/ink221.xml"/><Relationship Id="rId483" Type="http://schemas.openxmlformats.org/officeDocument/2006/relationships/customXml" Target="../ink/ink242.xml"/><Relationship Id="rId539" Type="http://schemas.openxmlformats.org/officeDocument/2006/relationships/customXml" Target="../ink/ink270.xml"/><Relationship Id="rId40" Type="http://schemas.openxmlformats.org/officeDocument/2006/relationships/customXml" Target="../ink/ink20.xml"/><Relationship Id="rId136" Type="http://schemas.openxmlformats.org/officeDocument/2006/relationships/customXml" Target="../ink/ink68.xml"/><Relationship Id="rId178" Type="http://schemas.openxmlformats.org/officeDocument/2006/relationships/customXml" Target="../ink/ink89.xml"/><Relationship Id="rId301" Type="http://schemas.openxmlformats.org/officeDocument/2006/relationships/image" Target="../media/image152.png"/><Relationship Id="rId343" Type="http://schemas.openxmlformats.org/officeDocument/2006/relationships/customXml" Target="../ink/ink172.xml"/><Relationship Id="rId82" Type="http://schemas.openxmlformats.org/officeDocument/2006/relationships/customXml" Target="../ink/ink41.xml"/><Relationship Id="rId203" Type="http://schemas.openxmlformats.org/officeDocument/2006/relationships/image" Target="../media/image103.png"/><Relationship Id="rId385" Type="http://schemas.openxmlformats.org/officeDocument/2006/relationships/customXml" Target="../ink/ink193.xml"/><Relationship Id="rId245" Type="http://schemas.openxmlformats.org/officeDocument/2006/relationships/image" Target="../media/image124.png"/><Relationship Id="rId287" Type="http://schemas.openxmlformats.org/officeDocument/2006/relationships/image" Target="../media/image145.png"/><Relationship Id="rId410" Type="http://schemas.openxmlformats.org/officeDocument/2006/relationships/image" Target="../media/image206.png"/><Relationship Id="rId452" Type="http://schemas.openxmlformats.org/officeDocument/2006/relationships/image" Target="../media/image227.png"/><Relationship Id="rId494" Type="http://schemas.openxmlformats.org/officeDocument/2006/relationships/image" Target="../media/image248.png"/><Relationship Id="rId508" Type="http://schemas.openxmlformats.org/officeDocument/2006/relationships/image" Target="../media/image255.png"/><Relationship Id="rId105" Type="http://schemas.openxmlformats.org/officeDocument/2006/relationships/image" Target="../media/image54.png"/><Relationship Id="rId147" Type="http://schemas.openxmlformats.org/officeDocument/2006/relationships/image" Target="../media/image75.png"/><Relationship Id="rId312" Type="http://schemas.openxmlformats.org/officeDocument/2006/relationships/customXml" Target="../ink/ink156.xml"/><Relationship Id="rId354" Type="http://schemas.openxmlformats.org/officeDocument/2006/relationships/image" Target="../media/image178.png"/><Relationship Id="rId51" Type="http://schemas.openxmlformats.org/officeDocument/2006/relationships/image" Target="../media/image27.png"/><Relationship Id="rId93" Type="http://schemas.openxmlformats.org/officeDocument/2006/relationships/image" Target="../media/image48.png"/><Relationship Id="rId189" Type="http://schemas.openxmlformats.org/officeDocument/2006/relationships/image" Target="../media/image96.png"/><Relationship Id="rId396" Type="http://schemas.openxmlformats.org/officeDocument/2006/relationships/image" Target="../media/image199.png"/><Relationship Id="rId214" Type="http://schemas.openxmlformats.org/officeDocument/2006/relationships/customXml" Target="../ink/ink107.xml"/><Relationship Id="rId256" Type="http://schemas.openxmlformats.org/officeDocument/2006/relationships/customXml" Target="../ink/ink128.xml"/><Relationship Id="rId298" Type="http://schemas.openxmlformats.org/officeDocument/2006/relationships/customXml" Target="../ink/ink149.xml"/><Relationship Id="rId421" Type="http://schemas.openxmlformats.org/officeDocument/2006/relationships/customXml" Target="../ink/ink211.xml"/><Relationship Id="rId463" Type="http://schemas.openxmlformats.org/officeDocument/2006/relationships/customXml" Target="../ink/ink232.xml"/><Relationship Id="rId519" Type="http://schemas.openxmlformats.org/officeDocument/2006/relationships/customXml" Target="../ink/ink260.xml"/><Relationship Id="rId116" Type="http://schemas.openxmlformats.org/officeDocument/2006/relationships/customXml" Target="../ink/ink58.xml"/><Relationship Id="rId158" Type="http://schemas.openxmlformats.org/officeDocument/2006/relationships/customXml" Target="../ink/ink79.xml"/><Relationship Id="rId323" Type="http://schemas.openxmlformats.org/officeDocument/2006/relationships/image" Target="../media/image163.png"/><Relationship Id="rId530" Type="http://schemas.openxmlformats.org/officeDocument/2006/relationships/image" Target="../media/image266.png"/><Relationship Id="rId20" Type="http://schemas.openxmlformats.org/officeDocument/2006/relationships/customXml" Target="../ink/ink10.xml"/><Relationship Id="rId62" Type="http://schemas.openxmlformats.org/officeDocument/2006/relationships/customXml" Target="../ink/ink31.xml"/><Relationship Id="rId365" Type="http://schemas.openxmlformats.org/officeDocument/2006/relationships/customXml" Target="../ink/ink183.xml"/><Relationship Id="rId225" Type="http://schemas.openxmlformats.org/officeDocument/2006/relationships/image" Target="../media/image114.png"/><Relationship Id="rId267" Type="http://schemas.openxmlformats.org/officeDocument/2006/relationships/image" Target="../media/image135.png"/><Relationship Id="rId432" Type="http://schemas.openxmlformats.org/officeDocument/2006/relationships/image" Target="../media/image217.png"/><Relationship Id="rId474" Type="http://schemas.openxmlformats.org/officeDocument/2006/relationships/image" Target="../media/image238.png"/><Relationship Id="rId127" Type="http://schemas.openxmlformats.org/officeDocument/2006/relationships/image" Target="../media/image65.png"/><Relationship Id="rId31" Type="http://schemas.openxmlformats.org/officeDocument/2006/relationships/image" Target="../media/image17.png"/><Relationship Id="rId73" Type="http://schemas.openxmlformats.org/officeDocument/2006/relationships/image" Target="../media/image38.png"/><Relationship Id="rId169" Type="http://schemas.openxmlformats.org/officeDocument/2006/relationships/image" Target="../media/image86.png"/><Relationship Id="rId334" Type="http://schemas.openxmlformats.org/officeDocument/2006/relationships/customXml" Target="../ink/ink167.xml"/><Relationship Id="rId376" Type="http://schemas.openxmlformats.org/officeDocument/2006/relationships/image" Target="../media/image189.png"/><Relationship Id="rId541" Type="http://schemas.openxmlformats.org/officeDocument/2006/relationships/customXml" Target="../ink/ink271.xml"/><Relationship Id="rId4" Type="http://schemas.openxmlformats.org/officeDocument/2006/relationships/customXml" Target="../ink/ink2.xml"/><Relationship Id="rId180" Type="http://schemas.openxmlformats.org/officeDocument/2006/relationships/customXml" Target="../ink/ink90.xml"/><Relationship Id="rId236" Type="http://schemas.openxmlformats.org/officeDocument/2006/relationships/customXml" Target="../ink/ink118.xml"/><Relationship Id="rId278" Type="http://schemas.openxmlformats.org/officeDocument/2006/relationships/customXml" Target="../ink/ink139.xml"/><Relationship Id="rId401" Type="http://schemas.openxmlformats.org/officeDocument/2006/relationships/customXml" Target="../ink/ink201.xml"/><Relationship Id="rId443" Type="http://schemas.openxmlformats.org/officeDocument/2006/relationships/customXml" Target="../ink/ink222.xml"/><Relationship Id="rId303" Type="http://schemas.openxmlformats.org/officeDocument/2006/relationships/image" Target="../media/image153.png"/><Relationship Id="rId485" Type="http://schemas.openxmlformats.org/officeDocument/2006/relationships/customXml" Target="../ink/ink243.xml"/><Relationship Id="rId42" Type="http://schemas.openxmlformats.org/officeDocument/2006/relationships/customXml" Target="../ink/ink21.xml"/><Relationship Id="rId84" Type="http://schemas.openxmlformats.org/officeDocument/2006/relationships/customXml" Target="../ink/ink42.xml"/><Relationship Id="rId138" Type="http://schemas.openxmlformats.org/officeDocument/2006/relationships/customXml" Target="../ink/ink69.xml"/><Relationship Id="rId345" Type="http://schemas.openxmlformats.org/officeDocument/2006/relationships/customXml" Target="../ink/ink173.xml"/><Relationship Id="rId387" Type="http://schemas.openxmlformats.org/officeDocument/2006/relationships/customXml" Target="../ink/ink194.xml"/><Relationship Id="rId510" Type="http://schemas.openxmlformats.org/officeDocument/2006/relationships/image" Target="../media/image256.png"/><Relationship Id="rId191" Type="http://schemas.openxmlformats.org/officeDocument/2006/relationships/image" Target="../media/image97.png"/><Relationship Id="rId205" Type="http://schemas.openxmlformats.org/officeDocument/2006/relationships/image" Target="../media/image104.png"/><Relationship Id="rId247" Type="http://schemas.openxmlformats.org/officeDocument/2006/relationships/image" Target="../media/image125.png"/><Relationship Id="rId412" Type="http://schemas.openxmlformats.org/officeDocument/2006/relationships/image" Target="../media/image207.png"/><Relationship Id="rId107" Type="http://schemas.openxmlformats.org/officeDocument/2006/relationships/image" Target="../media/image55.png"/><Relationship Id="rId289" Type="http://schemas.openxmlformats.org/officeDocument/2006/relationships/image" Target="../media/image146.png"/><Relationship Id="rId454" Type="http://schemas.openxmlformats.org/officeDocument/2006/relationships/image" Target="../media/image228.png"/><Relationship Id="rId496" Type="http://schemas.openxmlformats.org/officeDocument/2006/relationships/image" Target="../media/image249.png"/><Relationship Id="rId11" Type="http://schemas.openxmlformats.org/officeDocument/2006/relationships/image" Target="../media/image7.png"/><Relationship Id="rId53" Type="http://schemas.openxmlformats.org/officeDocument/2006/relationships/image" Target="../media/image28.png"/><Relationship Id="rId149" Type="http://schemas.openxmlformats.org/officeDocument/2006/relationships/image" Target="../media/image76.png"/><Relationship Id="rId314" Type="http://schemas.openxmlformats.org/officeDocument/2006/relationships/customXml" Target="../ink/ink157.xml"/><Relationship Id="rId356" Type="http://schemas.openxmlformats.org/officeDocument/2006/relationships/image" Target="../media/image179.png"/><Relationship Id="rId398" Type="http://schemas.openxmlformats.org/officeDocument/2006/relationships/image" Target="../media/image200.png"/><Relationship Id="rId521" Type="http://schemas.openxmlformats.org/officeDocument/2006/relationships/customXml" Target="../ink/ink261.xml"/><Relationship Id="rId95" Type="http://schemas.openxmlformats.org/officeDocument/2006/relationships/image" Target="../media/image49.png"/><Relationship Id="rId160" Type="http://schemas.openxmlformats.org/officeDocument/2006/relationships/customXml" Target="../ink/ink80.xml"/><Relationship Id="rId216" Type="http://schemas.openxmlformats.org/officeDocument/2006/relationships/customXml" Target="../ink/ink108.xml"/><Relationship Id="rId423" Type="http://schemas.openxmlformats.org/officeDocument/2006/relationships/customXml" Target="../ink/ink212.xml"/><Relationship Id="rId258" Type="http://schemas.openxmlformats.org/officeDocument/2006/relationships/customXml" Target="../ink/ink129.xml"/><Relationship Id="rId465" Type="http://schemas.openxmlformats.org/officeDocument/2006/relationships/customXml" Target="../ink/ink233.xml"/><Relationship Id="rId22" Type="http://schemas.openxmlformats.org/officeDocument/2006/relationships/customXml" Target="../ink/ink11.xml"/><Relationship Id="rId64" Type="http://schemas.openxmlformats.org/officeDocument/2006/relationships/customXml" Target="../ink/ink32.xml"/><Relationship Id="rId118" Type="http://schemas.openxmlformats.org/officeDocument/2006/relationships/customXml" Target="../ink/ink59.xml"/><Relationship Id="rId325" Type="http://schemas.openxmlformats.org/officeDocument/2006/relationships/image" Target="../media/image164.png"/><Relationship Id="rId367" Type="http://schemas.openxmlformats.org/officeDocument/2006/relationships/customXml" Target="../ink/ink184.xml"/><Relationship Id="rId532" Type="http://schemas.openxmlformats.org/officeDocument/2006/relationships/image" Target="../media/image267.png"/><Relationship Id="rId171" Type="http://schemas.openxmlformats.org/officeDocument/2006/relationships/image" Target="../media/image87.png"/><Relationship Id="rId227" Type="http://schemas.openxmlformats.org/officeDocument/2006/relationships/image" Target="../media/image115.png"/><Relationship Id="rId269" Type="http://schemas.openxmlformats.org/officeDocument/2006/relationships/image" Target="../media/image136.png"/><Relationship Id="rId434" Type="http://schemas.openxmlformats.org/officeDocument/2006/relationships/image" Target="../media/image218.png"/><Relationship Id="rId476" Type="http://schemas.openxmlformats.org/officeDocument/2006/relationships/image" Target="../media/image239.png"/><Relationship Id="rId33" Type="http://schemas.openxmlformats.org/officeDocument/2006/relationships/image" Target="../media/image18.png"/><Relationship Id="rId129" Type="http://schemas.openxmlformats.org/officeDocument/2006/relationships/image" Target="../media/image66.png"/><Relationship Id="rId280" Type="http://schemas.openxmlformats.org/officeDocument/2006/relationships/customXml" Target="../ink/ink140.xml"/><Relationship Id="rId336" Type="http://schemas.openxmlformats.org/officeDocument/2006/relationships/customXml" Target="../ink/ink168.xml"/><Relationship Id="rId501" Type="http://schemas.openxmlformats.org/officeDocument/2006/relationships/customXml" Target="../ink/ink251.xml"/><Relationship Id="rId543" Type="http://schemas.openxmlformats.org/officeDocument/2006/relationships/customXml" Target="../ink/ink272.xml"/><Relationship Id="rId75" Type="http://schemas.openxmlformats.org/officeDocument/2006/relationships/image" Target="../media/image39.png"/><Relationship Id="rId140" Type="http://schemas.openxmlformats.org/officeDocument/2006/relationships/customXml" Target="../ink/ink70.xml"/><Relationship Id="rId182" Type="http://schemas.openxmlformats.org/officeDocument/2006/relationships/customXml" Target="../ink/ink91.xml"/><Relationship Id="rId378" Type="http://schemas.openxmlformats.org/officeDocument/2006/relationships/image" Target="../media/image190.png"/><Relationship Id="rId403" Type="http://schemas.openxmlformats.org/officeDocument/2006/relationships/customXml" Target="../ink/ink202.xml"/><Relationship Id="rId6" Type="http://schemas.openxmlformats.org/officeDocument/2006/relationships/customXml" Target="../ink/ink3.xml"/><Relationship Id="rId238" Type="http://schemas.openxmlformats.org/officeDocument/2006/relationships/customXml" Target="../ink/ink119.xml"/><Relationship Id="rId445" Type="http://schemas.openxmlformats.org/officeDocument/2006/relationships/customXml" Target="../ink/ink223.xml"/><Relationship Id="rId487" Type="http://schemas.openxmlformats.org/officeDocument/2006/relationships/customXml" Target="../ink/ink244.xml"/><Relationship Id="rId291" Type="http://schemas.openxmlformats.org/officeDocument/2006/relationships/image" Target="../media/image147.png"/><Relationship Id="rId305" Type="http://schemas.openxmlformats.org/officeDocument/2006/relationships/image" Target="../media/image154.png"/><Relationship Id="rId347" Type="http://schemas.openxmlformats.org/officeDocument/2006/relationships/customXml" Target="../ink/ink174.xml"/><Relationship Id="rId512" Type="http://schemas.openxmlformats.org/officeDocument/2006/relationships/image" Target="../media/image257.png"/><Relationship Id="rId44" Type="http://schemas.openxmlformats.org/officeDocument/2006/relationships/customXml" Target="../ink/ink22.xml"/><Relationship Id="rId86" Type="http://schemas.openxmlformats.org/officeDocument/2006/relationships/customXml" Target="../ink/ink43.xml"/><Relationship Id="rId151" Type="http://schemas.openxmlformats.org/officeDocument/2006/relationships/image" Target="../media/image77.png"/><Relationship Id="rId389" Type="http://schemas.openxmlformats.org/officeDocument/2006/relationships/customXml" Target="../ink/ink195.xml"/><Relationship Id="rId193" Type="http://schemas.openxmlformats.org/officeDocument/2006/relationships/image" Target="../media/image98.png"/><Relationship Id="rId207" Type="http://schemas.openxmlformats.org/officeDocument/2006/relationships/image" Target="../media/image105.png"/><Relationship Id="rId249" Type="http://schemas.openxmlformats.org/officeDocument/2006/relationships/image" Target="../media/image126.png"/><Relationship Id="rId414" Type="http://schemas.openxmlformats.org/officeDocument/2006/relationships/image" Target="../media/image208.png"/><Relationship Id="rId456" Type="http://schemas.openxmlformats.org/officeDocument/2006/relationships/image" Target="../media/image229.png"/><Relationship Id="rId498" Type="http://schemas.openxmlformats.org/officeDocument/2006/relationships/image" Target="../media/image250.png"/><Relationship Id="rId13" Type="http://schemas.openxmlformats.org/officeDocument/2006/relationships/image" Target="../media/image8.png"/><Relationship Id="rId109" Type="http://schemas.openxmlformats.org/officeDocument/2006/relationships/image" Target="../media/image56.png"/><Relationship Id="rId260" Type="http://schemas.openxmlformats.org/officeDocument/2006/relationships/customXml" Target="../ink/ink130.xml"/><Relationship Id="rId316" Type="http://schemas.openxmlformats.org/officeDocument/2006/relationships/customXml" Target="../ink/ink158.xml"/><Relationship Id="rId523" Type="http://schemas.openxmlformats.org/officeDocument/2006/relationships/customXml" Target="../ink/ink262.xml"/><Relationship Id="rId55" Type="http://schemas.openxmlformats.org/officeDocument/2006/relationships/image" Target="../media/image29.png"/><Relationship Id="rId97" Type="http://schemas.openxmlformats.org/officeDocument/2006/relationships/image" Target="../media/image50.png"/><Relationship Id="rId120" Type="http://schemas.openxmlformats.org/officeDocument/2006/relationships/customXml" Target="../ink/ink60.xml"/><Relationship Id="rId358" Type="http://schemas.openxmlformats.org/officeDocument/2006/relationships/image" Target="../media/image180.png"/><Relationship Id="rId162" Type="http://schemas.openxmlformats.org/officeDocument/2006/relationships/customXml" Target="../ink/ink81.xml"/><Relationship Id="rId218" Type="http://schemas.openxmlformats.org/officeDocument/2006/relationships/customXml" Target="../ink/ink109.xml"/><Relationship Id="rId425" Type="http://schemas.openxmlformats.org/officeDocument/2006/relationships/customXml" Target="../ink/ink213.xml"/><Relationship Id="rId467" Type="http://schemas.openxmlformats.org/officeDocument/2006/relationships/customXml" Target="../ink/ink234.xml"/><Relationship Id="rId271" Type="http://schemas.openxmlformats.org/officeDocument/2006/relationships/image" Target="../media/image137.png"/><Relationship Id="rId24" Type="http://schemas.openxmlformats.org/officeDocument/2006/relationships/customXml" Target="../ink/ink12.xml"/><Relationship Id="rId66" Type="http://schemas.openxmlformats.org/officeDocument/2006/relationships/customXml" Target="../ink/ink33.xml"/><Relationship Id="rId131" Type="http://schemas.openxmlformats.org/officeDocument/2006/relationships/image" Target="../media/image67.png"/><Relationship Id="rId327" Type="http://schemas.openxmlformats.org/officeDocument/2006/relationships/image" Target="../media/image165.png"/><Relationship Id="rId369" Type="http://schemas.openxmlformats.org/officeDocument/2006/relationships/customXml" Target="../ink/ink185.xml"/><Relationship Id="rId534" Type="http://schemas.openxmlformats.org/officeDocument/2006/relationships/image" Target="../media/image268.png"/><Relationship Id="rId173" Type="http://schemas.openxmlformats.org/officeDocument/2006/relationships/image" Target="../media/image88.png"/><Relationship Id="rId229" Type="http://schemas.openxmlformats.org/officeDocument/2006/relationships/image" Target="../media/image116.png"/><Relationship Id="rId380" Type="http://schemas.openxmlformats.org/officeDocument/2006/relationships/image" Target="../media/image191.png"/><Relationship Id="rId436" Type="http://schemas.openxmlformats.org/officeDocument/2006/relationships/image" Target="../media/image219.png"/><Relationship Id="rId240" Type="http://schemas.openxmlformats.org/officeDocument/2006/relationships/customXml" Target="../ink/ink120.xml"/><Relationship Id="rId478" Type="http://schemas.openxmlformats.org/officeDocument/2006/relationships/image" Target="../media/image240.png"/><Relationship Id="rId35" Type="http://schemas.openxmlformats.org/officeDocument/2006/relationships/image" Target="../media/image19.png"/><Relationship Id="rId77" Type="http://schemas.openxmlformats.org/officeDocument/2006/relationships/image" Target="../media/image40.png"/><Relationship Id="rId100" Type="http://schemas.openxmlformats.org/officeDocument/2006/relationships/customXml" Target="../ink/ink50.xml"/><Relationship Id="rId282" Type="http://schemas.openxmlformats.org/officeDocument/2006/relationships/customXml" Target="../ink/ink141.xml"/><Relationship Id="rId338" Type="http://schemas.openxmlformats.org/officeDocument/2006/relationships/customXml" Target="../ink/ink169.xml"/><Relationship Id="rId503" Type="http://schemas.openxmlformats.org/officeDocument/2006/relationships/customXml" Target="../ink/ink252.xml"/><Relationship Id="rId545" Type="http://schemas.openxmlformats.org/officeDocument/2006/relationships/customXml" Target="../ink/ink273.xml"/><Relationship Id="rId8" Type="http://schemas.openxmlformats.org/officeDocument/2006/relationships/customXml" Target="../ink/ink4.xml"/><Relationship Id="rId142" Type="http://schemas.openxmlformats.org/officeDocument/2006/relationships/customXml" Target="../ink/ink71.xml"/><Relationship Id="rId184" Type="http://schemas.openxmlformats.org/officeDocument/2006/relationships/customXml" Target="../ink/ink92.xml"/><Relationship Id="rId391" Type="http://schemas.openxmlformats.org/officeDocument/2006/relationships/customXml" Target="../ink/ink196.xml"/><Relationship Id="rId405" Type="http://schemas.openxmlformats.org/officeDocument/2006/relationships/customXml" Target="../ink/ink203.xml"/><Relationship Id="rId447" Type="http://schemas.openxmlformats.org/officeDocument/2006/relationships/customXml" Target="../ink/ink224.xml"/><Relationship Id="rId251" Type="http://schemas.openxmlformats.org/officeDocument/2006/relationships/image" Target="../media/image127.png"/><Relationship Id="rId489" Type="http://schemas.openxmlformats.org/officeDocument/2006/relationships/customXml" Target="../ink/ink245.xml"/><Relationship Id="rId46" Type="http://schemas.openxmlformats.org/officeDocument/2006/relationships/customXml" Target="../ink/ink23.xml"/><Relationship Id="rId293" Type="http://schemas.openxmlformats.org/officeDocument/2006/relationships/image" Target="../media/image148.png"/><Relationship Id="rId307" Type="http://schemas.openxmlformats.org/officeDocument/2006/relationships/image" Target="../media/image155.png"/><Relationship Id="rId349" Type="http://schemas.openxmlformats.org/officeDocument/2006/relationships/customXml" Target="../ink/ink175.xml"/><Relationship Id="rId514" Type="http://schemas.openxmlformats.org/officeDocument/2006/relationships/image" Target="../media/image258.png"/><Relationship Id="rId88" Type="http://schemas.openxmlformats.org/officeDocument/2006/relationships/customXml" Target="../ink/ink44.xml"/><Relationship Id="rId111" Type="http://schemas.openxmlformats.org/officeDocument/2006/relationships/image" Target="../media/image57.png"/><Relationship Id="rId153" Type="http://schemas.openxmlformats.org/officeDocument/2006/relationships/image" Target="../media/image78.png"/><Relationship Id="rId195" Type="http://schemas.openxmlformats.org/officeDocument/2006/relationships/image" Target="../media/image99.png"/><Relationship Id="rId209" Type="http://schemas.openxmlformats.org/officeDocument/2006/relationships/image" Target="../media/image106.png"/><Relationship Id="rId360" Type="http://schemas.openxmlformats.org/officeDocument/2006/relationships/image" Target="../media/image181.png"/><Relationship Id="rId416" Type="http://schemas.openxmlformats.org/officeDocument/2006/relationships/image" Target="../media/image209.png"/><Relationship Id="rId220" Type="http://schemas.openxmlformats.org/officeDocument/2006/relationships/customXml" Target="../ink/ink110.xml"/><Relationship Id="rId458" Type="http://schemas.openxmlformats.org/officeDocument/2006/relationships/image" Target="../media/image230.png"/><Relationship Id="rId15" Type="http://schemas.openxmlformats.org/officeDocument/2006/relationships/image" Target="../media/image9.png"/><Relationship Id="rId57" Type="http://schemas.openxmlformats.org/officeDocument/2006/relationships/image" Target="../media/image30.png"/><Relationship Id="rId262" Type="http://schemas.openxmlformats.org/officeDocument/2006/relationships/customXml" Target="../ink/ink131.xml"/><Relationship Id="rId318" Type="http://schemas.openxmlformats.org/officeDocument/2006/relationships/customXml" Target="../ink/ink159.xml"/><Relationship Id="rId525" Type="http://schemas.openxmlformats.org/officeDocument/2006/relationships/customXml" Target="../ink/ink263.xml"/><Relationship Id="rId99" Type="http://schemas.openxmlformats.org/officeDocument/2006/relationships/image" Target="../media/image51.png"/><Relationship Id="rId122" Type="http://schemas.openxmlformats.org/officeDocument/2006/relationships/customXml" Target="../ink/ink61.xml"/><Relationship Id="rId164" Type="http://schemas.openxmlformats.org/officeDocument/2006/relationships/customXml" Target="../ink/ink82.xml"/><Relationship Id="rId371" Type="http://schemas.openxmlformats.org/officeDocument/2006/relationships/customXml" Target="../ink/ink186.xml"/><Relationship Id="rId427" Type="http://schemas.openxmlformats.org/officeDocument/2006/relationships/customXml" Target="../ink/ink214.xml"/><Relationship Id="rId469" Type="http://schemas.openxmlformats.org/officeDocument/2006/relationships/customXml" Target="../ink/ink235.xml"/><Relationship Id="rId26" Type="http://schemas.openxmlformats.org/officeDocument/2006/relationships/customXml" Target="../ink/ink13.xml"/><Relationship Id="rId231" Type="http://schemas.openxmlformats.org/officeDocument/2006/relationships/image" Target="../media/image117.png"/><Relationship Id="rId273" Type="http://schemas.openxmlformats.org/officeDocument/2006/relationships/image" Target="../media/image138.png"/><Relationship Id="rId329" Type="http://schemas.openxmlformats.org/officeDocument/2006/relationships/image" Target="../media/image166.png"/><Relationship Id="rId480" Type="http://schemas.openxmlformats.org/officeDocument/2006/relationships/image" Target="../media/image241.png"/><Relationship Id="rId536" Type="http://schemas.openxmlformats.org/officeDocument/2006/relationships/image" Target="../media/image269.png"/><Relationship Id="rId68" Type="http://schemas.openxmlformats.org/officeDocument/2006/relationships/customXml" Target="../ink/ink34.xml"/><Relationship Id="rId133" Type="http://schemas.openxmlformats.org/officeDocument/2006/relationships/image" Target="../media/image68.png"/><Relationship Id="rId175" Type="http://schemas.openxmlformats.org/officeDocument/2006/relationships/image" Target="../media/image89.png"/><Relationship Id="rId340" Type="http://schemas.openxmlformats.org/officeDocument/2006/relationships/customXml" Target="../ink/ink170.xml"/><Relationship Id="rId200" Type="http://schemas.openxmlformats.org/officeDocument/2006/relationships/customXml" Target="../ink/ink100.xml"/><Relationship Id="rId382" Type="http://schemas.openxmlformats.org/officeDocument/2006/relationships/image" Target="../media/image192.png"/><Relationship Id="rId438" Type="http://schemas.openxmlformats.org/officeDocument/2006/relationships/image" Target="../media/image220.png"/><Relationship Id="rId242" Type="http://schemas.openxmlformats.org/officeDocument/2006/relationships/customXml" Target="../ink/ink121.xml"/><Relationship Id="rId284" Type="http://schemas.openxmlformats.org/officeDocument/2006/relationships/customXml" Target="../ink/ink142.xml"/><Relationship Id="rId491" Type="http://schemas.openxmlformats.org/officeDocument/2006/relationships/customXml" Target="../ink/ink246.xml"/><Relationship Id="rId505" Type="http://schemas.openxmlformats.org/officeDocument/2006/relationships/customXml" Target="../ink/ink253.xml"/><Relationship Id="rId37" Type="http://schemas.openxmlformats.org/officeDocument/2006/relationships/image" Target="../media/image20.png"/><Relationship Id="rId79" Type="http://schemas.openxmlformats.org/officeDocument/2006/relationships/image" Target="../media/image41.png"/><Relationship Id="rId102" Type="http://schemas.openxmlformats.org/officeDocument/2006/relationships/customXml" Target="../ink/ink51.xml"/><Relationship Id="rId144" Type="http://schemas.openxmlformats.org/officeDocument/2006/relationships/customXml" Target="../ink/ink72.xml"/><Relationship Id="rId90" Type="http://schemas.openxmlformats.org/officeDocument/2006/relationships/customXml" Target="../ink/ink45.xml"/><Relationship Id="rId186" Type="http://schemas.openxmlformats.org/officeDocument/2006/relationships/customXml" Target="../ink/ink93.xml"/><Relationship Id="rId351" Type="http://schemas.openxmlformats.org/officeDocument/2006/relationships/customXml" Target="../ink/ink176.xml"/><Relationship Id="rId393" Type="http://schemas.openxmlformats.org/officeDocument/2006/relationships/customXml" Target="../ink/ink197.xml"/><Relationship Id="rId407" Type="http://schemas.openxmlformats.org/officeDocument/2006/relationships/customXml" Target="../ink/ink204.xml"/><Relationship Id="rId449" Type="http://schemas.openxmlformats.org/officeDocument/2006/relationships/customXml" Target="../ink/ink225.xml"/><Relationship Id="rId211" Type="http://schemas.openxmlformats.org/officeDocument/2006/relationships/image" Target="../media/image107.png"/><Relationship Id="rId253" Type="http://schemas.openxmlformats.org/officeDocument/2006/relationships/image" Target="../media/image128.png"/><Relationship Id="rId295" Type="http://schemas.openxmlformats.org/officeDocument/2006/relationships/image" Target="../media/image149.png"/><Relationship Id="rId309" Type="http://schemas.openxmlformats.org/officeDocument/2006/relationships/image" Target="../media/image156.png"/><Relationship Id="rId460" Type="http://schemas.openxmlformats.org/officeDocument/2006/relationships/image" Target="../media/image231.png"/><Relationship Id="rId516" Type="http://schemas.openxmlformats.org/officeDocument/2006/relationships/image" Target="../media/image259.png"/><Relationship Id="rId48" Type="http://schemas.openxmlformats.org/officeDocument/2006/relationships/customXml" Target="../ink/ink24.xml"/><Relationship Id="rId113" Type="http://schemas.openxmlformats.org/officeDocument/2006/relationships/image" Target="../media/image58.png"/><Relationship Id="rId320" Type="http://schemas.openxmlformats.org/officeDocument/2006/relationships/customXml" Target="../ink/ink160.xml"/><Relationship Id="rId155" Type="http://schemas.openxmlformats.org/officeDocument/2006/relationships/image" Target="../media/image79.png"/><Relationship Id="rId197" Type="http://schemas.openxmlformats.org/officeDocument/2006/relationships/image" Target="../media/image100.png"/><Relationship Id="rId362" Type="http://schemas.openxmlformats.org/officeDocument/2006/relationships/image" Target="../media/image182.png"/><Relationship Id="rId418" Type="http://schemas.openxmlformats.org/officeDocument/2006/relationships/image" Target="../media/image210.png"/><Relationship Id="rId222" Type="http://schemas.openxmlformats.org/officeDocument/2006/relationships/customXml" Target="../ink/ink111.xml"/><Relationship Id="rId264" Type="http://schemas.openxmlformats.org/officeDocument/2006/relationships/customXml" Target="../ink/ink132.xml"/><Relationship Id="rId471" Type="http://schemas.openxmlformats.org/officeDocument/2006/relationships/customXml" Target="../ink/ink236.xml"/><Relationship Id="rId17" Type="http://schemas.openxmlformats.org/officeDocument/2006/relationships/image" Target="../media/image10.png"/><Relationship Id="rId59" Type="http://schemas.openxmlformats.org/officeDocument/2006/relationships/image" Target="../media/image31.png"/><Relationship Id="rId124" Type="http://schemas.openxmlformats.org/officeDocument/2006/relationships/customXml" Target="../ink/ink62.xml"/><Relationship Id="rId527" Type="http://schemas.openxmlformats.org/officeDocument/2006/relationships/customXml" Target="../ink/ink264.xml"/><Relationship Id="rId70" Type="http://schemas.openxmlformats.org/officeDocument/2006/relationships/customXml" Target="../ink/ink35.xml"/><Relationship Id="rId166" Type="http://schemas.openxmlformats.org/officeDocument/2006/relationships/customXml" Target="../ink/ink83.xml"/><Relationship Id="rId331" Type="http://schemas.openxmlformats.org/officeDocument/2006/relationships/image" Target="../media/image167.png"/><Relationship Id="rId373" Type="http://schemas.openxmlformats.org/officeDocument/2006/relationships/customXml" Target="../ink/ink187.xml"/><Relationship Id="rId429" Type="http://schemas.openxmlformats.org/officeDocument/2006/relationships/customXml" Target="../ink/ink215.xml"/><Relationship Id="rId1" Type="http://schemas.openxmlformats.org/officeDocument/2006/relationships/slideLayout" Target="../slideLayouts/slideLayout7.xml"/><Relationship Id="rId233" Type="http://schemas.openxmlformats.org/officeDocument/2006/relationships/image" Target="../media/image118.png"/><Relationship Id="rId440" Type="http://schemas.openxmlformats.org/officeDocument/2006/relationships/image" Target="../media/image221.png"/><Relationship Id="rId28" Type="http://schemas.openxmlformats.org/officeDocument/2006/relationships/customXml" Target="../ink/ink14.xml"/><Relationship Id="rId275" Type="http://schemas.openxmlformats.org/officeDocument/2006/relationships/image" Target="../media/image139.png"/><Relationship Id="rId300" Type="http://schemas.openxmlformats.org/officeDocument/2006/relationships/customXml" Target="../ink/ink150.xml"/><Relationship Id="rId482" Type="http://schemas.openxmlformats.org/officeDocument/2006/relationships/image" Target="../media/image242.png"/><Relationship Id="rId538" Type="http://schemas.openxmlformats.org/officeDocument/2006/relationships/image" Target="../media/image270.png"/><Relationship Id="rId81" Type="http://schemas.openxmlformats.org/officeDocument/2006/relationships/image" Target="../media/image42.png"/><Relationship Id="rId135" Type="http://schemas.openxmlformats.org/officeDocument/2006/relationships/image" Target="../media/image69.png"/><Relationship Id="rId177" Type="http://schemas.openxmlformats.org/officeDocument/2006/relationships/image" Target="../media/image90.png"/><Relationship Id="rId342" Type="http://schemas.openxmlformats.org/officeDocument/2006/relationships/customXml" Target="../ink/ink171.xml"/><Relationship Id="rId384" Type="http://schemas.openxmlformats.org/officeDocument/2006/relationships/image" Target="../media/image193.png"/><Relationship Id="rId202" Type="http://schemas.openxmlformats.org/officeDocument/2006/relationships/customXml" Target="../ink/ink101.xml"/><Relationship Id="rId244" Type="http://schemas.openxmlformats.org/officeDocument/2006/relationships/customXml" Target="../ink/ink122.xml"/><Relationship Id="rId39" Type="http://schemas.openxmlformats.org/officeDocument/2006/relationships/image" Target="../media/image21.png"/><Relationship Id="rId286" Type="http://schemas.openxmlformats.org/officeDocument/2006/relationships/customXml" Target="../ink/ink143.xml"/><Relationship Id="rId451" Type="http://schemas.openxmlformats.org/officeDocument/2006/relationships/customXml" Target="../ink/ink226.xml"/><Relationship Id="rId493" Type="http://schemas.openxmlformats.org/officeDocument/2006/relationships/customXml" Target="../ink/ink247.xml"/><Relationship Id="rId507" Type="http://schemas.openxmlformats.org/officeDocument/2006/relationships/customXml" Target="../ink/ink254.xml"/><Relationship Id="rId50" Type="http://schemas.openxmlformats.org/officeDocument/2006/relationships/customXml" Target="../ink/ink25.xml"/><Relationship Id="rId104" Type="http://schemas.openxmlformats.org/officeDocument/2006/relationships/customXml" Target="../ink/ink52.xml"/><Relationship Id="rId146" Type="http://schemas.openxmlformats.org/officeDocument/2006/relationships/customXml" Target="../ink/ink73.xml"/><Relationship Id="rId188" Type="http://schemas.openxmlformats.org/officeDocument/2006/relationships/customXml" Target="../ink/ink94.xml"/><Relationship Id="rId311" Type="http://schemas.openxmlformats.org/officeDocument/2006/relationships/image" Target="../media/image157.png"/><Relationship Id="rId353" Type="http://schemas.openxmlformats.org/officeDocument/2006/relationships/customXml" Target="../ink/ink177.xml"/><Relationship Id="rId395" Type="http://schemas.openxmlformats.org/officeDocument/2006/relationships/customXml" Target="../ink/ink198.xml"/><Relationship Id="rId409" Type="http://schemas.openxmlformats.org/officeDocument/2006/relationships/customXml" Target="../ink/ink205.xml"/><Relationship Id="rId92" Type="http://schemas.openxmlformats.org/officeDocument/2006/relationships/customXml" Target="../ink/ink46.xml"/><Relationship Id="rId213" Type="http://schemas.openxmlformats.org/officeDocument/2006/relationships/image" Target="../media/image108.png"/><Relationship Id="rId420" Type="http://schemas.openxmlformats.org/officeDocument/2006/relationships/image" Target="../media/image211.png"/><Relationship Id="rId255" Type="http://schemas.openxmlformats.org/officeDocument/2006/relationships/image" Target="../media/image129.png"/><Relationship Id="rId297" Type="http://schemas.openxmlformats.org/officeDocument/2006/relationships/image" Target="../media/image150.png"/><Relationship Id="rId462" Type="http://schemas.openxmlformats.org/officeDocument/2006/relationships/image" Target="../media/image232.png"/><Relationship Id="rId518" Type="http://schemas.openxmlformats.org/officeDocument/2006/relationships/image" Target="../media/image260.png"/><Relationship Id="rId115" Type="http://schemas.openxmlformats.org/officeDocument/2006/relationships/image" Target="../media/image59.png"/><Relationship Id="rId157" Type="http://schemas.openxmlformats.org/officeDocument/2006/relationships/image" Target="../media/image80.png"/><Relationship Id="rId322" Type="http://schemas.openxmlformats.org/officeDocument/2006/relationships/customXml" Target="../ink/ink161.xml"/><Relationship Id="rId364" Type="http://schemas.openxmlformats.org/officeDocument/2006/relationships/image" Target="../media/image183.png"/><Relationship Id="rId61" Type="http://schemas.openxmlformats.org/officeDocument/2006/relationships/image" Target="../media/image32.png"/><Relationship Id="rId199" Type="http://schemas.openxmlformats.org/officeDocument/2006/relationships/image" Target="../media/image101.png"/><Relationship Id="rId19" Type="http://schemas.openxmlformats.org/officeDocument/2006/relationships/image" Target="../media/image11.png"/><Relationship Id="rId224" Type="http://schemas.openxmlformats.org/officeDocument/2006/relationships/customXml" Target="../ink/ink112.xml"/><Relationship Id="rId266" Type="http://schemas.openxmlformats.org/officeDocument/2006/relationships/customXml" Target="../ink/ink133.xml"/><Relationship Id="rId431" Type="http://schemas.openxmlformats.org/officeDocument/2006/relationships/customXml" Target="../ink/ink216.xml"/><Relationship Id="rId473" Type="http://schemas.openxmlformats.org/officeDocument/2006/relationships/customXml" Target="../ink/ink237.xml"/><Relationship Id="rId529" Type="http://schemas.openxmlformats.org/officeDocument/2006/relationships/customXml" Target="../ink/ink265.xml"/><Relationship Id="rId30" Type="http://schemas.openxmlformats.org/officeDocument/2006/relationships/customXml" Target="../ink/ink15.xml"/><Relationship Id="rId126" Type="http://schemas.openxmlformats.org/officeDocument/2006/relationships/customXml" Target="../ink/ink63.xml"/><Relationship Id="rId168" Type="http://schemas.openxmlformats.org/officeDocument/2006/relationships/customXml" Target="../ink/ink84.xml"/><Relationship Id="rId333" Type="http://schemas.openxmlformats.org/officeDocument/2006/relationships/image" Target="../media/image168.png"/><Relationship Id="rId540" Type="http://schemas.openxmlformats.org/officeDocument/2006/relationships/image" Target="../media/image271.png"/><Relationship Id="rId72" Type="http://schemas.openxmlformats.org/officeDocument/2006/relationships/customXml" Target="../ink/ink36.xml"/><Relationship Id="rId375" Type="http://schemas.openxmlformats.org/officeDocument/2006/relationships/customXml" Target="../ink/ink188.xml"/><Relationship Id="rId3" Type="http://schemas.openxmlformats.org/officeDocument/2006/relationships/image" Target="../media/image3.png"/><Relationship Id="rId235" Type="http://schemas.openxmlformats.org/officeDocument/2006/relationships/image" Target="../media/image119.png"/><Relationship Id="rId277" Type="http://schemas.openxmlformats.org/officeDocument/2006/relationships/image" Target="../media/image140.png"/><Relationship Id="rId400" Type="http://schemas.openxmlformats.org/officeDocument/2006/relationships/image" Target="../media/image201.png"/><Relationship Id="rId442" Type="http://schemas.openxmlformats.org/officeDocument/2006/relationships/image" Target="../media/image222.png"/><Relationship Id="rId484" Type="http://schemas.openxmlformats.org/officeDocument/2006/relationships/image" Target="../media/image243.png"/><Relationship Id="rId137" Type="http://schemas.openxmlformats.org/officeDocument/2006/relationships/image" Target="../media/image70.png"/><Relationship Id="rId302" Type="http://schemas.openxmlformats.org/officeDocument/2006/relationships/customXml" Target="../ink/ink151.xml"/><Relationship Id="rId344" Type="http://schemas.openxmlformats.org/officeDocument/2006/relationships/image" Target="../media/image173.png"/><Relationship Id="rId41" Type="http://schemas.openxmlformats.org/officeDocument/2006/relationships/image" Target="../media/image22.png"/><Relationship Id="rId83" Type="http://schemas.openxmlformats.org/officeDocument/2006/relationships/image" Target="../media/image43.png"/><Relationship Id="rId179" Type="http://schemas.openxmlformats.org/officeDocument/2006/relationships/image" Target="../media/image91.png"/><Relationship Id="rId386" Type="http://schemas.openxmlformats.org/officeDocument/2006/relationships/image" Target="../media/image194.png"/><Relationship Id="rId190" Type="http://schemas.openxmlformats.org/officeDocument/2006/relationships/customXml" Target="../ink/ink95.xml"/><Relationship Id="rId204" Type="http://schemas.openxmlformats.org/officeDocument/2006/relationships/customXml" Target="../ink/ink102.xml"/><Relationship Id="rId246" Type="http://schemas.openxmlformats.org/officeDocument/2006/relationships/customXml" Target="../ink/ink123.xml"/><Relationship Id="rId288" Type="http://schemas.openxmlformats.org/officeDocument/2006/relationships/customXml" Target="../ink/ink144.xml"/><Relationship Id="rId411" Type="http://schemas.openxmlformats.org/officeDocument/2006/relationships/customXml" Target="../ink/ink206.xml"/><Relationship Id="rId453" Type="http://schemas.openxmlformats.org/officeDocument/2006/relationships/customXml" Target="../ink/ink227.xml"/><Relationship Id="rId509" Type="http://schemas.openxmlformats.org/officeDocument/2006/relationships/customXml" Target="../ink/ink255.xml"/><Relationship Id="rId106" Type="http://schemas.openxmlformats.org/officeDocument/2006/relationships/customXml" Target="../ink/ink53.xml"/><Relationship Id="rId313" Type="http://schemas.openxmlformats.org/officeDocument/2006/relationships/image" Target="../media/image158.png"/><Relationship Id="rId495" Type="http://schemas.openxmlformats.org/officeDocument/2006/relationships/customXml" Target="../ink/ink248.xml"/><Relationship Id="rId10" Type="http://schemas.openxmlformats.org/officeDocument/2006/relationships/customXml" Target="../ink/ink5.xml"/><Relationship Id="rId52" Type="http://schemas.openxmlformats.org/officeDocument/2006/relationships/customXml" Target="../ink/ink26.xml"/><Relationship Id="rId94" Type="http://schemas.openxmlformats.org/officeDocument/2006/relationships/customXml" Target="../ink/ink47.xml"/><Relationship Id="rId148" Type="http://schemas.openxmlformats.org/officeDocument/2006/relationships/customXml" Target="../ink/ink74.xml"/><Relationship Id="rId355" Type="http://schemas.openxmlformats.org/officeDocument/2006/relationships/customXml" Target="../ink/ink178.xml"/><Relationship Id="rId397" Type="http://schemas.openxmlformats.org/officeDocument/2006/relationships/customXml" Target="../ink/ink199.xml"/><Relationship Id="rId520" Type="http://schemas.openxmlformats.org/officeDocument/2006/relationships/image" Target="../media/image261.png"/><Relationship Id="rId215" Type="http://schemas.openxmlformats.org/officeDocument/2006/relationships/image" Target="../media/image109.png"/><Relationship Id="rId257" Type="http://schemas.openxmlformats.org/officeDocument/2006/relationships/image" Target="../media/image130.png"/><Relationship Id="rId422" Type="http://schemas.openxmlformats.org/officeDocument/2006/relationships/image" Target="../media/image212.png"/><Relationship Id="rId464" Type="http://schemas.openxmlformats.org/officeDocument/2006/relationships/image" Target="../media/image233.png"/><Relationship Id="rId299" Type="http://schemas.openxmlformats.org/officeDocument/2006/relationships/image" Target="../media/image151.png"/><Relationship Id="rId63" Type="http://schemas.openxmlformats.org/officeDocument/2006/relationships/image" Target="../media/image33.png"/><Relationship Id="rId159" Type="http://schemas.openxmlformats.org/officeDocument/2006/relationships/image" Target="../media/image81.png"/><Relationship Id="rId366" Type="http://schemas.openxmlformats.org/officeDocument/2006/relationships/image" Target="../media/image184.png"/><Relationship Id="rId226" Type="http://schemas.openxmlformats.org/officeDocument/2006/relationships/customXml" Target="../ink/ink113.xml"/><Relationship Id="rId433" Type="http://schemas.openxmlformats.org/officeDocument/2006/relationships/customXml" Target="../ink/ink217.xml"/><Relationship Id="rId74" Type="http://schemas.openxmlformats.org/officeDocument/2006/relationships/customXml" Target="../ink/ink37.xml"/><Relationship Id="rId377" Type="http://schemas.openxmlformats.org/officeDocument/2006/relationships/customXml" Target="../ink/ink189.xml"/><Relationship Id="rId500" Type="http://schemas.openxmlformats.org/officeDocument/2006/relationships/image" Target="../media/image251.png"/><Relationship Id="rId5" Type="http://schemas.openxmlformats.org/officeDocument/2006/relationships/image" Target="../media/image4.png"/><Relationship Id="rId237" Type="http://schemas.openxmlformats.org/officeDocument/2006/relationships/image" Target="../media/image120.png"/><Relationship Id="rId444" Type="http://schemas.openxmlformats.org/officeDocument/2006/relationships/image" Target="../media/image223.png"/><Relationship Id="rId290" Type="http://schemas.openxmlformats.org/officeDocument/2006/relationships/customXml" Target="../ink/ink145.xml"/><Relationship Id="rId304" Type="http://schemas.openxmlformats.org/officeDocument/2006/relationships/customXml" Target="../ink/ink152.xml"/><Relationship Id="rId388" Type="http://schemas.openxmlformats.org/officeDocument/2006/relationships/image" Target="../media/image195.png"/><Relationship Id="rId511" Type="http://schemas.openxmlformats.org/officeDocument/2006/relationships/customXml" Target="../ink/ink256.xml"/><Relationship Id="rId85" Type="http://schemas.openxmlformats.org/officeDocument/2006/relationships/image" Target="../media/image44.png"/><Relationship Id="rId150" Type="http://schemas.openxmlformats.org/officeDocument/2006/relationships/customXml" Target="../ink/ink75.xml"/></Relationships>
</file>

<file path=ppt/slides/_rels/slide14.xml.rels><?xml version="1.0" encoding="UTF-8" standalone="yes"?>
<Relationships xmlns="http://schemas.openxmlformats.org/package/2006/relationships"><Relationship Id="rId117" Type="http://schemas.openxmlformats.org/officeDocument/2006/relationships/image" Target="../media/image332.png"/><Relationship Id="rId21" Type="http://schemas.openxmlformats.org/officeDocument/2006/relationships/image" Target="../media/image284.png"/><Relationship Id="rId42" Type="http://schemas.openxmlformats.org/officeDocument/2006/relationships/customXml" Target="../ink/ink294.xml"/><Relationship Id="rId63" Type="http://schemas.openxmlformats.org/officeDocument/2006/relationships/image" Target="../media/image305.png"/><Relationship Id="rId84" Type="http://schemas.openxmlformats.org/officeDocument/2006/relationships/customXml" Target="../ink/ink315.xml"/><Relationship Id="rId138" Type="http://schemas.openxmlformats.org/officeDocument/2006/relationships/customXml" Target="../ink/ink342.xml"/><Relationship Id="rId159" Type="http://schemas.openxmlformats.org/officeDocument/2006/relationships/image" Target="../media/image353.png"/><Relationship Id="rId170" Type="http://schemas.openxmlformats.org/officeDocument/2006/relationships/customXml" Target="../ink/ink358.xml"/><Relationship Id="rId191" Type="http://schemas.openxmlformats.org/officeDocument/2006/relationships/image" Target="../media/image369.png"/><Relationship Id="rId205" Type="http://schemas.openxmlformats.org/officeDocument/2006/relationships/image" Target="../media/image376.png"/><Relationship Id="rId226" Type="http://schemas.openxmlformats.org/officeDocument/2006/relationships/customXml" Target="../ink/ink386.xml"/><Relationship Id="rId247" Type="http://schemas.openxmlformats.org/officeDocument/2006/relationships/image" Target="../media/image397.png"/><Relationship Id="rId107" Type="http://schemas.openxmlformats.org/officeDocument/2006/relationships/image" Target="../media/image327.png"/><Relationship Id="rId11" Type="http://schemas.openxmlformats.org/officeDocument/2006/relationships/image" Target="../media/image279.png"/><Relationship Id="rId32" Type="http://schemas.openxmlformats.org/officeDocument/2006/relationships/customXml" Target="../ink/ink289.xml"/><Relationship Id="rId53" Type="http://schemas.openxmlformats.org/officeDocument/2006/relationships/image" Target="../media/image300.png"/><Relationship Id="rId74" Type="http://schemas.openxmlformats.org/officeDocument/2006/relationships/customXml" Target="../ink/ink310.xml"/><Relationship Id="rId128" Type="http://schemas.openxmlformats.org/officeDocument/2006/relationships/customXml" Target="../ink/ink337.xml"/><Relationship Id="rId149" Type="http://schemas.openxmlformats.org/officeDocument/2006/relationships/image" Target="../media/image348.png"/><Relationship Id="rId5" Type="http://schemas.openxmlformats.org/officeDocument/2006/relationships/image" Target="../media/image276.png"/><Relationship Id="rId95" Type="http://schemas.openxmlformats.org/officeDocument/2006/relationships/image" Target="../media/image321.png"/><Relationship Id="rId160" Type="http://schemas.openxmlformats.org/officeDocument/2006/relationships/customXml" Target="../ink/ink353.xml"/><Relationship Id="rId181" Type="http://schemas.openxmlformats.org/officeDocument/2006/relationships/image" Target="../media/image364.png"/><Relationship Id="rId216" Type="http://schemas.openxmlformats.org/officeDocument/2006/relationships/customXml" Target="../ink/ink381.xml"/><Relationship Id="rId237" Type="http://schemas.openxmlformats.org/officeDocument/2006/relationships/image" Target="../media/image392.png"/><Relationship Id="rId258" Type="http://schemas.openxmlformats.org/officeDocument/2006/relationships/customXml" Target="../ink/ink402.xml"/><Relationship Id="rId22" Type="http://schemas.openxmlformats.org/officeDocument/2006/relationships/customXml" Target="../ink/ink284.xml"/><Relationship Id="rId43" Type="http://schemas.openxmlformats.org/officeDocument/2006/relationships/image" Target="../media/image295.png"/><Relationship Id="rId64" Type="http://schemas.openxmlformats.org/officeDocument/2006/relationships/customXml" Target="../ink/ink305.xml"/><Relationship Id="rId118" Type="http://schemas.openxmlformats.org/officeDocument/2006/relationships/customXml" Target="../ink/ink332.xml"/><Relationship Id="rId139" Type="http://schemas.openxmlformats.org/officeDocument/2006/relationships/image" Target="../media/image343.png"/><Relationship Id="rId85" Type="http://schemas.openxmlformats.org/officeDocument/2006/relationships/image" Target="../media/image316.png"/><Relationship Id="rId150" Type="http://schemas.openxmlformats.org/officeDocument/2006/relationships/customXml" Target="../ink/ink348.xml"/><Relationship Id="rId171" Type="http://schemas.openxmlformats.org/officeDocument/2006/relationships/image" Target="../media/image359.png"/><Relationship Id="rId192" Type="http://schemas.openxmlformats.org/officeDocument/2006/relationships/customXml" Target="../ink/ink369.xml"/><Relationship Id="rId206" Type="http://schemas.openxmlformats.org/officeDocument/2006/relationships/customXml" Target="../ink/ink376.xml"/><Relationship Id="rId227" Type="http://schemas.openxmlformats.org/officeDocument/2006/relationships/image" Target="../media/image387.png"/><Relationship Id="rId248" Type="http://schemas.openxmlformats.org/officeDocument/2006/relationships/customXml" Target="../ink/ink397.xml"/><Relationship Id="rId12" Type="http://schemas.openxmlformats.org/officeDocument/2006/relationships/customXml" Target="../ink/ink279.xml"/><Relationship Id="rId33" Type="http://schemas.openxmlformats.org/officeDocument/2006/relationships/image" Target="../media/image290.png"/><Relationship Id="rId108" Type="http://schemas.openxmlformats.org/officeDocument/2006/relationships/customXml" Target="../ink/ink327.xml"/><Relationship Id="rId129" Type="http://schemas.openxmlformats.org/officeDocument/2006/relationships/image" Target="../media/image338.png"/><Relationship Id="rId54" Type="http://schemas.openxmlformats.org/officeDocument/2006/relationships/customXml" Target="../ink/ink300.xml"/><Relationship Id="rId75" Type="http://schemas.openxmlformats.org/officeDocument/2006/relationships/image" Target="../media/image311.png"/><Relationship Id="rId96" Type="http://schemas.openxmlformats.org/officeDocument/2006/relationships/customXml" Target="../ink/ink321.xml"/><Relationship Id="rId140" Type="http://schemas.openxmlformats.org/officeDocument/2006/relationships/customXml" Target="../ink/ink343.xml"/><Relationship Id="rId161" Type="http://schemas.openxmlformats.org/officeDocument/2006/relationships/image" Target="../media/image354.png"/><Relationship Id="rId182" Type="http://schemas.openxmlformats.org/officeDocument/2006/relationships/customXml" Target="../ink/ink364.xml"/><Relationship Id="rId217" Type="http://schemas.openxmlformats.org/officeDocument/2006/relationships/image" Target="../media/image382.png"/><Relationship Id="rId6" Type="http://schemas.openxmlformats.org/officeDocument/2006/relationships/customXml" Target="../ink/ink276.xml"/><Relationship Id="rId238" Type="http://schemas.openxmlformats.org/officeDocument/2006/relationships/customXml" Target="../ink/ink392.xml"/><Relationship Id="rId259" Type="http://schemas.openxmlformats.org/officeDocument/2006/relationships/image" Target="../media/image403.png"/><Relationship Id="rId23" Type="http://schemas.openxmlformats.org/officeDocument/2006/relationships/image" Target="../media/image285.png"/><Relationship Id="rId119" Type="http://schemas.openxmlformats.org/officeDocument/2006/relationships/image" Target="../media/image333.png"/><Relationship Id="rId44" Type="http://schemas.openxmlformats.org/officeDocument/2006/relationships/customXml" Target="../ink/ink295.xml"/><Relationship Id="rId65" Type="http://schemas.openxmlformats.org/officeDocument/2006/relationships/image" Target="../media/image306.png"/><Relationship Id="rId86" Type="http://schemas.openxmlformats.org/officeDocument/2006/relationships/customXml" Target="../ink/ink316.xml"/><Relationship Id="rId130" Type="http://schemas.openxmlformats.org/officeDocument/2006/relationships/customXml" Target="../ink/ink338.xml"/><Relationship Id="rId151" Type="http://schemas.openxmlformats.org/officeDocument/2006/relationships/image" Target="../media/image349.png"/><Relationship Id="rId172" Type="http://schemas.openxmlformats.org/officeDocument/2006/relationships/customXml" Target="../ink/ink359.xml"/><Relationship Id="rId193" Type="http://schemas.openxmlformats.org/officeDocument/2006/relationships/image" Target="../media/image370.png"/><Relationship Id="rId207" Type="http://schemas.openxmlformats.org/officeDocument/2006/relationships/image" Target="../media/image377.png"/><Relationship Id="rId228" Type="http://schemas.openxmlformats.org/officeDocument/2006/relationships/customXml" Target="../ink/ink387.xml"/><Relationship Id="rId249" Type="http://schemas.openxmlformats.org/officeDocument/2006/relationships/image" Target="../media/image398.png"/><Relationship Id="rId13" Type="http://schemas.openxmlformats.org/officeDocument/2006/relationships/image" Target="../media/image280.png"/><Relationship Id="rId109" Type="http://schemas.openxmlformats.org/officeDocument/2006/relationships/image" Target="../media/image328.png"/><Relationship Id="rId34" Type="http://schemas.openxmlformats.org/officeDocument/2006/relationships/customXml" Target="../ink/ink290.xml"/><Relationship Id="rId55" Type="http://schemas.openxmlformats.org/officeDocument/2006/relationships/image" Target="../media/image301.png"/><Relationship Id="rId76" Type="http://schemas.openxmlformats.org/officeDocument/2006/relationships/customXml" Target="../ink/ink311.xml"/><Relationship Id="rId97" Type="http://schemas.openxmlformats.org/officeDocument/2006/relationships/image" Target="../media/image322.png"/><Relationship Id="rId120" Type="http://schemas.openxmlformats.org/officeDocument/2006/relationships/customXml" Target="../ink/ink333.xml"/><Relationship Id="rId141" Type="http://schemas.openxmlformats.org/officeDocument/2006/relationships/image" Target="../media/image344.png"/><Relationship Id="rId7" Type="http://schemas.openxmlformats.org/officeDocument/2006/relationships/image" Target="../media/image277.png"/><Relationship Id="rId162" Type="http://schemas.openxmlformats.org/officeDocument/2006/relationships/customXml" Target="../ink/ink354.xml"/><Relationship Id="rId183" Type="http://schemas.openxmlformats.org/officeDocument/2006/relationships/image" Target="../media/image365.png"/><Relationship Id="rId218" Type="http://schemas.openxmlformats.org/officeDocument/2006/relationships/customXml" Target="../ink/ink382.xml"/><Relationship Id="rId239" Type="http://schemas.openxmlformats.org/officeDocument/2006/relationships/image" Target="../media/image393.png"/><Relationship Id="rId250" Type="http://schemas.openxmlformats.org/officeDocument/2006/relationships/customXml" Target="../ink/ink398.xml"/><Relationship Id="rId24" Type="http://schemas.openxmlformats.org/officeDocument/2006/relationships/customXml" Target="../ink/ink285.xml"/><Relationship Id="rId45" Type="http://schemas.openxmlformats.org/officeDocument/2006/relationships/image" Target="../media/image296.png"/><Relationship Id="rId66" Type="http://schemas.openxmlformats.org/officeDocument/2006/relationships/customXml" Target="../ink/ink306.xml"/><Relationship Id="rId87" Type="http://schemas.openxmlformats.org/officeDocument/2006/relationships/image" Target="../media/image317.png"/><Relationship Id="rId110" Type="http://schemas.openxmlformats.org/officeDocument/2006/relationships/customXml" Target="../ink/ink328.xml"/><Relationship Id="rId131" Type="http://schemas.openxmlformats.org/officeDocument/2006/relationships/image" Target="../media/image339.png"/><Relationship Id="rId152" Type="http://schemas.openxmlformats.org/officeDocument/2006/relationships/customXml" Target="../ink/ink349.xml"/><Relationship Id="rId173" Type="http://schemas.openxmlformats.org/officeDocument/2006/relationships/image" Target="../media/image360.png"/><Relationship Id="rId194" Type="http://schemas.openxmlformats.org/officeDocument/2006/relationships/customXml" Target="../ink/ink370.xml"/><Relationship Id="rId208" Type="http://schemas.openxmlformats.org/officeDocument/2006/relationships/customXml" Target="../ink/ink377.xml"/><Relationship Id="rId229" Type="http://schemas.openxmlformats.org/officeDocument/2006/relationships/image" Target="../media/image388.png"/><Relationship Id="rId240" Type="http://schemas.openxmlformats.org/officeDocument/2006/relationships/customXml" Target="../ink/ink393.xml"/><Relationship Id="rId14" Type="http://schemas.openxmlformats.org/officeDocument/2006/relationships/customXml" Target="../ink/ink280.xml"/><Relationship Id="rId35" Type="http://schemas.openxmlformats.org/officeDocument/2006/relationships/image" Target="../media/image291.png"/><Relationship Id="rId56" Type="http://schemas.openxmlformats.org/officeDocument/2006/relationships/customXml" Target="../ink/ink301.xml"/><Relationship Id="rId77" Type="http://schemas.openxmlformats.org/officeDocument/2006/relationships/image" Target="../media/image312.png"/><Relationship Id="rId100" Type="http://schemas.openxmlformats.org/officeDocument/2006/relationships/customXml" Target="../ink/ink323.xml"/><Relationship Id="rId8" Type="http://schemas.openxmlformats.org/officeDocument/2006/relationships/customXml" Target="../ink/ink277.xml"/><Relationship Id="rId98" Type="http://schemas.openxmlformats.org/officeDocument/2006/relationships/customXml" Target="../ink/ink322.xml"/><Relationship Id="rId121" Type="http://schemas.openxmlformats.org/officeDocument/2006/relationships/image" Target="../media/image334.png"/><Relationship Id="rId142" Type="http://schemas.openxmlformats.org/officeDocument/2006/relationships/customXml" Target="../ink/ink344.xml"/><Relationship Id="rId163" Type="http://schemas.openxmlformats.org/officeDocument/2006/relationships/image" Target="../media/image355.png"/><Relationship Id="rId184" Type="http://schemas.openxmlformats.org/officeDocument/2006/relationships/customXml" Target="../ink/ink365.xml"/><Relationship Id="rId219" Type="http://schemas.openxmlformats.org/officeDocument/2006/relationships/image" Target="../media/image383.png"/><Relationship Id="rId230" Type="http://schemas.openxmlformats.org/officeDocument/2006/relationships/customXml" Target="../ink/ink388.xml"/><Relationship Id="rId251" Type="http://schemas.openxmlformats.org/officeDocument/2006/relationships/image" Target="../media/image399.png"/><Relationship Id="rId25" Type="http://schemas.openxmlformats.org/officeDocument/2006/relationships/image" Target="../media/image286.png"/><Relationship Id="rId46" Type="http://schemas.openxmlformats.org/officeDocument/2006/relationships/customXml" Target="../ink/ink296.xml"/><Relationship Id="rId67" Type="http://schemas.openxmlformats.org/officeDocument/2006/relationships/image" Target="../media/image307.png"/><Relationship Id="rId88" Type="http://schemas.openxmlformats.org/officeDocument/2006/relationships/customXml" Target="../ink/ink317.xml"/><Relationship Id="rId111" Type="http://schemas.openxmlformats.org/officeDocument/2006/relationships/image" Target="../media/image329.png"/><Relationship Id="rId132" Type="http://schemas.openxmlformats.org/officeDocument/2006/relationships/customXml" Target="../ink/ink339.xml"/><Relationship Id="rId153" Type="http://schemas.openxmlformats.org/officeDocument/2006/relationships/image" Target="../media/image350.png"/><Relationship Id="rId174" Type="http://schemas.openxmlformats.org/officeDocument/2006/relationships/customXml" Target="../ink/ink360.xml"/><Relationship Id="rId195" Type="http://schemas.openxmlformats.org/officeDocument/2006/relationships/image" Target="../media/image371.png"/><Relationship Id="rId209" Type="http://schemas.openxmlformats.org/officeDocument/2006/relationships/image" Target="../media/image378.png"/><Relationship Id="rId220" Type="http://schemas.openxmlformats.org/officeDocument/2006/relationships/customXml" Target="../ink/ink383.xml"/><Relationship Id="rId241" Type="http://schemas.openxmlformats.org/officeDocument/2006/relationships/image" Target="../media/image394.png"/><Relationship Id="rId15" Type="http://schemas.openxmlformats.org/officeDocument/2006/relationships/image" Target="../media/image281.png"/><Relationship Id="rId36" Type="http://schemas.openxmlformats.org/officeDocument/2006/relationships/customXml" Target="../ink/ink291.xml"/><Relationship Id="rId57" Type="http://schemas.openxmlformats.org/officeDocument/2006/relationships/image" Target="../media/image302.png"/><Relationship Id="rId78" Type="http://schemas.openxmlformats.org/officeDocument/2006/relationships/customXml" Target="../ink/ink312.xml"/><Relationship Id="rId99" Type="http://schemas.openxmlformats.org/officeDocument/2006/relationships/image" Target="../media/image323.png"/><Relationship Id="rId101" Type="http://schemas.openxmlformats.org/officeDocument/2006/relationships/image" Target="../media/image324.png"/><Relationship Id="rId122" Type="http://schemas.openxmlformats.org/officeDocument/2006/relationships/customXml" Target="../ink/ink334.xml"/><Relationship Id="rId143" Type="http://schemas.openxmlformats.org/officeDocument/2006/relationships/image" Target="../media/image345.png"/><Relationship Id="rId164" Type="http://schemas.openxmlformats.org/officeDocument/2006/relationships/customXml" Target="../ink/ink355.xml"/><Relationship Id="rId185" Type="http://schemas.openxmlformats.org/officeDocument/2006/relationships/image" Target="../media/image366.png"/><Relationship Id="rId9" Type="http://schemas.openxmlformats.org/officeDocument/2006/relationships/image" Target="../media/image278.png"/><Relationship Id="rId210" Type="http://schemas.openxmlformats.org/officeDocument/2006/relationships/customXml" Target="../ink/ink378.xml"/><Relationship Id="rId26" Type="http://schemas.openxmlformats.org/officeDocument/2006/relationships/customXml" Target="../ink/ink286.xml"/><Relationship Id="rId231" Type="http://schemas.openxmlformats.org/officeDocument/2006/relationships/image" Target="../media/image389.png"/><Relationship Id="rId252" Type="http://schemas.openxmlformats.org/officeDocument/2006/relationships/customXml" Target="../ink/ink399.xml"/><Relationship Id="rId47" Type="http://schemas.openxmlformats.org/officeDocument/2006/relationships/image" Target="../media/image297.png"/><Relationship Id="rId68" Type="http://schemas.openxmlformats.org/officeDocument/2006/relationships/customXml" Target="../ink/ink307.xml"/><Relationship Id="rId89" Type="http://schemas.openxmlformats.org/officeDocument/2006/relationships/image" Target="../media/image318.png"/><Relationship Id="rId112" Type="http://schemas.openxmlformats.org/officeDocument/2006/relationships/customXml" Target="../ink/ink329.xml"/><Relationship Id="rId133" Type="http://schemas.openxmlformats.org/officeDocument/2006/relationships/image" Target="../media/image340.png"/><Relationship Id="rId154" Type="http://schemas.openxmlformats.org/officeDocument/2006/relationships/customXml" Target="../ink/ink350.xml"/><Relationship Id="rId175" Type="http://schemas.openxmlformats.org/officeDocument/2006/relationships/image" Target="../media/image361.png"/><Relationship Id="rId196" Type="http://schemas.openxmlformats.org/officeDocument/2006/relationships/customXml" Target="../ink/ink371.xml"/><Relationship Id="rId200" Type="http://schemas.openxmlformats.org/officeDocument/2006/relationships/customXml" Target="../ink/ink373.xml"/><Relationship Id="rId16" Type="http://schemas.openxmlformats.org/officeDocument/2006/relationships/customXml" Target="../ink/ink281.xml"/><Relationship Id="rId221" Type="http://schemas.openxmlformats.org/officeDocument/2006/relationships/image" Target="../media/image384.png"/><Relationship Id="rId242" Type="http://schemas.openxmlformats.org/officeDocument/2006/relationships/customXml" Target="../ink/ink394.xml"/><Relationship Id="rId37" Type="http://schemas.openxmlformats.org/officeDocument/2006/relationships/image" Target="../media/image292.png"/><Relationship Id="rId58" Type="http://schemas.openxmlformats.org/officeDocument/2006/relationships/customXml" Target="../ink/ink302.xml"/><Relationship Id="rId79" Type="http://schemas.openxmlformats.org/officeDocument/2006/relationships/image" Target="../media/image313.png"/><Relationship Id="rId102" Type="http://schemas.openxmlformats.org/officeDocument/2006/relationships/customXml" Target="../ink/ink324.xml"/><Relationship Id="rId123" Type="http://schemas.openxmlformats.org/officeDocument/2006/relationships/image" Target="../media/image335.png"/><Relationship Id="rId144" Type="http://schemas.openxmlformats.org/officeDocument/2006/relationships/customXml" Target="../ink/ink345.xml"/><Relationship Id="rId90" Type="http://schemas.openxmlformats.org/officeDocument/2006/relationships/customXml" Target="../ink/ink318.xml"/><Relationship Id="rId165" Type="http://schemas.openxmlformats.org/officeDocument/2006/relationships/image" Target="../media/image356.png"/><Relationship Id="rId186" Type="http://schemas.openxmlformats.org/officeDocument/2006/relationships/customXml" Target="../ink/ink366.xml"/><Relationship Id="rId211" Type="http://schemas.openxmlformats.org/officeDocument/2006/relationships/image" Target="../media/image379.png"/><Relationship Id="rId232" Type="http://schemas.openxmlformats.org/officeDocument/2006/relationships/customXml" Target="../ink/ink389.xml"/><Relationship Id="rId253" Type="http://schemas.openxmlformats.org/officeDocument/2006/relationships/image" Target="../media/image400.png"/><Relationship Id="rId27" Type="http://schemas.openxmlformats.org/officeDocument/2006/relationships/image" Target="../media/image287.png"/><Relationship Id="rId48" Type="http://schemas.openxmlformats.org/officeDocument/2006/relationships/customXml" Target="../ink/ink297.xml"/><Relationship Id="rId69" Type="http://schemas.openxmlformats.org/officeDocument/2006/relationships/image" Target="../media/image308.png"/><Relationship Id="rId113" Type="http://schemas.openxmlformats.org/officeDocument/2006/relationships/image" Target="../media/image330.png"/><Relationship Id="rId134" Type="http://schemas.openxmlformats.org/officeDocument/2006/relationships/customXml" Target="../ink/ink340.xml"/><Relationship Id="rId80" Type="http://schemas.openxmlformats.org/officeDocument/2006/relationships/customXml" Target="../ink/ink313.xml"/><Relationship Id="rId155" Type="http://schemas.openxmlformats.org/officeDocument/2006/relationships/image" Target="../media/image351.png"/><Relationship Id="rId176" Type="http://schemas.openxmlformats.org/officeDocument/2006/relationships/customXml" Target="../ink/ink361.xml"/><Relationship Id="rId197" Type="http://schemas.openxmlformats.org/officeDocument/2006/relationships/image" Target="../media/image372.png"/><Relationship Id="rId201" Type="http://schemas.openxmlformats.org/officeDocument/2006/relationships/image" Target="../media/image374.png"/><Relationship Id="rId222" Type="http://schemas.openxmlformats.org/officeDocument/2006/relationships/customXml" Target="../ink/ink384.xml"/><Relationship Id="rId243" Type="http://schemas.openxmlformats.org/officeDocument/2006/relationships/image" Target="../media/image395.png"/><Relationship Id="rId17" Type="http://schemas.openxmlformats.org/officeDocument/2006/relationships/image" Target="../media/image282.png"/><Relationship Id="rId38" Type="http://schemas.openxmlformats.org/officeDocument/2006/relationships/customXml" Target="../ink/ink292.xml"/><Relationship Id="rId59" Type="http://schemas.openxmlformats.org/officeDocument/2006/relationships/image" Target="../media/image303.png"/><Relationship Id="rId103" Type="http://schemas.openxmlformats.org/officeDocument/2006/relationships/image" Target="../media/image325.png"/><Relationship Id="rId124" Type="http://schemas.openxmlformats.org/officeDocument/2006/relationships/customXml" Target="../ink/ink335.xml"/><Relationship Id="rId70" Type="http://schemas.openxmlformats.org/officeDocument/2006/relationships/customXml" Target="../ink/ink308.xml"/><Relationship Id="rId91" Type="http://schemas.openxmlformats.org/officeDocument/2006/relationships/image" Target="../media/image319.png"/><Relationship Id="rId145" Type="http://schemas.openxmlformats.org/officeDocument/2006/relationships/image" Target="../media/image346.png"/><Relationship Id="rId166" Type="http://schemas.openxmlformats.org/officeDocument/2006/relationships/customXml" Target="../ink/ink356.xml"/><Relationship Id="rId187" Type="http://schemas.openxmlformats.org/officeDocument/2006/relationships/image" Target="../media/image367.png"/><Relationship Id="rId1" Type="http://schemas.openxmlformats.org/officeDocument/2006/relationships/slideLayout" Target="../slideLayouts/slideLayout7.xml"/><Relationship Id="rId212" Type="http://schemas.openxmlformats.org/officeDocument/2006/relationships/customXml" Target="../ink/ink379.xml"/><Relationship Id="rId233" Type="http://schemas.openxmlformats.org/officeDocument/2006/relationships/image" Target="../media/image390.png"/><Relationship Id="rId254" Type="http://schemas.openxmlformats.org/officeDocument/2006/relationships/customXml" Target="../ink/ink400.xml"/><Relationship Id="rId28" Type="http://schemas.openxmlformats.org/officeDocument/2006/relationships/customXml" Target="../ink/ink287.xml"/><Relationship Id="rId49" Type="http://schemas.openxmlformats.org/officeDocument/2006/relationships/image" Target="../media/image298.png"/><Relationship Id="rId114" Type="http://schemas.openxmlformats.org/officeDocument/2006/relationships/customXml" Target="../ink/ink330.xml"/><Relationship Id="rId60" Type="http://schemas.openxmlformats.org/officeDocument/2006/relationships/customXml" Target="../ink/ink303.xml"/><Relationship Id="rId81" Type="http://schemas.openxmlformats.org/officeDocument/2006/relationships/image" Target="../media/image314.png"/><Relationship Id="rId135" Type="http://schemas.openxmlformats.org/officeDocument/2006/relationships/image" Target="../media/image341.png"/><Relationship Id="rId156" Type="http://schemas.openxmlformats.org/officeDocument/2006/relationships/customXml" Target="../ink/ink351.xml"/><Relationship Id="rId177" Type="http://schemas.openxmlformats.org/officeDocument/2006/relationships/image" Target="../media/image362.png"/><Relationship Id="rId198" Type="http://schemas.openxmlformats.org/officeDocument/2006/relationships/customXml" Target="../ink/ink372.xml"/><Relationship Id="rId202" Type="http://schemas.openxmlformats.org/officeDocument/2006/relationships/customXml" Target="../ink/ink374.xml"/><Relationship Id="rId223" Type="http://schemas.openxmlformats.org/officeDocument/2006/relationships/image" Target="../media/image385.png"/><Relationship Id="rId244" Type="http://schemas.openxmlformats.org/officeDocument/2006/relationships/customXml" Target="../ink/ink395.xml"/><Relationship Id="rId18" Type="http://schemas.openxmlformats.org/officeDocument/2006/relationships/customXml" Target="../ink/ink282.xml"/><Relationship Id="rId39" Type="http://schemas.openxmlformats.org/officeDocument/2006/relationships/image" Target="../media/image293.png"/><Relationship Id="rId50" Type="http://schemas.openxmlformats.org/officeDocument/2006/relationships/customXml" Target="../ink/ink298.xml"/><Relationship Id="rId104" Type="http://schemas.openxmlformats.org/officeDocument/2006/relationships/customXml" Target="../ink/ink325.xml"/><Relationship Id="rId125" Type="http://schemas.openxmlformats.org/officeDocument/2006/relationships/image" Target="../media/image336.png"/><Relationship Id="rId146" Type="http://schemas.openxmlformats.org/officeDocument/2006/relationships/customXml" Target="../ink/ink346.xml"/><Relationship Id="rId167" Type="http://schemas.openxmlformats.org/officeDocument/2006/relationships/image" Target="../media/image357.png"/><Relationship Id="rId188" Type="http://schemas.openxmlformats.org/officeDocument/2006/relationships/customXml" Target="../ink/ink367.xml"/><Relationship Id="rId71" Type="http://schemas.openxmlformats.org/officeDocument/2006/relationships/image" Target="../media/image309.png"/><Relationship Id="rId92" Type="http://schemas.openxmlformats.org/officeDocument/2006/relationships/customXml" Target="../ink/ink319.xml"/><Relationship Id="rId213" Type="http://schemas.openxmlformats.org/officeDocument/2006/relationships/image" Target="../media/image380.png"/><Relationship Id="rId234" Type="http://schemas.openxmlformats.org/officeDocument/2006/relationships/customXml" Target="../ink/ink390.xml"/><Relationship Id="rId2" Type="http://schemas.openxmlformats.org/officeDocument/2006/relationships/customXml" Target="../ink/ink274.xml"/><Relationship Id="rId29" Type="http://schemas.openxmlformats.org/officeDocument/2006/relationships/image" Target="../media/image288.png"/><Relationship Id="rId255" Type="http://schemas.openxmlformats.org/officeDocument/2006/relationships/image" Target="../media/image401.png"/><Relationship Id="rId40" Type="http://schemas.openxmlformats.org/officeDocument/2006/relationships/customXml" Target="../ink/ink293.xml"/><Relationship Id="rId115" Type="http://schemas.openxmlformats.org/officeDocument/2006/relationships/image" Target="../media/image331.png"/><Relationship Id="rId136" Type="http://schemas.openxmlformats.org/officeDocument/2006/relationships/customXml" Target="../ink/ink341.xml"/><Relationship Id="rId157" Type="http://schemas.openxmlformats.org/officeDocument/2006/relationships/image" Target="../media/image352.png"/><Relationship Id="rId178" Type="http://schemas.openxmlformats.org/officeDocument/2006/relationships/customXml" Target="../ink/ink362.xml"/><Relationship Id="rId61" Type="http://schemas.openxmlformats.org/officeDocument/2006/relationships/image" Target="../media/image304.png"/><Relationship Id="rId82" Type="http://schemas.openxmlformats.org/officeDocument/2006/relationships/customXml" Target="../ink/ink314.xml"/><Relationship Id="rId199" Type="http://schemas.openxmlformats.org/officeDocument/2006/relationships/image" Target="../media/image373.png"/><Relationship Id="rId203" Type="http://schemas.openxmlformats.org/officeDocument/2006/relationships/image" Target="../media/image375.png"/><Relationship Id="rId19" Type="http://schemas.openxmlformats.org/officeDocument/2006/relationships/image" Target="../media/image283.png"/><Relationship Id="rId224" Type="http://schemas.openxmlformats.org/officeDocument/2006/relationships/customXml" Target="../ink/ink385.xml"/><Relationship Id="rId245" Type="http://schemas.openxmlformats.org/officeDocument/2006/relationships/image" Target="../media/image396.png"/><Relationship Id="rId30" Type="http://schemas.openxmlformats.org/officeDocument/2006/relationships/customXml" Target="../ink/ink288.xml"/><Relationship Id="rId105" Type="http://schemas.openxmlformats.org/officeDocument/2006/relationships/image" Target="../media/image326.png"/><Relationship Id="rId126" Type="http://schemas.openxmlformats.org/officeDocument/2006/relationships/customXml" Target="../ink/ink336.xml"/><Relationship Id="rId147" Type="http://schemas.openxmlformats.org/officeDocument/2006/relationships/image" Target="../media/image347.png"/><Relationship Id="rId168" Type="http://schemas.openxmlformats.org/officeDocument/2006/relationships/customXml" Target="../ink/ink357.xml"/><Relationship Id="rId51" Type="http://schemas.openxmlformats.org/officeDocument/2006/relationships/image" Target="../media/image299.png"/><Relationship Id="rId72" Type="http://schemas.openxmlformats.org/officeDocument/2006/relationships/customXml" Target="../ink/ink309.xml"/><Relationship Id="rId93" Type="http://schemas.openxmlformats.org/officeDocument/2006/relationships/image" Target="../media/image320.png"/><Relationship Id="rId189" Type="http://schemas.openxmlformats.org/officeDocument/2006/relationships/image" Target="../media/image368.png"/><Relationship Id="rId3" Type="http://schemas.openxmlformats.org/officeDocument/2006/relationships/image" Target="../media/image275.png"/><Relationship Id="rId214" Type="http://schemas.openxmlformats.org/officeDocument/2006/relationships/customXml" Target="../ink/ink380.xml"/><Relationship Id="rId235" Type="http://schemas.openxmlformats.org/officeDocument/2006/relationships/image" Target="../media/image391.png"/><Relationship Id="rId256" Type="http://schemas.openxmlformats.org/officeDocument/2006/relationships/customXml" Target="../ink/ink401.xml"/><Relationship Id="rId116" Type="http://schemas.openxmlformats.org/officeDocument/2006/relationships/customXml" Target="../ink/ink331.xml"/><Relationship Id="rId137" Type="http://schemas.openxmlformats.org/officeDocument/2006/relationships/image" Target="../media/image342.png"/><Relationship Id="rId158" Type="http://schemas.openxmlformats.org/officeDocument/2006/relationships/customXml" Target="../ink/ink352.xml"/><Relationship Id="rId20" Type="http://schemas.openxmlformats.org/officeDocument/2006/relationships/customXml" Target="../ink/ink283.xml"/><Relationship Id="rId41" Type="http://schemas.openxmlformats.org/officeDocument/2006/relationships/image" Target="../media/image294.png"/><Relationship Id="rId62" Type="http://schemas.openxmlformats.org/officeDocument/2006/relationships/customXml" Target="../ink/ink304.xml"/><Relationship Id="rId83" Type="http://schemas.openxmlformats.org/officeDocument/2006/relationships/image" Target="../media/image315.png"/><Relationship Id="rId179" Type="http://schemas.openxmlformats.org/officeDocument/2006/relationships/image" Target="../media/image363.png"/><Relationship Id="rId190" Type="http://schemas.openxmlformats.org/officeDocument/2006/relationships/customXml" Target="../ink/ink368.xml"/><Relationship Id="rId204" Type="http://schemas.openxmlformats.org/officeDocument/2006/relationships/customXml" Target="../ink/ink375.xml"/><Relationship Id="rId225" Type="http://schemas.openxmlformats.org/officeDocument/2006/relationships/image" Target="../media/image386.png"/><Relationship Id="rId246" Type="http://schemas.openxmlformats.org/officeDocument/2006/relationships/customXml" Target="../ink/ink396.xml"/><Relationship Id="rId106" Type="http://schemas.openxmlformats.org/officeDocument/2006/relationships/customXml" Target="../ink/ink326.xml"/><Relationship Id="rId127" Type="http://schemas.openxmlformats.org/officeDocument/2006/relationships/image" Target="../media/image337.png"/><Relationship Id="rId10" Type="http://schemas.openxmlformats.org/officeDocument/2006/relationships/customXml" Target="../ink/ink278.xml"/><Relationship Id="rId31" Type="http://schemas.openxmlformats.org/officeDocument/2006/relationships/image" Target="../media/image289.png"/><Relationship Id="rId52" Type="http://schemas.openxmlformats.org/officeDocument/2006/relationships/customXml" Target="../ink/ink299.xml"/><Relationship Id="rId73" Type="http://schemas.openxmlformats.org/officeDocument/2006/relationships/image" Target="../media/image310.png"/><Relationship Id="rId94" Type="http://schemas.openxmlformats.org/officeDocument/2006/relationships/customXml" Target="../ink/ink320.xml"/><Relationship Id="rId148" Type="http://schemas.openxmlformats.org/officeDocument/2006/relationships/customXml" Target="../ink/ink347.xml"/><Relationship Id="rId169" Type="http://schemas.openxmlformats.org/officeDocument/2006/relationships/image" Target="../media/image358.png"/><Relationship Id="rId4" Type="http://schemas.openxmlformats.org/officeDocument/2006/relationships/customXml" Target="../ink/ink275.xml"/><Relationship Id="rId180" Type="http://schemas.openxmlformats.org/officeDocument/2006/relationships/customXml" Target="../ink/ink363.xml"/><Relationship Id="rId215" Type="http://schemas.openxmlformats.org/officeDocument/2006/relationships/image" Target="../media/image381.png"/><Relationship Id="rId236" Type="http://schemas.openxmlformats.org/officeDocument/2006/relationships/customXml" Target="../ink/ink391.xml"/><Relationship Id="rId257" Type="http://schemas.openxmlformats.org/officeDocument/2006/relationships/image" Target="../media/image402.png"/></Relationships>
</file>

<file path=ppt/slides/_rels/slide15.xml.rels><?xml version="1.0" encoding="UTF-8" standalone="yes"?>
<Relationships xmlns="http://schemas.openxmlformats.org/package/2006/relationships"><Relationship Id="rId117" Type="http://schemas.openxmlformats.org/officeDocument/2006/relationships/image" Target="../media/image461.png"/><Relationship Id="rId299" Type="http://schemas.openxmlformats.org/officeDocument/2006/relationships/image" Target="../media/image551.png"/><Relationship Id="rId21" Type="http://schemas.openxmlformats.org/officeDocument/2006/relationships/image" Target="../media/image413.png"/><Relationship Id="rId63" Type="http://schemas.openxmlformats.org/officeDocument/2006/relationships/image" Target="../media/image434.png"/><Relationship Id="rId159" Type="http://schemas.openxmlformats.org/officeDocument/2006/relationships/image" Target="../media/image482.png"/><Relationship Id="rId170" Type="http://schemas.openxmlformats.org/officeDocument/2006/relationships/customXml" Target="../ink/ink487.xml"/><Relationship Id="rId226" Type="http://schemas.openxmlformats.org/officeDocument/2006/relationships/customXml" Target="../ink/ink515.xml"/><Relationship Id="rId268" Type="http://schemas.openxmlformats.org/officeDocument/2006/relationships/customXml" Target="../ink/ink536.xml"/><Relationship Id="rId32" Type="http://schemas.openxmlformats.org/officeDocument/2006/relationships/customXml" Target="../ink/ink418.xml"/><Relationship Id="rId74" Type="http://schemas.openxmlformats.org/officeDocument/2006/relationships/customXml" Target="../ink/ink439.xml"/><Relationship Id="rId128" Type="http://schemas.openxmlformats.org/officeDocument/2006/relationships/customXml" Target="../ink/ink466.xml"/><Relationship Id="rId5" Type="http://schemas.openxmlformats.org/officeDocument/2006/relationships/image" Target="../media/image405.png"/><Relationship Id="rId181" Type="http://schemas.openxmlformats.org/officeDocument/2006/relationships/image" Target="../media/image493.png"/><Relationship Id="rId237" Type="http://schemas.openxmlformats.org/officeDocument/2006/relationships/image" Target="../media/image521.png"/><Relationship Id="rId279" Type="http://schemas.openxmlformats.org/officeDocument/2006/relationships/image" Target="../media/image542.png"/><Relationship Id="rId43" Type="http://schemas.openxmlformats.org/officeDocument/2006/relationships/image" Target="../media/image424.png"/><Relationship Id="rId139" Type="http://schemas.openxmlformats.org/officeDocument/2006/relationships/image" Target="../media/image472.png"/><Relationship Id="rId290" Type="http://schemas.openxmlformats.org/officeDocument/2006/relationships/customXml" Target="../ink/ink547.xml"/><Relationship Id="rId304" Type="http://schemas.openxmlformats.org/officeDocument/2006/relationships/customXml" Target="../ink/ink554.xml"/><Relationship Id="rId85" Type="http://schemas.openxmlformats.org/officeDocument/2006/relationships/image" Target="../media/image445.png"/><Relationship Id="rId150" Type="http://schemas.openxmlformats.org/officeDocument/2006/relationships/customXml" Target="../ink/ink477.xml"/><Relationship Id="rId192" Type="http://schemas.openxmlformats.org/officeDocument/2006/relationships/customXml" Target="../ink/ink498.xml"/><Relationship Id="rId206" Type="http://schemas.openxmlformats.org/officeDocument/2006/relationships/customXml" Target="../ink/ink505.xml"/><Relationship Id="rId248" Type="http://schemas.openxmlformats.org/officeDocument/2006/relationships/customXml" Target="../ink/ink526.xml"/><Relationship Id="rId12" Type="http://schemas.openxmlformats.org/officeDocument/2006/relationships/customXml" Target="../ink/ink408.xml"/><Relationship Id="rId108" Type="http://schemas.openxmlformats.org/officeDocument/2006/relationships/customXml" Target="../ink/ink456.xml"/><Relationship Id="rId54" Type="http://schemas.openxmlformats.org/officeDocument/2006/relationships/customXml" Target="../ink/ink429.xml"/><Relationship Id="rId96" Type="http://schemas.openxmlformats.org/officeDocument/2006/relationships/customXml" Target="../ink/ink450.xml"/><Relationship Id="rId161" Type="http://schemas.openxmlformats.org/officeDocument/2006/relationships/image" Target="../media/image483.png"/><Relationship Id="rId217" Type="http://schemas.openxmlformats.org/officeDocument/2006/relationships/image" Target="../media/image511.png"/><Relationship Id="rId259" Type="http://schemas.openxmlformats.org/officeDocument/2006/relationships/image" Target="../media/image532.png"/><Relationship Id="rId23" Type="http://schemas.openxmlformats.org/officeDocument/2006/relationships/image" Target="../media/image414.png"/><Relationship Id="rId119" Type="http://schemas.openxmlformats.org/officeDocument/2006/relationships/image" Target="../media/image462.png"/><Relationship Id="rId270" Type="http://schemas.openxmlformats.org/officeDocument/2006/relationships/customXml" Target="../ink/ink537.xml"/><Relationship Id="rId291" Type="http://schemas.openxmlformats.org/officeDocument/2006/relationships/image" Target="../media/image548.png"/><Relationship Id="rId305" Type="http://schemas.openxmlformats.org/officeDocument/2006/relationships/customXml" Target="../ink/ink555.xml"/><Relationship Id="rId44" Type="http://schemas.openxmlformats.org/officeDocument/2006/relationships/customXml" Target="../ink/ink424.xml"/><Relationship Id="rId65" Type="http://schemas.openxmlformats.org/officeDocument/2006/relationships/image" Target="../media/image435.png"/><Relationship Id="rId86" Type="http://schemas.openxmlformats.org/officeDocument/2006/relationships/customXml" Target="../ink/ink445.xml"/><Relationship Id="rId130" Type="http://schemas.openxmlformats.org/officeDocument/2006/relationships/customXml" Target="../ink/ink467.xml"/><Relationship Id="rId151" Type="http://schemas.openxmlformats.org/officeDocument/2006/relationships/image" Target="../media/image478.png"/><Relationship Id="rId172" Type="http://schemas.openxmlformats.org/officeDocument/2006/relationships/customXml" Target="../ink/ink488.xml"/><Relationship Id="rId193" Type="http://schemas.openxmlformats.org/officeDocument/2006/relationships/image" Target="../media/image499.png"/><Relationship Id="rId207" Type="http://schemas.openxmlformats.org/officeDocument/2006/relationships/image" Target="../media/image506.png"/><Relationship Id="rId228" Type="http://schemas.openxmlformats.org/officeDocument/2006/relationships/customXml" Target="../ink/ink516.xml"/><Relationship Id="rId249" Type="http://schemas.openxmlformats.org/officeDocument/2006/relationships/image" Target="../media/image527.png"/><Relationship Id="rId13" Type="http://schemas.openxmlformats.org/officeDocument/2006/relationships/image" Target="../media/image409.png"/><Relationship Id="rId109" Type="http://schemas.openxmlformats.org/officeDocument/2006/relationships/image" Target="../media/image457.png"/><Relationship Id="rId260" Type="http://schemas.openxmlformats.org/officeDocument/2006/relationships/customXml" Target="../ink/ink532.xml"/><Relationship Id="rId281" Type="http://schemas.openxmlformats.org/officeDocument/2006/relationships/image" Target="../media/image543.png"/><Relationship Id="rId34" Type="http://schemas.openxmlformats.org/officeDocument/2006/relationships/customXml" Target="../ink/ink419.xml"/><Relationship Id="rId55" Type="http://schemas.openxmlformats.org/officeDocument/2006/relationships/image" Target="../media/image430.png"/><Relationship Id="rId76" Type="http://schemas.openxmlformats.org/officeDocument/2006/relationships/customXml" Target="../ink/ink440.xml"/><Relationship Id="rId97" Type="http://schemas.openxmlformats.org/officeDocument/2006/relationships/image" Target="../media/image451.png"/><Relationship Id="rId120" Type="http://schemas.openxmlformats.org/officeDocument/2006/relationships/customXml" Target="../ink/ink462.xml"/><Relationship Id="rId141" Type="http://schemas.openxmlformats.org/officeDocument/2006/relationships/image" Target="../media/image473.png"/><Relationship Id="rId7" Type="http://schemas.openxmlformats.org/officeDocument/2006/relationships/image" Target="../media/image406.png"/><Relationship Id="rId162" Type="http://schemas.openxmlformats.org/officeDocument/2006/relationships/customXml" Target="../ink/ink483.xml"/><Relationship Id="rId183" Type="http://schemas.openxmlformats.org/officeDocument/2006/relationships/image" Target="../media/image494.png"/><Relationship Id="rId218" Type="http://schemas.openxmlformats.org/officeDocument/2006/relationships/customXml" Target="../ink/ink511.xml"/><Relationship Id="rId239" Type="http://schemas.openxmlformats.org/officeDocument/2006/relationships/image" Target="../media/image522.png"/><Relationship Id="rId250" Type="http://schemas.openxmlformats.org/officeDocument/2006/relationships/customXml" Target="../ink/ink527.xml"/><Relationship Id="rId271" Type="http://schemas.openxmlformats.org/officeDocument/2006/relationships/image" Target="../media/image538.png"/><Relationship Id="rId292" Type="http://schemas.openxmlformats.org/officeDocument/2006/relationships/customXml" Target="../ink/ink548.xml"/><Relationship Id="rId306" Type="http://schemas.openxmlformats.org/officeDocument/2006/relationships/image" Target="../media/image554.png"/><Relationship Id="rId24" Type="http://schemas.openxmlformats.org/officeDocument/2006/relationships/customXml" Target="../ink/ink414.xml"/><Relationship Id="rId45" Type="http://schemas.openxmlformats.org/officeDocument/2006/relationships/image" Target="../media/image425.png"/><Relationship Id="rId66" Type="http://schemas.openxmlformats.org/officeDocument/2006/relationships/customXml" Target="../ink/ink435.xml"/><Relationship Id="rId87" Type="http://schemas.openxmlformats.org/officeDocument/2006/relationships/image" Target="../media/image446.png"/><Relationship Id="rId110" Type="http://schemas.openxmlformats.org/officeDocument/2006/relationships/customXml" Target="../ink/ink457.xml"/><Relationship Id="rId131" Type="http://schemas.openxmlformats.org/officeDocument/2006/relationships/image" Target="../media/image468.png"/><Relationship Id="rId152" Type="http://schemas.openxmlformats.org/officeDocument/2006/relationships/customXml" Target="../ink/ink478.xml"/><Relationship Id="rId173" Type="http://schemas.openxmlformats.org/officeDocument/2006/relationships/image" Target="../media/image489.png"/><Relationship Id="rId194" Type="http://schemas.openxmlformats.org/officeDocument/2006/relationships/customXml" Target="../ink/ink499.xml"/><Relationship Id="rId208" Type="http://schemas.openxmlformats.org/officeDocument/2006/relationships/customXml" Target="../ink/ink506.xml"/><Relationship Id="rId229" Type="http://schemas.openxmlformats.org/officeDocument/2006/relationships/image" Target="../media/image517.png"/><Relationship Id="rId240" Type="http://schemas.openxmlformats.org/officeDocument/2006/relationships/customXml" Target="../ink/ink522.xml"/><Relationship Id="rId261" Type="http://schemas.openxmlformats.org/officeDocument/2006/relationships/image" Target="../media/image533.png"/><Relationship Id="rId14" Type="http://schemas.openxmlformats.org/officeDocument/2006/relationships/customXml" Target="../ink/ink409.xml"/><Relationship Id="rId35" Type="http://schemas.openxmlformats.org/officeDocument/2006/relationships/image" Target="../media/image420.png"/><Relationship Id="rId56" Type="http://schemas.openxmlformats.org/officeDocument/2006/relationships/customXml" Target="../ink/ink430.xml"/><Relationship Id="rId77" Type="http://schemas.openxmlformats.org/officeDocument/2006/relationships/image" Target="../media/image441.png"/><Relationship Id="rId100" Type="http://schemas.openxmlformats.org/officeDocument/2006/relationships/customXml" Target="../ink/ink452.xml"/><Relationship Id="rId282" Type="http://schemas.openxmlformats.org/officeDocument/2006/relationships/customXml" Target="../ink/ink543.xml"/><Relationship Id="rId8" Type="http://schemas.openxmlformats.org/officeDocument/2006/relationships/customXml" Target="../ink/ink406.xml"/><Relationship Id="rId98" Type="http://schemas.openxmlformats.org/officeDocument/2006/relationships/customXml" Target="../ink/ink451.xml"/><Relationship Id="rId121" Type="http://schemas.openxmlformats.org/officeDocument/2006/relationships/image" Target="../media/image463.png"/><Relationship Id="rId142" Type="http://schemas.openxmlformats.org/officeDocument/2006/relationships/customXml" Target="../ink/ink473.xml"/><Relationship Id="rId163" Type="http://schemas.openxmlformats.org/officeDocument/2006/relationships/image" Target="../media/image484.png"/><Relationship Id="rId184" Type="http://schemas.openxmlformats.org/officeDocument/2006/relationships/customXml" Target="../ink/ink494.xml"/><Relationship Id="rId219" Type="http://schemas.openxmlformats.org/officeDocument/2006/relationships/image" Target="../media/image512.png"/><Relationship Id="rId230" Type="http://schemas.openxmlformats.org/officeDocument/2006/relationships/customXml" Target="../ink/ink517.xml"/><Relationship Id="rId251" Type="http://schemas.openxmlformats.org/officeDocument/2006/relationships/image" Target="../media/image528.png"/><Relationship Id="rId25" Type="http://schemas.openxmlformats.org/officeDocument/2006/relationships/image" Target="../media/image415.png"/><Relationship Id="rId46" Type="http://schemas.openxmlformats.org/officeDocument/2006/relationships/customXml" Target="../ink/ink425.xml"/><Relationship Id="rId67" Type="http://schemas.openxmlformats.org/officeDocument/2006/relationships/image" Target="../media/image436.png"/><Relationship Id="rId272" Type="http://schemas.openxmlformats.org/officeDocument/2006/relationships/customXml" Target="../ink/ink538.xml"/><Relationship Id="rId293" Type="http://schemas.openxmlformats.org/officeDocument/2006/relationships/image" Target="../media/image150.png"/><Relationship Id="rId88" Type="http://schemas.openxmlformats.org/officeDocument/2006/relationships/customXml" Target="../ink/ink446.xml"/><Relationship Id="rId111" Type="http://schemas.openxmlformats.org/officeDocument/2006/relationships/image" Target="../media/image458.png"/><Relationship Id="rId132" Type="http://schemas.openxmlformats.org/officeDocument/2006/relationships/customXml" Target="../ink/ink468.xml"/><Relationship Id="rId153" Type="http://schemas.openxmlformats.org/officeDocument/2006/relationships/image" Target="../media/image479.png"/><Relationship Id="rId174" Type="http://schemas.openxmlformats.org/officeDocument/2006/relationships/customXml" Target="../ink/ink489.xml"/><Relationship Id="rId195" Type="http://schemas.openxmlformats.org/officeDocument/2006/relationships/image" Target="../media/image500.png"/><Relationship Id="rId209" Type="http://schemas.openxmlformats.org/officeDocument/2006/relationships/image" Target="../media/image507.png"/><Relationship Id="rId220" Type="http://schemas.openxmlformats.org/officeDocument/2006/relationships/customXml" Target="../ink/ink512.xml"/><Relationship Id="rId241" Type="http://schemas.openxmlformats.org/officeDocument/2006/relationships/image" Target="../media/image523.png"/><Relationship Id="rId15" Type="http://schemas.openxmlformats.org/officeDocument/2006/relationships/image" Target="../media/image410.png"/><Relationship Id="rId36" Type="http://schemas.openxmlformats.org/officeDocument/2006/relationships/customXml" Target="../ink/ink420.xml"/><Relationship Id="rId57" Type="http://schemas.openxmlformats.org/officeDocument/2006/relationships/image" Target="../media/image431.png"/><Relationship Id="rId262" Type="http://schemas.openxmlformats.org/officeDocument/2006/relationships/customXml" Target="../ink/ink533.xml"/><Relationship Id="rId283" Type="http://schemas.openxmlformats.org/officeDocument/2006/relationships/image" Target="../media/image544.png"/><Relationship Id="rId78" Type="http://schemas.openxmlformats.org/officeDocument/2006/relationships/customXml" Target="../ink/ink441.xml"/><Relationship Id="rId99" Type="http://schemas.openxmlformats.org/officeDocument/2006/relationships/image" Target="../media/image452.png"/><Relationship Id="rId101" Type="http://schemas.openxmlformats.org/officeDocument/2006/relationships/image" Target="../media/image453.png"/><Relationship Id="rId122" Type="http://schemas.openxmlformats.org/officeDocument/2006/relationships/customXml" Target="../ink/ink463.xml"/><Relationship Id="rId143" Type="http://schemas.openxmlformats.org/officeDocument/2006/relationships/image" Target="../media/image474.png"/><Relationship Id="rId164" Type="http://schemas.openxmlformats.org/officeDocument/2006/relationships/customXml" Target="../ink/ink484.xml"/><Relationship Id="rId185" Type="http://schemas.openxmlformats.org/officeDocument/2006/relationships/image" Target="../media/image495.png"/><Relationship Id="rId9" Type="http://schemas.openxmlformats.org/officeDocument/2006/relationships/image" Target="../media/image407.png"/><Relationship Id="rId210" Type="http://schemas.openxmlformats.org/officeDocument/2006/relationships/customXml" Target="../ink/ink507.xml"/><Relationship Id="rId26" Type="http://schemas.openxmlformats.org/officeDocument/2006/relationships/customXml" Target="../ink/ink415.xml"/><Relationship Id="rId231" Type="http://schemas.openxmlformats.org/officeDocument/2006/relationships/image" Target="../media/image518.png"/><Relationship Id="rId252" Type="http://schemas.openxmlformats.org/officeDocument/2006/relationships/customXml" Target="../ink/ink528.xml"/><Relationship Id="rId273" Type="http://schemas.openxmlformats.org/officeDocument/2006/relationships/image" Target="../media/image539.png"/><Relationship Id="rId294" Type="http://schemas.openxmlformats.org/officeDocument/2006/relationships/customXml" Target="../ink/ink549.xml"/><Relationship Id="rId47" Type="http://schemas.openxmlformats.org/officeDocument/2006/relationships/image" Target="../media/image426.png"/><Relationship Id="rId68" Type="http://schemas.openxmlformats.org/officeDocument/2006/relationships/customXml" Target="../ink/ink436.xml"/><Relationship Id="rId89" Type="http://schemas.openxmlformats.org/officeDocument/2006/relationships/image" Target="../media/image447.png"/><Relationship Id="rId112" Type="http://schemas.openxmlformats.org/officeDocument/2006/relationships/customXml" Target="../ink/ink458.xml"/><Relationship Id="rId133" Type="http://schemas.openxmlformats.org/officeDocument/2006/relationships/image" Target="../media/image469.png"/><Relationship Id="rId154" Type="http://schemas.openxmlformats.org/officeDocument/2006/relationships/customXml" Target="../ink/ink479.xml"/><Relationship Id="rId175" Type="http://schemas.openxmlformats.org/officeDocument/2006/relationships/image" Target="../media/image490.png"/><Relationship Id="rId196" Type="http://schemas.openxmlformats.org/officeDocument/2006/relationships/customXml" Target="../ink/ink500.xml"/><Relationship Id="rId200" Type="http://schemas.openxmlformats.org/officeDocument/2006/relationships/customXml" Target="../ink/ink502.xml"/><Relationship Id="rId16" Type="http://schemas.openxmlformats.org/officeDocument/2006/relationships/customXml" Target="../ink/ink410.xml"/><Relationship Id="rId221" Type="http://schemas.openxmlformats.org/officeDocument/2006/relationships/image" Target="../media/image513.png"/><Relationship Id="rId242" Type="http://schemas.openxmlformats.org/officeDocument/2006/relationships/customXml" Target="../ink/ink523.xml"/><Relationship Id="rId263" Type="http://schemas.openxmlformats.org/officeDocument/2006/relationships/image" Target="../media/image534.png"/><Relationship Id="rId284" Type="http://schemas.openxmlformats.org/officeDocument/2006/relationships/customXml" Target="../ink/ink544.xml"/><Relationship Id="rId37" Type="http://schemas.openxmlformats.org/officeDocument/2006/relationships/image" Target="../media/image421.png"/><Relationship Id="rId58" Type="http://schemas.openxmlformats.org/officeDocument/2006/relationships/customXml" Target="../ink/ink431.xml"/><Relationship Id="rId79" Type="http://schemas.openxmlformats.org/officeDocument/2006/relationships/image" Target="../media/image442.png"/><Relationship Id="rId102" Type="http://schemas.openxmlformats.org/officeDocument/2006/relationships/customXml" Target="../ink/ink453.xml"/><Relationship Id="rId123" Type="http://schemas.openxmlformats.org/officeDocument/2006/relationships/image" Target="../media/image464.png"/><Relationship Id="rId144" Type="http://schemas.openxmlformats.org/officeDocument/2006/relationships/customXml" Target="../ink/ink474.xml"/><Relationship Id="rId90" Type="http://schemas.openxmlformats.org/officeDocument/2006/relationships/customXml" Target="../ink/ink447.xml"/><Relationship Id="rId165" Type="http://schemas.openxmlformats.org/officeDocument/2006/relationships/image" Target="../media/image485.png"/><Relationship Id="rId186" Type="http://schemas.openxmlformats.org/officeDocument/2006/relationships/customXml" Target="../ink/ink495.xml"/><Relationship Id="rId211" Type="http://schemas.openxmlformats.org/officeDocument/2006/relationships/image" Target="../media/image508.png"/><Relationship Id="rId232" Type="http://schemas.openxmlformats.org/officeDocument/2006/relationships/customXml" Target="../ink/ink518.xml"/><Relationship Id="rId253" Type="http://schemas.openxmlformats.org/officeDocument/2006/relationships/image" Target="../media/image529.png"/><Relationship Id="rId274" Type="http://schemas.openxmlformats.org/officeDocument/2006/relationships/customXml" Target="../ink/ink539.xml"/><Relationship Id="rId295" Type="http://schemas.openxmlformats.org/officeDocument/2006/relationships/image" Target="../media/image549.png"/><Relationship Id="rId27" Type="http://schemas.openxmlformats.org/officeDocument/2006/relationships/image" Target="../media/image416.png"/><Relationship Id="rId48" Type="http://schemas.openxmlformats.org/officeDocument/2006/relationships/customXml" Target="../ink/ink426.xml"/><Relationship Id="rId69" Type="http://schemas.openxmlformats.org/officeDocument/2006/relationships/image" Target="../media/image437.png"/><Relationship Id="rId113" Type="http://schemas.openxmlformats.org/officeDocument/2006/relationships/image" Target="../media/image459.png"/><Relationship Id="rId134" Type="http://schemas.openxmlformats.org/officeDocument/2006/relationships/customXml" Target="../ink/ink469.xml"/><Relationship Id="rId80" Type="http://schemas.openxmlformats.org/officeDocument/2006/relationships/customXml" Target="../ink/ink442.xml"/><Relationship Id="rId155" Type="http://schemas.openxmlformats.org/officeDocument/2006/relationships/image" Target="../media/image480.png"/><Relationship Id="rId176" Type="http://schemas.openxmlformats.org/officeDocument/2006/relationships/customXml" Target="../ink/ink490.xml"/><Relationship Id="rId197" Type="http://schemas.openxmlformats.org/officeDocument/2006/relationships/image" Target="../media/image501.png"/><Relationship Id="rId201" Type="http://schemas.openxmlformats.org/officeDocument/2006/relationships/image" Target="../media/image503.png"/><Relationship Id="rId222" Type="http://schemas.openxmlformats.org/officeDocument/2006/relationships/customXml" Target="../ink/ink513.xml"/><Relationship Id="rId243" Type="http://schemas.openxmlformats.org/officeDocument/2006/relationships/image" Target="../media/image524.png"/><Relationship Id="rId264" Type="http://schemas.openxmlformats.org/officeDocument/2006/relationships/customXml" Target="../ink/ink534.xml"/><Relationship Id="rId285" Type="http://schemas.openxmlformats.org/officeDocument/2006/relationships/image" Target="../media/image545.png"/><Relationship Id="rId17" Type="http://schemas.openxmlformats.org/officeDocument/2006/relationships/image" Target="../media/image411.png"/><Relationship Id="rId38" Type="http://schemas.openxmlformats.org/officeDocument/2006/relationships/customXml" Target="../ink/ink421.xml"/><Relationship Id="rId59" Type="http://schemas.openxmlformats.org/officeDocument/2006/relationships/image" Target="../media/image432.png"/><Relationship Id="rId103" Type="http://schemas.openxmlformats.org/officeDocument/2006/relationships/image" Target="../media/image454.png"/><Relationship Id="rId124" Type="http://schemas.openxmlformats.org/officeDocument/2006/relationships/customXml" Target="../ink/ink464.xml"/><Relationship Id="rId70" Type="http://schemas.openxmlformats.org/officeDocument/2006/relationships/customXml" Target="../ink/ink437.xml"/><Relationship Id="rId91" Type="http://schemas.openxmlformats.org/officeDocument/2006/relationships/image" Target="../media/image448.png"/><Relationship Id="rId145" Type="http://schemas.openxmlformats.org/officeDocument/2006/relationships/image" Target="../media/image475.png"/><Relationship Id="rId166" Type="http://schemas.openxmlformats.org/officeDocument/2006/relationships/customXml" Target="../ink/ink485.xml"/><Relationship Id="rId187" Type="http://schemas.openxmlformats.org/officeDocument/2006/relationships/image" Target="../media/image496.png"/><Relationship Id="rId1" Type="http://schemas.openxmlformats.org/officeDocument/2006/relationships/slideLayout" Target="../slideLayouts/slideLayout7.xml"/><Relationship Id="rId212" Type="http://schemas.openxmlformats.org/officeDocument/2006/relationships/customXml" Target="../ink/ink508.xml"/><Relationship Id="rId233" Type="http://schemas.openxmlformats.org/officeDocument/2006/relationships/image" Target="../media/image519.png"/><Relationship Id="rId254" Type="http://schemas.openxmlformats.org/officeDocument/2006/relationships/customXml" Target="../ink/ink529.xml"/><Relationship Id="rId28" Type="http://schemas.openxmlformats.org/officeDocument/2006/relationships/customXml" Target="../ink/ink416.xml"/><Relationship Id="rId49" Type="http://schemas.openxmlformats.org/officeDocument/2006/relationships/image" Target="../media/image427.png"/><Relationship Id="rId114" Type="http://schemas.openxmlformats.org/officeDocument/2006/relationships/customXml" Target="../ink/ink459.xml"/><Relationship Id="rId275" Type="http://schemas.openxmlformats.org/officeDocument/2006/relationships/image" Target="../media/image540.png"/><Relationship Id="rId296" Type="http://schemas.openxmlformats.org/officeDocument/2006/relationships/customXml" Target="../ink/ink550.xml"/><Relationship Id="rId300" Type="http://schemas.openxmlformats.org/officeDocument/2006/relationships/customXml" Target="../ink/ink552.xml"/><Relationship Id="rId60" Type="http://schemas.openxmlformats.org/officeDocument/2006/relationships/customXml" Target="../ink/ink432.xml"/><Relationship Id="rId81" Type="http://schemas.openxmlformats.org/officeDocument/2006/relationships/image" Target="../media/image443.png"/><Relationship Id="rId135" Type="http://schemas.openxmlformats.org/officeDocument/2006/relationships/image" Target="../media/image470.png"/><Relationship Id="rId156" Type="http://schemas.openxmlformats.org/officeDocument/2006/relationships/customXml" Target="../ink/ink480.xml"/><Relationship Id="rId177" Type="http://schemas.openxmlformats.org/officeDocument/2006/relationships/image" Target="../media/image491.png"/><Relationship Id="rId198" Type="http://schemas.openxmlformats.org/officeDocument/2006/relationships/customXml" Target="../ink/ink501.xml"/><Relationship Id="rId202" Type="http://schemas.openxmlformats.org/officeDocument/2006/relationships/customXml" Target="../ink/ink503.xml"/><Relationship Id="rId223" Type="http://schemas.openxmlformats.org/officeDocument/2006/relationships/image" Target="../media/image514.png"/><Relationship Id="rId244" Type="http://schemas.openxmlformats.org/officeDocument/2006/relationships/customXml" Target="../ink/ink524.xml"/><Relationship Id="rId18" Type="http://schemas.openxmlformats.org/officeDocument/2006/relationships/customXml" Target="../ink/ink411.xml"/><Relationship Id="rId39" Type="http://schemas.openxmlformats.org/officeDocument/2006/relationships/image" Target="../media/image422.png"/><Relationship Id="rId265" Type="http://schemas.openxmlformats.org/officeDocument/2006/relationships/image" Target="../media/image535.png"/><Relationship Id="rId286" Type="http://schemas.openxmlformats.org/officeDocument/2006/relationships/customXml" Target="../ink/ink545.xml"/><Relationship Id="rId50" Type="http://schemas.openxmlformats.org/officeDocument/2006/relationships/customXml" Target="../ink/ink427.xml"/><Relationship Id="rId104" Type="http://schemas.openxmlformats.org/officeDocument/2006/relationships/customXml" Target="../ink/ink454.xml"/><Relationship Id="rId125" Type="http://schemas.openxmlformats.org/officeDocument/2006/relationships/image" Target="../media/image465.png"/><Relationship Id="rId146" Type="http://schemas.openxmlformats.org/officeDocument/2006/relationships/customXml" Target="../ink/ink475.xml"/><Relationship Id="rId167" Type="http://schemas.openxmlformats.org/officeDocument/2006/relationships/image" Target="../media/image486.png"/><Relationship Id="rId188" Type="http://schemas.openxmlformats.org/officeDocument/2006/relationships/customXml" Target="../ink/ink496.xml"/><Relationship Id="rId71" Type="http://schemas.openxmlformats.org/officeDocument/2006/relationships/image" Target="../media/image438.png"/><Relationship Id="rId92" Type="http://schemas.openxmlformats.org/officeDocument/2006/relationships/customXml" Target="../ink/ink448.xml"/><Relationship Id="rId213" Type="http://schemas.openxmlformats.org/officeDocument/2006/relationships/image" Target="../media/image509.png"/><Relationship Id="rId234" Type="http://schemas.openxmlformats.org/officeDocument/2006/relationships/customXml" Target="../ink/ink519.xml"/><Relationship Id="rId2" Type="http://schemas.openxmlformats.org/officeDocument/2006/relationships/customXml" Target="../ink/ink403.xml"/><Relationship Id="rId29" Type="http://schemas.openxmlformats.org/officeDocument/2006/relationships/image" Target="../media/image417.png"/><Relationship Id="rId255" Type="http://schemas.openxmlformats.org/officeDocument/2006/relationships/image" Target="../media/image530.png"/><Relationship Id="rId276" Type="http://schemas.openxmlformats.org/officeDocument/2006/relationships/customXml" Target="../ink/ink540.xml"/><Relationship Id="rId297" Type="http://schemas.openxmlformats.org/officeDocument/2006/relationships/image" Target="../media/image550.png"/><Relationship Id="rId40" Type="http://schemas.openxmlformats.org/officeDocument/2006/relationships/customXml" Target="../ink/ink422.xml"/><Relationship Id="rId115" Type="http://schemas.openxmlformats.org/officeDocument/2006/relationships/image" Target="../media/image460.png"/><Relationship Id="rId136" Type="http://schemas.openxmlformats.org/officeDocument/2006/relationships/customXml" Target="../ink/ink470.xml"/><Relationship Id="rId157" Type="http://schemas.openxmlformats.org/officeDocument/2006/relationships/image" Target="../media/image481.png"/><Relationship Id="rId178" Type="http://schemas.openxmlformats.org/officeDocument/2006/relationships/customXml" Target="../ink/ink491.xml"/><Relationship Id="rId301" Type="http://schemas.openxmlformats.org/officeDocument/2006/relationships/image" Target="../media/image552.png"/><Relationship Id="rId61" Type="http://schemas.openxmlformats.org/officeDocument/2006/relationships/image" Target="../media/image433.png"/><Relationship Id="rId82" Type="http://schemas.openxmlformats.org/officeDocument/2006/relationships/customXml" Target="../ink/ink443.xml"/><Relationship Id="rId199" Type="http://schemas.openxmlformats.org/officeDocument/2006/relationships/image" Target="../media/image502.png"/><Relationship Id="rId203" Type="http://schemas.openxmlformats.org/officeDocument/2006/relationships/image" Target="../media/image504.png"/><Relationship Id="rId19" Type="http://schemas.openxmlformats.org/officeDocument/2006/relationships/image" Target="../media/image412.png"/><Relationship Id="rId224" Type="http://schemas.openxmlformats.org/officeDocument/2006/relationships/customXml" Target="../ink/ink514.xml"/><Relationship Id="rId245" Type="http://schemas.openxmlformats.org/officeDocument/2006/relationships/image" Target="../media/image525.png"/><Relationship Id="rId266" Type="http://schemas.openxmlformats.org/officeDocument/2006/relationships/customXml" Target="../ink/ink535.xml"/><Relationship Id="rId287" Type="http://schemas.openxmlformats.org/officeDocument/2006/relationships/image" Target="../media/image546.png"/><Relationship Id="rId30" Type="http://schemas.openxmlformats.org/officeDocument/2006/relationships/customXml" Target="../ink/ink417.xml"/><Relationship Id="rId105" Type="http://schemas.openxmlformats.org/officeDocument/2006/relationships/image" Target="../media/image455.png"/><Relationship Id="rId126" Type="http://schemas.openxmlformats.org/officeDocument/2006/relationships/customXml" Target="../ink/ink465.xml"/><Relationship Id="rId147" Type="http://schemas.openxmlformats.org/officeDocument/2006/relationships/image" Target="../media/image476.png"/><Relationship Id="rId168" Type="http://schemas.openxmlformats.org/officeDocument/2006/relationships/customXml" Target="../ink/ink486.xml"/><Relationship Id="rId51" Type="http://schemas.openxmlformats.org/officeDocument/2006/relationships/image" Target="../media/image428.png"/><Relationship Id="rId72" Type="http://schemas.openxmlformats.org/officeDocument/2006/relationships/customXml" Target="../ink/ink438.xml"/><Relationship Id="rId93" Type="http://schemas.openxmlformats.org/officeDocument/2006/relationships/image" Target="../media/image449.png"/><Relationship Id="rId189" Type="http://schemas.openxmlformats.org/officeDocument/2006/relationships/image" Target="../media/image497.png"/><Relationship Id="rId3" Type="http://schemas.openxmlformats.org/officeDocument/2006/relationships/image" Target="../media/image404.png"/><Relationship Id="rId214" Type="http://schemas.openxmlformats.org/officeDocument/2006/relationships/customXml" Target="../ink/ink509.xml"/><Relationship Id="rId235" Type="http://schemas.openxmlformats.org/officeDocument/2006/relationships/image" Target="../media/image520.png"/><Relationship Id="rId256" Type="http://schemas.openxmlformats.org/officeDocument/2006/relationships/customXml" Target="../ink/ink530.xml"/><Relationship Id="rId277" Type="http://schemas.openxmlformats.org/officeDocument/2006/relationships/image" Target="../media/image541.png"/><Relationship Id="rId298" Type="http://schemas.openxmlformats.org/officeDocument/2006/relationships/customXml" Target="../ink/ink551.xml"/><Relationship Id="rId116" Type="http://schemas.openxmlformats.org/officeDocument/2006/relationships/customXml" Target="../ink/ink460.xml"/><Relationship Id="rId137" Type="http://schemas.openxmlformats.org/officeDocument/2006/relationships/image" Target="../media/image471.png"/><Relationship Id="rId158" Type="http://schemas.openxmlformats.org/officeDocument/2006/relationships/customXml" Target="../ink/ink481.xml"/><Relationship Id="rId302" Type="http://schemas.openxmlformats.org/officeDocument/2006/relationships/customXml" Target="../ink/ink553.xml"/><Relationship Id="rId20" Type="http://schemas.openxmlformats.org/officeDocument/2006/relationships/customXml" Target="../ink/ink412.xml"/><Relationship Id="rId41" Type="http://schemas.openxmlformats.org/officeDocument/2006/relationships/image" Target="../media/image423.png"/><Relationship Id="rId62" Type="http://schemas.openxmlformats.org/officeDocument/2006/relationships/customXml" Target="../ink/ink433.xml"/><Relationship Id="rId83" Type="http://schemas.openxmlformats.org/officeDocument/2006/relationships/image" Target="../media/image444.png"/><Relationship Id="rId179" Type="http://schemas.openxmlformats.org/officeDocument/2006/relationships/image" Target="../media/image492.png"/><Relationship Id="rId190" Type="http://schemas.openxmlformats.org/officeDocument/2006/relationships/customXml" Target="../ink/ink497.xml"/><Relationship Id="rId204" Type="http://schemas.openxmlformats.org/officeDocument/2006/relationships/customXml" Target="../ink/ink504.xml"/><Relationship Id="rId225" Type="http://schemas.openxmlformats.org/officeDocument/2006/relationships/image" Target="../media/image515.png"/><Relationship Id="rId246" Type="http://schemas.openxmlformats.org/officeDocument/2006/relationships/customXml" Target="../ink/ink525.xml"/><Relationship Id="rId267" Type="http://schemas.openxmlformats.org/officeDocument/2006/relationships/image" Target="../media/image536.png"/><Relationship Id="rId288" Type="http://schemas.openxmlformats.org/officeDocument/2006/relationships/customXml" Target="../ink/ink546.xml"/><Relationship Id="rId106" Type="http://schemas.openxmlformats.org/officeDocument/2006/relationships/customXml" Target="../ink/ink455.xml"/><Relationship Id="rId127" Type="http://schemas.openxmlformats.org/officeDocument/2006/relationships/image" Target="../media/image466.png"/><Relationship Id="rId10" Type="http://schemas.openxmlformats.org/officeDocument/2006/relationships/customXml" Target="../ink/ink407.xml"/><Relationship Id="rId31" Type="http://schemas.openxmlformats.org/officeDocument/2006/relationships/image" Target="../media/image418.png"/><Relationship Id="rId52" Type="http://schemas.openxmlformats.org/officeDocument/2006/relationships/customXml" Target="../ink/ink428.xml"/><Relationship Id="rId73" Type="http://schemas.openxmlformats.org/officeDocument/2006/relationships/image" Target="../media/image439.png"/><Relationship Id="rId94" Type="http://schemas.openxmlformats.org/officeDocument/2006/relationships/customXml" Target="../ink/ink449.xml"/><Relationship Id="rId148" Type="http://schemas.openxmlformats.org/officeDocument/2006/relationships/customXml" Target="../ink/ink476.xml"/><Relationship Id="rId169" Type="http://schemas.openxmlformats.org/officeDocument/2006/relationships/image" Target="../media/image487.png"/><Relationship Id="rId4" Type="http://schemas.openxmlformats.org/officeDocument/2006/relationships/customXml" Target="../ink/ink404.xml"/><Relationship Id="rId180" Type="http://schemas.openxmlformats.org/officeDocument/2006/relationships/customXml" Target="../ink/ink492.xml"/><Relationship Id="rId215" Type="http://schemas.openxmlformats.org/officeDocument/2006/relationships/image" Target="../media/image510.png"/><Relationship Id="rId236" Type="http://schemas.openxmlformats.org/officeDocument/2006/relationships/customXml" Target="../ink/ink520.xml"/><Relationship Id="rId257" Type="http://schemas.openxmlformats.org/officeDocument/2006/relationships/image" Target="../media/image531.png"/><Relationship Id="rId278" Type="http://schemas.openxmlformats.org/officeDocument/2006/relationships/customXml" Target="../ink/ink541.xml"/><Relationship Id="rId303" Type="http://schemas.openxmlformats.org/officeDocument/2006/relationships/image" Target="../media/image553.png"/><Relationship Id="rId42" Type="http://schemas.openxmlformats.org/officeDocument/2006/relationships/customXml" Target="../ink/ink423.xml"/><Relationship Id="rId84" Type="http://schemas.openxmlformats.org/officeDocument/2006/relationships/customXml" Target="../ink/ink444.xml"/><Relationship Id="rId138" Type="http://schemas.openxmlformats.org/officeDocument/2006/relationships/customXml" Target="../ink/ink471.xml"/><Relationship Id="rId191" Type="http://schemas.openxmlformats.org/officeDocument/2006/relationships/image" Target="../media/image498.png"/><Relationship Id="rId205" Type="http://schemas.openxmlformats.org/officeDocument/2006/relationships/image" Target="../media/image505.png"/><Relationship Id="rId247" Type="http://schemas.openxmlformats.org/officeDocument/2006/relationships/image" Target="../media/image526.png"/><Relationship Id="rId107" Type="http://schemas.openxmlformats.org/officeDocument/2006/relationships/image" Target="../media/image456.png"/><Relationship Id="rId289" Type="http://schemas.openxmlformats.org/officeDocument/2006/relationships/image" Target="../media/image547.png"/><Relationship Id="rId11" Type="http://schemas.openxmlformats.org/officeDocument/2006/relationships/image" Target="../media/image408.png"/><Relationship Id="rId53" Type="http://schemas.openxmlformats.org/officeDocument/2006/relationships/image" Target="../media/image429.png"/><Relationship Id="rId149" Type="http://schemas.openxmlformats.org/officeDocument/2006/relationships/image" Target="../media/image477.png"/><Relationship Id="rId95" Type="http://schemas.openxmlformats.org/officeDocument/2006/relationships/image" Target="../media/image450.png"/><Relationship Id="rId160" Type="http://schemas.openxmlformats.org/officeDocument/2006/relationships/customXml" Target="../ink/ink482.xml"/><Relationship Id="rId216" Type="http://schemas.openxmlformats.org/officeDocument/2006/relationships/customXml" Target="../ink/ink510.xml"/><Relationship Id="rId258" Type="http://schemas.openxmlformats.org/officeDocument/2006/relationships/customXml" Target="../ink/ink531.xml"/><Relationship Id="rId22" Type="http://schemas.openxmlformats.org/officeDocument/2006/relationships/customXml" Target="../ink/ink413.xml"/><Relationship Id="rId64" Type="http://schemas.openxmlformats.org/officeDocument/2006/relationships/customXml" Target="../ink/ink434.xml"/><Relationship Id="rId118" Type="http://schemas.openxmlformats.org/officeDocument/2006/relationships/customXml" Target="../ink/ink461.xml"/><Relationship Id="rId171" Type="http://schemas.openxmlformats.org/officeDocument/2006/relationships/image" Target="../media/image488.png"/><Relationship Id="rId227" Type="http://schemas.openxmlformats.org/officeDocument/2006/relationships/image" Target="../media/image516.png"/><Relationship Id="rId269" Type="http://schemas.openxmlformats.org/officeDocument/2006/relationships/image" Target="../media/image537.png"/><Relationship Id="rId33" Type="http://schemas.openxmlformats.org/officeDocument/2006/relationships/image" Target="../media/image419.png"/><Relationship Id="rId129" Type="http://schemas.openxmlformats.org/officeDocument/2006/relationships/image" Target="../media/image467.png"/><Relationship Id="rId280" Type="http://schemas.openxmlformats.org/officeDocument/2006/relationships/customXml" Target="../ink/ink542.xml"/><Relationship Id="rId75" Type="http://schemas.openxmlformats.org/officeDocument/2006/relationships/image" Target="../media/image440.png"/><Relationship Id="rId140" Type="http://schemas.openxmlformats.org/officeDocument/2006/relationships/customXml" Target="../ink/ink472.xml"/><Relationship Id="rId182" Type="http://schemas.openxmlformats.org/officeDocument/2006/relationships/customXml" Target="../ink/ink493.xml"/><Relationship Id="rId6" Type="http://schemas.openxmlformats.org/officeDocument/2006/relationships/customXml" Target="../ink/ink405.xml"/><Relationship Id="rId238" Type="http://schemas.openxmlformats.org/officeDocument/2006/relationships/customXml" Target="../ink/ink5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5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5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5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97AD-C529-07CC-2F63-111DBCBFA8B2}"/>
              </a:ext>
            </a:extLst>
          </p:cNvPr>
          <p:cNvSpPr>
            <a:spLocks noGrp="1"/>
          </p:cNvSpPr>
          <p:nvPr>
            <p:ph type="ctrTitle"/>
          </p:nvPr>
        </p:nvSpPr>
        <p:spPr/>
        <p:txBody>
          <a:bodyPr>
            <a:normAutofit/>
          </a:bodyPr>
          <a:lstStyle/>
          <a:p>
            <a:r>
              <a:rPr lang="en-US" sz="4800" b="1" dirty="0"/>
              <a:t>Apoptosis</a:t>
            </a:r>
          </a:p>
        </p:txBody>
      </p:sp>
      <p:sp>
        <p:nvSpPr>
          <p:cNvPr id="3" name="Subtitle 2">
            <a:extLst>
              <a:ext uri="{FF2B5EF4-FFF2-40B4-BE49-F238E27FC236}">
                <a16:creationId xmlns:a16="http://schemas.microsoft.com/office/drawing/2014/main" id="{CE9E8FDC-A207-7976-72B5-0327516B481D}"/>
              </a:ext>
            </a:extLst>
          </p:cNvPr>
          <p:cNvSpPr>
            <a:spLocks noGrp="1"/>
          </p:cNvSpPr>
          <p:nvPr>
            <p:ph type="subTitle" idx="1"/>
          </p:nvPr>
        </p:nvSpPr>
        <p:spPr>
          <a:xfrm>
            <a:off x="1524000" y="3781148"/>
            <a:ext cx="9144000" cy="1780666"/>
          </a:xfrm>
        </p:spPr>
        <p:txBody>
          <a:bodyPr>
            <a:normAutofit fontScale="62500" lnSpcReduction="20000"/>
          </a:bodyPr>
          <a:lstStyle/>
          <a:p>
            <a:r>
              <a:rPr lang="en-US" sz="2500" dirty="0">
                <a:latin typeface="Times New Roman" panose="02020603050405020304" pitchFamily="18" charset="0"/>
                <a:cs typeface="Times New Roman" panose="02020603050405020304" pitchFamily="18" charset="0"/>
              </a:rPr>
              <a:t>Date: 01-10-2025</a:t>
            </a:r>
          </a:p>
          <a:p>
            <a:r>
              <a:rPr lang="en-US" sz="2500" dirty="0">
                <a:latin typeface="Times New Roman" panose="02020603050405020304" pitchFamily="18" charset="0"/>
                <a:cs typeface="Times New Roman" panose="02020603050405020304" pitchFamily="18" charset="0"/>
              </a:rPr>
              <a:t>Dr. Yerra Vishnu Akhil Raj Kumar </a:t>
            </a:r>
          </a:p>
          <a:p>
            <a:r>
              <a:rPr lang="en-US" sz="2500" dirty="0">
                <a:latin typeface="Times New Roman" panose="02020603050405020304" pitchFamily="18" charset="0"/>
                <a:cs typeface="Times New Roman" panose="02020603050405020304" pitchFamily="18" charset="0"/>
              </a:rPr>
              <a:t>Senior Resident, AIIMS </a:t>
            </a:r>
            <a:r>
              <a:rPr lang="en-US" sz="2500" dirty="0" err="1">
                <a:latin typeface="Times New Roman" panose="02020603050405020304" pitchFamily="18" charset="0"/>
                <a:cs typeface="Times New Roman" panose="02020603050405020304" pitchFamily="18" charset="0"/>
              </a:rPr>
              <a:t>Bibinagar</a:t>
            </a:r>
            <a:endParaRPr lang="en-US"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MBBS- AIIMS Patna</a:t>
            </a:r>
          </a:p>
          <a:p>
            <a:r>
              <a:rPr lang="en-US" sz="2500" dirty="0">
                <a:latin typeface="Times New Roman" panose="02020603050405020304" pitchFamily="18" charset="0"/>
                <a:cs typeface="Times New Roman" panose="02020603050405020304" pitchFamily="18" charset="0"/>
              </a:rPr>
              <a:t>Bio-Design Fellow- IIT Hyderabad</a:t>
            </a:r>
          </a:p>
          <a:p>
            <a:r>
              <a:rPr lang="en-US" sz="2500" dirty="0">
                <a:latin typeface="Times New Roman" panose="02020603050405020304" pitchFamily="18" charset="0"/>
                <a:cs typeface="Times New Roman" panose="02020603050405020304" pitchFamily="18" charset="0"/>
              </a:rPr>
              <a:t>MD Physiology- AIIMS Raipur</a:t>
            </a:r>
          </a:p>
          <a:p>
            <a:endParaRPr lang="en-US" dirty="0"/>
          </a:p>
        </p:txBody>
      </p:sp>
    </p:spTree>
    <p:extLst>
      <p:ext uri="{BB962C8B-B14F-4D97-AF65-F5344CB8AC3E}">
        <p14:creationId xmlns:p14="http://schemas.microsoft.com/office/powerpoint/2010/main" val="187157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B820-9BDD-6C38-D0AE-89A1750DE7EE}"/>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8DFCAC8-48F9-FACF-E62D-F617886B0A52}"/>
              </a:ext>
            </a:extLst>
          </p:cNvPr>
          <p:cNvSpPr>
            <a:spLocks noGrp="1"/>
          </p:cNvSpPr>
          <p:nvPr>
            <p:ph idx="1"/>
          </p:nvPr>
        </p:nvSpPr>
        <p:spPr/>
        <p:txBody>
          <a:bodyPr/>
          <a:lstStyle/>
          <a:p>
            <a:r>
              <a:rPr lang="en-US" dirty="0"/>
              <a:t>Case Scenario</a:t>
            </a:r>
          </a:p>
          <a:p>
            <a:r>
              <a:rPr lang="en-US" dirty="0"/>
              <a:t>History</a:t>
            </a:r>
          </a:p>
          <a:p>
            <a:r>
              <a:rPr lang="en-US" dirty="0"/>
              <a:t>Apoptosis and Necrosis</a:t>
            </a:r>
          </a:p>
          <a:p>
            <a:r>
              <a:rPr lang="en-US" dirty="0"/>
              <a:t>Extrinsic and Intrinsic pathways</a:t>
            </a:r>
          </a:p>
          <a:p>
            <a:r>
              <a:rPr lang="en-US" dirty="0"/>
              <a:t>Recent Advances</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862728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FD0CF-E1FB-96A8-3424-BC597DE9D5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B68F71-4371-E214-BF7D-888AE2A286B2}"/>
              </a:ext>
            </a:extLst>
          </p:cNvPr>
          <p:cNvSpPr>
            <a:spLocks noGrp="1"/>
          </p:cNvSpPr>
          <p:nvPr>
            <p:ph type="title"/>
          </p:nvPr>
        </p:nvSpPr>
        <p:spPr>
          <a:xfrm>
            <a:off x="838200" y="2766218"/>
            <a:ext cx="10515600" cy="1325563"/>
          </a:xfrm>
        </p:spPr>
        <p:txBody>
          <a:bodyPr>
            <a:normAutofit/>
          </a:bodyPr>
          <a:lstStyle/>
          <a:p>
            <a:pPr algn="ctr"/>
            <a:r>
              <a:rPr lang="en-US" sz="4800" b="1" dirty="0"/>
              <a:t>Case Scenarios</a:t>
            </a:r>
          </a:p>
        </p:txBody>
      </p:sp>
    </p:spTree>
    <p:extLst>
      <p:ext uri="{BB962C8B-B14F-4D97-AF65-F5344CB8AC3E}">
        <p14:creationId xmlns:p14="http://schemas.microsoft.com/office/powerpoint/2010/main" val="2620365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13EA7C-0D67-4E73-1BC7-BFC46336CCE3}"/>
              </a:ext>
            </a:extLst>
          </p:cNvPr>
          <p:cNvSpPr>
            <a:spLocks noGrp="1"/>
          </p:cNvSpPr>
          <p:nvPr>
            <p:ph type="title"/>
          </p:nvPr>
        </p:nvSpPr>
        <p:spPr/>
        <p:txBody>
          <a:bodyPr/>
          <a:lstStyle/>
          <a:p>
            <a:r>
              <a:rPr lang="en-US" dirty="0"/>
              <a:t> </a:t>
            </a:r>
          </a:p>
        </p:txBody>
      </p:sp>
      <p:sp>
        <p:nvSpPr>
          <p:cNvPr id="4" name="Content Placeholder 3">
            <a:extLst>
              <a:ext uri="{FF2B5EF4-FFF2-40B4-BE49-F238E27FC236}">
                <a16:creationId xmlns:a16="http://schemas.microsoft.com/office/drawing/2014/main" id="{29855A11-2358-3468-653A-97B1F4519E71}"/>
              </a:ext>
            </a:extLst>
          </p:cNvPr>
          <p:cNvSpPr>
            <a:spLocks noGrp="1"/>
          </p:cNvSpPr>
          <p:nvPr>
            <p:ph idx="1"/>
          </p:nvPr>
        </p:nvSpPr>
        <p:spPr>
          <a:xfrm>
            <a:off x="292231" y="292232"/>
            <a:ext cx="11061569" cy="4345756"/>
          </a:xfrm>
        </p:spPr>
        <p:txBody>
          <a:bodyPr>
            <a:normAutofit fontScale="85000" lnSpcReduction="10000"/>
          </a:bodyPr>
          <a:lstStyle/>
          <a:p>
            <a:pPr marL="0" indent="0">
              <a:lnSpc>
                <a:spcPct val="170000"/>
              </a:lnSpc>
              <a:buNone/>
            </a:pPr>
            <a:r>
              <a:rPr lang="en-US" sz="2400" dirty="0"/>
              <a:t>A 52-year-old man presented with complaints of progressive fatigue, weight loss, and abdominal fullness. On examination, he was found to have splenomegaly, and a bone marrow biopsy confirmed chronic myeloid leukemia. He was started on standard chemotherapy. The effectiveness of many anticancer drugs depends on their ability to trigger apoptosis in malignant cells. Chemotherapeutic agents and radiation therapy induce DNA damage, and cells with intact apoptotic machinery undergo programmed cell death once the damage is irreparable. However, in cancer, mutations in tumor suppressor genes such as </a:t>
            </a:r>
            <a:r>
              <a:rPr lang="en-US" sz="2400" i="1" dirty="0"/>
              <a:t>p53</a:t>
            </a:r>
            <a:r>
              <a:rPr lang="en-US" sz="2400" dirty="0"/>
              <a:t> or overexpression of anti-apoptotic proteins like Bcl-2 allow malignant cells to evade apoptosis, leading to drug resistance and disease persistence.</a:t>
            </a:r>
          </a:p>
        </p:txBody>
      </p:sp>
    </p:spTree>
    <p:extLst>
      <p:ext uri="{BB962C8B-B14F-4D97-AF65-F5344CB8AC3E}">
        <p14:creationId xmlns:p14="http://schemas.microsoft.com/office/powerpoint/2010/main" val="381546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64D0B-E9F2-9667-9C1A-F08BF1D98F7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BC2A267-2FDA-9F4B-0C61-15677D5A091C}"/>
              </a:ext>
            </a:extLst>
          </p:cNvPr>
          <p:cNvSpPr>
            <a:spLocks noGrp="1"/>
          </p:cNvSpPr>
          <p:nvPr>
            <p:ph idx="1"/>
          </p:nvPr>
        </p:nvSpPr>
        <p:spPr>
          <a:xfrm>
            <a:off x="433633" y="365127"/>
            <a:ext cx="10920167" cy="4357702"/>
          </a:xfrm>
        </p:spPr>
        <p:txBody>
          <a:bodyPr>
            <a:normAutofit fontScale="70000" lnSpcReduction="20000"/>
          </a:bodyPr>
          <a:lstStyle/>
          <a:p>
            <a:pPr marL="0" indent="0">
              <a:lnSpc>
                <a:spcPct val="150000"/>
              </a:lnSpc>
              <a:buNone/>
            </a:pPr>
            <a:r>
              <a:rPr lang="en-US" dirty="0"/>
              <a:t>A 70-year-old woman presented with progressive memory loss, disorientation, and difficulty performing daily activities. Neuroimaging revealed cortical atrophy, and cerebrospinal fluid analysis showed reduced β-amyloid clearance. In Alzheimer’s disease, abnormal accumulation of β-amyloid plaques and tau protein tangles leads to oxidative stress, mitochondrial dysfunction, and activation of pro-apoptotic pathways in neurons. This results in gradual neuronal apoptosis, particularly in the hippocampus and cortex, causing progressive cognitive decline. Unlike necrosis, which is inflammatory and abrupt, the slow, regulated nature of apoptosis explains the insidious onset and chronic progression of symptoms. Therapies targeting amyloid or modulating apoptosis-related proteins (such as caspase inhibitors or mitochondrial stabilizers) are being explored to delay neuronal loss.</a:t>
            </a:r>
          </a:p>
        </p:txBody>
      </p:sp>
    </p:spTree>
    <p:extLst>
      <p:ext uri="{BB962C8B-B14F-4D97-AF65-F5344CB8AC3E}">
        <p14:creationId xmlns:p14="http://schemas.microsoft.com/office/powerpoint/2010/main" val="2604441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0275D4-AFA7-C6EE-B761-32F7B551F4FA}"/>
              </a:ext>
            </a:extLst>
          </p:cNvPr>
          <p:cNvSpPr>
            <a:spLocks noGrp="1"/>
          </p:cNvSpPr>
          <p:nvPr>
            <p:ph type="title"/>
          </p:nvPr>
        </p:nvSpPr>
        <p:spPr>
          <a:xfrm>
            <a:off x="838200" y="2766218"/>
            <a:ext cx="10515600" cy="1325563"/>
          </a:xfrm>
        </p:spPr>
        <p:txBody>
          <a:bodyPr>
            <a:normAutofit/>
          </a:bodyPr>
          <a:lstStyle/>
          <a:p>
            <a:pPr algn="ctr"/>
            <a:r>
              <a:rPr lang="en-US" sz="4800" b="1" dirty="0"/>
              <a:t>History</a:t>
            </a:r>
          </a:p>
        </p:txBody>
      </p:sp>
    </p:spTree>
    <p:extLst>
      <p:ext uri="{BB962C8B-B14F-4D97-AF65-F5344CB8AC3E}">
        <p14:creationId xmlns:p14="http://schemas.microsoft.com/office/powerpoint/2010/main" val="145682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E747A2-8F1D-3FA5-BE3C-760543BBF0AF}"/>
              </a:ext>
            </a:extLst>
          </p:cNvPr>
          <p:cNvSpPr>
            <a:spLocks noGrp="1"/>
          </p:cNvSpPr>
          <p:nvPr>
            <p:ph type="title"/>
          </p:nvPr>
        </p:nvSpPr>
        <p:spPr/>
        <p:txBody>
          <a:bodyPr/>
          <a:lstStyle/>
          <a:p>
            <a:r>
              <a:rPr lang="en-US" dirty="0"/>
              <a:t> </a:t>
            </a:r>
          </a:p>
        </p:txBody>
      </p:sp>
      <p:sp>
        <p:nvSpPr>
          <p:cNvPr id="5" name="Content Placeholder 4">
            <a:extLst>
              <a:ext uri="{FF2B5EF4-FFF2-40B4-BE49-F238E27FC236}">
                <a16:creationId xmlns:a16="http://schemas.microsoft.com/office/drawing/2014/main" id="{6D3E82E9-BF35-B661-057D-CE6A91F45962}"/>
              </a:ext>
            </a:extLst>
          </p:cNvPr>
          <p:cNvSpPr>
            <a:spLocks noGrp="1"/>
          </p:cNvSpPr>
          <p:nvPr>
            <p:ph idx="1"/>
          </p:nvPr>
        </p:nvSpPr>
        <p:spPr>
          <a:xfrm>
            <a:off x="838200" y="471340"/>
            <a:ext cx="10515600" cy="6127423"/>
          </a:xfrm>
        </p:spPr>
        <p:txBody>
          <a:bodyPr>
            <a:normAutofit fontScale="55000" lnSpcReduction="20000"/>
          </a:bodyPr>
          <a:lstStyle/>
          <a:p>
            <a:pPr>
              <a:lnSpc>
                <a:spcPct val="170000"/>
              </a:lnSpc>
            </a:pPr>
            <a:r>
              <a:rPr lang="en-US" b="1" dirty="0"/>
              <a:t>Carl Vogt (1842) </a:t>
            </a:r>
            <a:r>
              <a:rPr lang="en-US" dirty="0"/>
              <a:t>– First described programmed cell death in tadpole tail resorption.</a:t>
            </a:r>
          </a:p>
          <a:p>
            <a:pPr>
              <a:lnSpc>
                <a:spcPct val="170000"/>
              </a:lnSpc>
            </a:pPr>
            <a:r>
              <a:rPr lang="en-US" b="1" dirty="0"/>
              <a:t>Walther Flemming (1885) </a:t>
            </a:r>
            <a:r>
              <a:rPr lang="en-US" dirty="0"/>
              <a:t>– Observed “chromatin condensation and nuclear fragmentation” during normal tissue turnover; early light-microscopic description.</a:t>
            </a:r>
          </a:p>
          <a:p>
            <a:pPr>
              <a:lnSpc>
                <a:spcPct val="170000"/>
              </a:lnSpc>
            </a:pPr>
            <a:r>
              <a:rPr lang="en-US" b="1" dirty="0" err="1"/>
              <a:t>Glücksmann</a:t>
            </a:r>
            <a:r>
              <a:rPr lang="en-US" b="1" dirty="0"/>
              <a:t> (1951) </a:t>
            </a:r>
            <a:r>
              <a:rPr lang="en-US" dirty="0"/>
              <a:t>– Proposed cell death as a normal part of embryogenesis and tissue remodeling.</a:t>
            </a:r>
          </a:p>
          <a:p>
            <a:pPr>
              <a:lnSpc>
                <a:spcPct val="170000"/>
              </a:lnSpc>
            </a:pPr>
            <a:r>
              <a:rPr lang="en-US" b="1" dirty="0"/>
              <a:t>Kerr, Wyllie &amp; Currie (1972) </a:t>
            </a:r>
            <a:r>
              <a:rPr lang="en-US" dirty="0"/>
              <a:t>– Coined the term “apoptosis” (from Greek, “falling off,” like leaves from a tree) in their landmark paper; distinguished it from necrosis.</a:t>
            </a:r>
          </a:p>
          <a:p>
            <a:pPr>
              <a:lnSpc>
                <a:spcPct val="170000"/>
              </a:lnSpc>
            </a:pPr>
            <a:r>
              <a:rPr lang="en-US" b="1" dirty="0"/>
              <a:t>John Kerr (1970s–80s) </a:t>
            </a:r>
            <a:r>
              <a:rPr lang="en-US" dirty="0"/>
              <a:t>– Detailed morphological features of apoptosis.</a:t>
            </a:r>
          </a:p>
          <a:p>
            <a:pPr>
              <a:lnSpc>
                <a:spcPct val="170000"/>
              </a:lnSpc>
            </a:pPr>
            <a:r>
              <a:rPr lang="en-US" b="1" dirty="0"/>
              <a:t>Andrew Wyllie </a:t>
            </a:r>
            <a:r>
              <a:rPr lang="en-US" dirty="0"/>
              <a:t>– Described the biochemical hallmarks (DNA fragmentation into nucleosome ladders).</a:t>
            </a:r>
          </a:p>
          <a:p>
            <a:pPr>
              <a:lnSpc>
                <a:spcPct val="170000"/>
              </a:lnSpc>
            </a:pPr>
            <a:r>
              <a:rPr lang="en-US" b="1" dirty="0"/>
              <a:t>Stanley Korsmeyer (1980s–1990s) </a:t>
            </a:r>
            <a:r>
              <a:rPr lang="en-US" dirty="0"/>
              <a:t>– Identified Bcl-2 family genes regulating apoptosis (anti-apoptotic vs pro-apoptotic).</a:t>
            </a:r>
          </a:p>
          <a:p>
            <a:pPr>
              <a:lnSpc>
                <a:spcPct val="170000"/>
              </a:lnSpc>
            </a:pPr>
            <a:r>
              <a:rPr lang="en-US" b="1" dirty="0"/>
              <a:t>Yoshinori Ohsumi (1990s) </a:t>
            </a:r>
            <a:r>
              <a:rPr lang="en-US" dirty="0"/>
              <a:t>– Studied autophagy but helped separate autophagic cell death from apoptosis.</a:t>
            </a:r>
          </a:p>
          <a:p>
            <a:pPr>
              <a:lnSpc>
                <a:spcPct val="170000"/>
              </a:lnSpc>
            </a:pPr>
            <a:r>
              <a:rPr lang="en-US" b="1" dirty="0"/>
              <a:t>Sydney Brenner, John Sulston, H. Robert Horvitz (2002 Nobel Prize) </a:t>
            </a:r>
            <a:r>
              <a:rPr lang="en-US" dirty="0"/>
              <a:t>– Discovered genetic control of apoptosis in C. elegans, including ced-3, ced-4, ced-9.</a:t>
            </a:r>
          </a:p>
        </p:txBody>
      </p:sp>
    </p:spTree>
    <p:extLst>
      <p:ext uri="{BB962C8B-B14F-4D97-AF65-F5344CB8AC3E}">
        <p14:creationId xmlns:p14="http://schemas.microsoft.com/office/powerpoint/2010/main" val="1227952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2E806-9C7A-57AD-C369-5B04ABCE06E9}"/>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1D2A43D-6FAF-BF21-4CAA-B494FEBDFE53}"/>
              </a:ext>
            </a:extLst>
          </p:cNvPr>
          <p:cNvPicPr>
            <a:picLocks noGrp="1" noChangeAspect="1"/>
          </p:cNvPicPr>
          <p:nvPr>
            <p:ph idx="1"/>
          </p:nvPr>
        </p:nvPicPr>
        <p:blipFill>
          <a:blip r:embed="rId2"/>
          <a:stretch>
            <a:fillRect/>
          </a:stretch>
        </p:blipFill>
        <p:spPr>
          <a:xfrm>
            <a:off x="4645554" y="1825625"/>
            <a:ext cx="2900892" cy="4351338"/>
          </a:xfrm>
          <a:prstGeom prst="rect">
            <a:avLst/>
          </a:prstGeom>
        </p:spPr>
      </p:pic>
    </p:spTree>
    <p:extLst>
      <p:ext uri="{BB962C8B-B14F-4D97-AF65-F5344CB8AC3E}">
        <p14:creationId xmlns:p14="http://schemas.microsoft.com/office/powerpoint/2010/main" val="1089064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FCC04-B047-F022-3E54-A781F0EA127A}"/>
              </a:ext>
            </a:extLst>
          </p:cNvPr>
          <p:cNvSpPr>
            <a:spLocks noGrp="1"/>
          </p:cNvSpPr>
          <p:nvPr>
            <p:ph type="title"/>
          </p:nvPr>
        </p:nvSpPr>
        <p:spPr/>
        <p:txBody>
          <a:bodyPr/>
          <a:lstStyle/>
          <a:p>
            <a:r>
              <a:rPr lang="en-US" dirty="0"/>
              <a:t> </a:t>
            </a:r>
          </a:p>
        </p:txBody>
      </p:sp>
      <p:pic>
        <p:nvPicPr>
          <p:cNvPr id="5" name="Content Placeholder 4">
            <a:extLst>
              <a:ext uri="{FF2B5EF4-FFF2-40B4-BE49-F238E27FC236}">
                <a16:creationId xmlns:a16="http://schemas.microsoft.com/office/drawing/2014/main" id="{72DB15EB-5A67-4918-C64A-3D4A3E27A5FF}"/>
              </a:ext>
            </a:extLst>
          </p:cNvPr>
          <p:cNvPicPr>
            <a:picLocks noGrp="1" noChangeAspect="1"/>
          </p:cNvPicPr>
          <p:nvPr>
            <p:ph idx="1"/>
          </p:nvPr>
        </p:nvPicPr>
        <p:blipFill>
          <a:blip r:embed="rId2"/>
          <a:stretch>
            <a:fillRect/>
          </a:stretch>
        </p:blipFill>
        <p:spPr>
          <a:xfrm>
            <a:off x="2603992" y="1825625"/>
            <a:ext cx="6984015" cy="4351338"/>
          </a:xfrm>
          <a:prstGeom prst="rect">
            <a:avLst/>
          </a:prstGeom>
        </p:spPr>
      </p:pic>
    </p:spTree>
    <p:extLst>
      <p:ext uri="{BB962C8B-B14F-4D97-AF65-F5344CB8AC3E}">
        <p14:creationId xmlns:p14="http://schemas.microsoft.com/office/powerpoint/2010/main" val="456138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49F8-9B24-566C-D3D7-4814420BEA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667FD8-77F6-B73E-13BE-3099FBF5E574}"/>
              </a:ext>
            </a:extLst>
          </p:cNvPr>
          <p:cNvSpPr>
            <a:spLocks noGrp="1"/>
          </p:cNvSpPr>
          <p:nvPr>
            <p:ph type="title"/>
          </p:nvPr>
        </p:nvSpPr>
        <p:spPr>
          <a:xfrm>
            <a:off x="838200" y="2766218"/>
            <a:ext cx="10515600" cy="1325563"/>
          </a:xfrm>
        </p:spPr>
        <p:txBody>
          <a:bodyPr>
            <a:normAutofit/>
          </a:bodyPr>
          <a:lstStyle/>
          <a:p>
            <a:pPr algn="ctr"/>
            <a:r>
              <a:rPr lang="en-US" sz="4800" b="1" dirty="0"/>
              <a:t>Apoptosis and Necrosis</a:t>
            </a:r>
          </a:p>
        </p:txBody>
      </p:sp>
    </p:spTree>
    <p:extLst>
      <p:ext uri="{BB962C8B-B14F-4D97-AF65-F5344CB8AC3E}">
        <p14:creationId xmlns:p14="http://schemas.microsoft.com/office/powerpoint/2010/main" val="1186131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D502B-DC02-4881-C757-BBE0FE08E618}"/>
              </a:ext>
            </a:extLst>
          </p:cNvPr>
          <p:cNvSpPr>
            <a:spLocks noGrp="1"/>
          </p:cNvSpPr>
          <p:nvPr>
            <p:ph type="title"/>
          </p:nvPr>
        </p:nvSpPr>
        <p:spPr/>
        <p:txBody>
          <a:bodyPr/>
          <a:lstStyle/>
          <a:p>
            <a:r>
              <a:rPr lang="en-US" dirty="0"/>
              <a:t> </a:t>
            </a:r>
          </a:p>
        </p:txBody>
      </p:sp>
      <p:graphicFrame>
        <p:nvGraphicFramePr>
          <p:cNvPr id="3" name="Table 2">
            <a:extLst>
              <a:ext uri="{FF2B5EF4-FFF2-40B4-BE49-F238E27FC236}">
                <a16:creationId xmlns:a16="http://schemas.microsoft.com/office/drawing/2014/main" id="{198BF77A-7DEA-7334-D5CC-673FBD3EEDC6}"/>
              </a:ext>
            </a:extLst>
          </p:cNvPr>
          <p:cNvGraphicFramePr>
            <a:graphicFrameLocks noGrp="1"/>
          </p:cNvGraphicFramePr>
          <p:nvPr>
            <p:extLst>
              <p:ext uri="{D42A27DB-BD31-4B8C-83A1-F6EECF244321}">
                <p14:modId xmlns:p14="http://schemas.microsoft.com/office/powerpoint/2010/main" val="346161560"/>
              </p:ext>
            </p:extLst>
          </p:nvPr>
        </p:nvGraphicFramePr>
        <p:xfrm>
          <a:off x="524758" y="546755"/>
          <a:ext cx="11142483" cy="5535944"/>
        </p:xfrm>
        <a:graphic>
          <a:graphicData uri="http://schemas.openxmlformats.org/drawingml/2006/table">
            <a:tbl>
              <a:tblPr>
                <a:tableStyleId>{616DA210-FB5B-4158-B5E0-FEB733F419BA}</a:tableStyleId>
              </a:tblPr>
              <a:tblGrid>
                <a:gridCol w="2774623">
                  <a:extLst>
                    <a:ext uri="{9D8B030D-6E8A-4147-A177-3AD203B41FA5}">
                      <a16:colId xmlns:a16="http://schemas.microsoft.com/office/drawing/2014/main" val="3065192966"/>
                    </a:ext>
                  </a:extLst>
                </a:gridCol>
                <a:gridCol w="4289196">
                  <a:extLst>
                    <a:ext uri="{9D8B030D-6E8A-4147-A177-3AD203B41FA5}">
                      <a16:colId xmlns:a16="http://schemas.microsoft.com/office/drawing/2014/main" val="1292622459"/>
                    </a:ext>
                  </a:extLst>
                </a:gridCol>
                <a:gridCol w="4078664">
                  <a:extLst>
                    <a:ext uri="{9D8B030D-6E8A-4147-A177-3AD203B41FA5}">
                      <a16:colId xmlns:a16="http://schemas.microsoft.com/office/drawing/2014/main" val="3642516552"/>
                    </a:ext>
                  </a:extLst>
                </a:gridCol>
              </a:tblGrid>
              <a:tr h="316339">
                <a:tc>
                  <a:txBody>
                    <a:bodyPr/>
                    <a:lstStyle/>
                    <a:p>
                      <a:pPr>
                        <a:buNone/>
                      </a:pPr>
                      <a:r>
                        <a:rPr lang="en-US" sz="1400" dirty="0"/>
                        <a:t>Feature</a:t>
                      </a:r>
                    </a:p>
                  </a:txBody>
                  <a:tcPr marL="62162" marR="62162" marT="31081" marB="31081" anchor="ctr"/>
                </a:tc>
                <a:tc>
                  <a:txBody>
                    <a:bodyPr/>
                    <a:lstStyle/>
                    <a:p>
                      <a:pPr>
                        <a:buNone/>
                      </a:pPr>
                      <a:r>
                        <a:rPr lang="en-US" sz="1400" b="1"/>
                        <a:t>Necrosis</a:t>
                      </a:r>
                      <a:endParaRPr lang="en-US" sz="1400"/>
                    </a:p>
                  </a:txBody>
                  <a:tcPr marL="62162" marR="62162" marT="31081" marB="31081" anchor="ctr"/>
                </a:tc>
                <a:tc>
                  <a:txBody>
                    <a:bodyPr/>
                    <a:lstStyle/>
                    <a:p>
                      <a:pPr>
                        <a:buNone/>
                      </a:pPr>
                      <a:r>
                        <a:rPr lang="en-US" sz="1400" b="1"/>
                        <a:t>Apoptosis</a:t>
                      </a:r>
                      <a:endParaRPr lang="en-US" sz="1400"/>
                    </a:p>
                  </a:txBody>
                  <a:tcPr marL="62162" marR="62162" marT="31081" marB="31081" anchor="ctr"/>
                </a:tc>
                <a:extLst>
                  <a:ext uri="{0D108BD9-81ED-4DB2-BD59-A6C34878D82A}">
                    <a16:rowId xmlns:a16="http://schemas.microsoft.com/office/drawing/2014/main" val="413616175"/>
                  </a:ext>
                </a:extLst>
              </a:tr>
              <a:tr h="1265357">
                <a:tc>
                  <a:txBody>
                    <a:bodyPr/>
                    <a:lstStyle/>
                    <a:p>
                      <a:pPr>
                        <a:buNone/>
                      </a:pPr>
                      <a:r>
                        <a:rPr lang="en-US" sz="1400" b="1"/>
                        <a:t>Cause</a:t>
                      </a:r>
                      <a:endParaRPr lang="en-US" sz="1400"/>
                    </a:p>
                  </a:txBody>
                  <a:tcPr marL="62162" marR="62162" marT="31081" marB="31081" anchor="ctr"/>
                </a:tc>
                <a:tc>
                  <a:txBody>
                    <a:bodyPr/>
                    <a:lstStyle/>
                    <a:p>
                      <a:pPr>
                        <a:buNone/>
                      </a:pPr>
                      <a:r>
                        <a:rPr lang="en-US" sz="1400"/>
                        <a:t>Always pathological (ischemia, toxins, infections, trauma)</a:t>
                      </a:r>
                    </a:p>
                  </a:txBody>
                  <a:tcPr marL="62162" marR="62162" marT="31081" marB="31081" anchor="ctr"/>
                </a:tc>
                <a:tc>
                  <a:txBody>
                    <a:bodyPr/>
                    <a:lstStyle/>
                    <a:p>
                      <a:pPr>
                        <a:buNone/>
                      </a:pPr>
                      <a:r>
                        <a:rPr lang="en-US" sz="1400"/>
                        <a:t>Physiological (embryogenesis, hormone withdrawal, immune regulation) or pathological (DNA damage, misfolded proteins, viral infection)</a:t>
                      </a:r>
                    </a:p>
                  </a:txBody>
                  <a:tcPr marL="62162" marR="62162" marT="31081" marB="31081" anchor="ctr"/>
                </a:tc>
                <a:extLst>
                  <a:ext uri="{0D108BD9-81ED-4DB2-BD59-A6C34878D82A}">
                    <a16:rowId xmlns:a16="http://schemas.microsoft.com/office/drawing/2014/main" val="1829019552"/>
                  </a:ext>
                </a:extLst>
              </a:tr>
              <a:tr h="316339">
                <a:tc>
                  <a:txBody>
                    <a:bodyPr/>
                    <a:lstStyle/>
                    <a:p>
                      <a:pPr>
                        <a:buNone/>
                      </a:pPr>
                      <a:r>
                        <a:rPr lang="en-US" sz="1400" b="1"/>
                        <a:t>Cell size</a:t>
                      </a:r>
                      <a:endParaRPr lang="en-US" sz="1400"/>
                    </a:p>
                  </a:txBody>
                  <a:tcPr marL="62162" marR="62162" marT="31081" marB="31081" anchor="ctr"/>
                </a:tc>
                <a:tc>
                  <a:txBody>
                    <a:bodyPr/>
                    <a:lstStyle/>
                    <a:p>
                      <a:pPr>
                        <a:buNone/>
                      </a:pPr>
                      <a:r>
                        <a:rPr lang="en-US" sz="1400"/>
                        <a:t>Enlarged (cell swelling)</a:t>
                      </a:r>
                    </a:p>
                  </a:txBody>
                  <a:tcPr marL="62162" marR="62162" marT="31081" marB="31081" anchor="ctr"/>
                </a:tc>
                <a:tc>
                  <a:txBody>
                    <a:bodyPr/>
                    <a:lstStyle/>
                    <a:p>
                      <a:pPr>
                        <a:buNone/>
                      </a:pPr>
                      <a:r>
                        <a:rPr lang="en-US" sz="1400"/>
                        <a:t>Reduced (cell shrinkage)</a:t>
                      </a:r>
                    </a:p>
                  </a:txBody>
                  <a:tcPr marL="62162" marR="62162" marT="31081" marB="31081" anchor="ctr"/>
                </a:tc>
                <a:extLst>
                  <a:ext uri="{0D108BD9-81ED-4DB2-BD59-A6C34878D82A}">
                    <a16:rowId xmlns:a16="http://schemas.microsoft.com/office/drawing/2014/main" val="3557251773"/>
                  </a:ext>
                </a:extLst>
              </a:tr>
              <a:tr h="553595">
                <a:tc>
                  <a:txBody>
                    <a:bodyPr/>
                    <a:lstStyle/>
                    <a:p>
                      <a:pPr>
                        <a:buNone/>
                      </a:pPr>
                      <a:r>
                        <a:rPr lang="en-US" sz="1400" b="1"/>
                        <a:t>Plasma membrane</a:t>
                      </a:r>
                      <a:endParaRPr lang="en-US" sz="1400"/>
                    </a:p>
                  </a:txBody>
                  <a:tcPr marL="62162" marR="62162" marT="31081" marB="31081" anchor="ctr"/>
                </a:tc>
                <a:tc>
                  <a:txBody>
                    <a:bodyPr/>
                    <a:lstStyle/>
                    <a:p>
                      <a:pPr>
                        <a:buNone/>
                      </a:pPr>
                      <a:r>
                        <a:rPr lang="en-US" sz="1400"/>
                        <a:t>Disrupted, contents leak out</a:t>
                      </a:r>
                    </a:p>
                  </a:txBody>
                  <a:tcPr marL="62162" marR="62162" marT="31081" marB="31081" anchor="ctr"/>
                </a:tc>
                <a:tc>
                  <a:txBody>
                    <a:bodyPr/>
                    <a:lstStyle/>
                    <a:p>
                      <a:pPr>
                        <a:buNone/>
                      </a:pPr>
                      <a:r>
                        <a:rPr lang="en-US" sz="1400"/>
                        <a:t>Intact but altered → blebbing, formation of apoptotic bodies</a:t>
                      </a:r>
                    </a:p>
                  </a:txBody>
                  <a:tcPr marL="62162" marR="62162" marT="31081" marB="31081" anchor="ctr"/>
                </a:tc>
                <a:extLst>
                  <a:ext uri="{0D108BD9-81ED-4DB2-BD59-A6C34878D82A}">
                    <a16:rowId xmlns:a16="http://schemas.microsoft.com/office/drawing/2014/main" val="4268625729"/>
                  </a:ext>
                </a:extLst>
              </a:tr>
              <a:tr h="553595">
                <a:tc>
                  <a:txBody>
                    <a:bodyPr/>
                    <a:lstStyle/>
                    <a:p>
                      <a:pPr>
                        <a:buNone/>
                      </a:pPr>
                      <a:r>
                        <a:rPr lang="en-US" sz="1400" b="1"/>
                        <a:t>Nucleus</a:t>
                      </a:r>
                      <a:endParaRPr lang="en-US" sz="1400"/>
                    </a:p>
                  </a:txBody>
                  <a:tcPr marL="62162" marR="62162" marT="31081" marB="31081" anchor="ctr"/>
                </a:tc>
                <a:tc>
                  <a:txBody>
                    <a:bodyPr/>
                    <a:lstStyle/>
                    <a:p>
                      <a:pPr>
                        <a:buNone/>
                      </a:pPr>
                      <a:r>
                        <a:rPr lang="en-US" sz="1400"/>
                        <a:t>Pyknosis → Karyorrhexis → Karyolysis (random breakdown)</a:t>
                      </a:r>
                    </a:p>
                  </a:txBody>
                  <a:tcPr marL="62162" marR="62162" marT="31081" marB="31081" anchor="ctr"/>
                </a:tc>
                <a:tc>
                  <a:txBody>
                    <a:bodyPr/>
                    <a:lstStyle/>
                    <a:p>
                      <a:pPr>
                        <a:buNone/>
                      </a:pPr>
                      <a:r>
                        <a:rPr lang="en-US" sz="1400"/>
                        <a:t>Fragmentation into nucleosome-sized pieces (ordered)</a:t>
                      </a:r>
                    </a:p>
                  </a:txBody>
                  <a:tcPr marL="62162" marR="62162" marT="31081" marB="31081" anchor="ctr"/>
                </a:tc>
                <a:extLst>
                  <a:ext uri="{0D108BD9-81ED-4DB2-BD59-A6C34878D82A}">
                    <a16:rowId xmlns:a16="http://schemas.microsoft.com/office/drawing/2014/main" val="2806789623"/>
                  </a:ext>
                </a:extLst>
              </a:tr>
              <a:tr h="553595">
                <a:tc>
                  <a:txBody>
                    <a:bodyPr/>
                    <a:lstStyle/>
                    <a:p>
                      <a:pPr>
                        <a:buNone/>
                      </a:pPr>
                      <a:r>
                        <a:rPr lang="en-US" sz="1400" b="1"/>
                        <a:t>Cytoplasm</a:t>
                      </a:r>
                      <a:endParaRPr lang="en-US" sz="1400"/>
                    </a:p>
                  </a:txBody>
                  <a:tcPr marL="62162" marR="62162" marT="31081" marB="31081" anchor="ctr"/>
                </a:tc>
                <a:tc>
                  <a:txBody>
                    <a:bodyPr/>
                    <a:lstStyle/>
                    <a:p>
                      <a:pPr>
                        <a:buNone/>
                      </a:pPr>
                      <a:r>
                        <a:rPr lang="en-US" sz="1400"/>
                        <a:t>Increased eosinophilia, amorphous debris</a:t>
                      </a:r>
                    </a:p>
                  </a:txBody>
                  <a:tcPr marL="62162" marR="62162" marT="31081" marB="31081" anchor="ctr"/>
                </a:tc>
                <a:tc>
                  <a:txBody>
                    <a:bodyPr/>
                    <a:lstStyle/>
                    <a:p>
                      <a:pPr>
                        <a:buNone/>
                      </a:pPr>
                      <a:r>
                        <a:rPr lang="en-US" sz="1400"/>
                        <a:t>Cytoplasm intact, packed into apoptotic bodies</a:t>
                      </a:r>
                    </a:p>
                  </a:txBody>
                  <a:tcPr marL="62162" marR="62162" marT="31081" marB="31081" anchor="ctr"/>
                </a:tc>
                <a:extLst>
                  <a:ext uri="{0D108BD9-81ED-4DB2-BD59-A6C34878D82A}">
                    <a16:rowId xmlns:a16="http://schemas.microsoft.com/office/drawing/2014/main" val="1371720568"/>
                  </a:ext>
                </a:extLst>
              </a:tr>
              <a:tr h="553595">
                <a:tc>
                  <a:txBody>
                    <a:bodyPr/>
                    <a:lstStyle/>
                    <a:p>
                      <a:pPr>
                        <a:buNone/>
                      </a:pPr>
                      <a:r>
                        <a:rPr lang="en-US" sz="1400" b="1"/>
                        <a:t>Inflammation</a:t>
                      </a:r>
                      <a:endParaRPr lang="en-US" sz="1400"/>
                    </a:p>
                  </a:txBody>
                  <a:tcPr marL="62162" marR="62162" marT="31081" marB="31081" anchor="ctr"/>
                </a:tc>
                <a:tc>
                  <a:txBody>
                    <a:bodyPr/>
                    <a:lstStyle/>
                    <a:p>
                      <a:pPr>
                        <a:buNone/>
                      </a:pPr>
                      <a:r>
                        <a:rPr lang="en-US" sz="1400"/>
                        <a:t>Frequent (due to leakage of contents)</a:t>
                      </a:r>
                    </a:p>
                  </a:txBody>
                  <a:tcPr marL="62162" marR="62162" marT="31081" marB="31081" anchor="ctr"/>
                </a:tc>
                <a:tc>
                  <a:txBody>
                    <a:bodyPr/>
                    <a:lstStyle/>
                    <a:p>
                      <a:pPr>
                        <a:buNone/>
                      </a:pPr>
                      <a:r>
                        <a:rPr lang="en-US" sz="1400"/>
                        <a:t>Absent (cell fragments phagocytosed without leakage)</a:t>
                      </a:r>
                    </a:p>
                  </a:txBody>
                  <a:tcPr marL="62162" marR="62162" marT="31081" marB="31081" anchor="ctr"/>
                </a:tc>
                <a:extLst>
                  <a:ext uri="{0D108BD9-81ED-4DB2-BD59-A6C34878D82A}">
                    <a16:rowId xmlns:a16="http://schemas.microsoft.com/office/drawing/2014/main" val="1277546857"/>
                  </a:ext>
                </a:extLst>
              </a:tr>
              <a:tr h="553595">
                <a:tc>
                  <a:txBody>
                    <a:bodyPr/>
                    <a:lstStyle/>
                    <a:p>
                      <a:pPr>
                        <a:buNone/>
                      </a:pPr>
                      <a:r>
                        <a:rPr lang="en-US" sz="1400" b="1"/>
                        <a:t>Pathological/Physiological role</a:t>
                      </a:r>
                      <a:endParaRPr lang="en-US" sz="1400"/>
                    </a:p>
                  </a:txBody>
                  <a:tcPr marL="62162" marR="62162" marT="31081" marB="31081" anchor="ctr"/>
                </a:tc>
                <a:tc>
                  <a:txBody>
                    <a:bodyPr/>
                    <a:lstStyle/>
                    <a:p>
                      <a:pPr>
                        <a:buNone/>
                      </a:pPr>
                      <a:r>
                        <a:rPr lang="en-US" sz="1400"/>
                        <a:t>Pathological cell death in response to irreversible injury</a:t>
                      </a:r>
                    </a:p>
                  </a:txBody>
                  <a:tcPr marL="62162" marR="62162" marT="31081" marB="31081" anchor="ctr"/>
                </a:tc>
                <a:tc>
                  <a:txBody>
                    <a:bodyPr/>
                    <a:lstStyle/>
                    <a:p>
                      <a:pPr>
                        <a:buNone/>
                      </a:pPr>
                      <a:r>
                        <a:rPr lang="en-US" sz="1400"/>
                        <a:t>Physiological cell removal, also some pathological settings</a:t>
                      </a:r>
                    </a:p>
                  </a:txBody>
                  <a:tcPr marL="62162" marR="62162" marT="31081" marB="31081" anchor="ctr"/>
                </a:tc>
                <a:extLst>
                  <a:ext uri="{0D108BD9-81ED-4DB2-BD59-A6C34878D82A}">
                    <a16:rowId xmlns:a16="http://schemas.microsoft.com/office/drawing/2014/main" val="1989493671"/>
                  </a:ext>
                </a:extLst>
              </a:tr>
              <a:tr h="316339">
                <a:tc>
                  <a:txBody>
                    <a:bodyPr/>
                    <a:lstStyle/>
                    <a:p>
                      <a:pPr>
                        <a:buNone/>
                      </a:pPr>
                      <a:r>
                        <a:rPr lang="en-US" sz="1400" b="1"/>
                        <a:t>Energy requirement</a:t>
                      </a:r>
                      <a:endParaRPr lang="en-US" sz="1400"/>
                    </a:p>
                  </a:txBody>
                  <a:tcPr marL="62162" marR="62162" marT="31081" marB="31081" anchor="ctr"/>
                </a:tc>
                <a:tc>
                  <a:txBody>
                    <a:bodyPr/>
                    <a:lstStyle/>
                    <a:p>
                      <a:pPr>
                        <a:buNone/>
                      </a:pPr>
                      <a:r>
                        <a:rPr lang="en-US" sz="1400"/>
                        <a:t>Passive (no ATP required)</a:t>
                      </a:r>
                    </a:p>
                  </a:txBody>
                  <a:tcPr marL="62162" marR="62162" marT="31081" marB="31081" anchor="ctr"/>
                </a:tc>
                <a:tc>
                  <a:txBody>
                    <a:bodyPr/>
                    <a:lstStyle/>
                    <a:p>
                      <a:pPr>
                        <a:buNone/>
                      </a:pPr>
                      <a:r>
                        <a:rPr lang="en-US" sz="1400"/>
                        <a:t>Active (ATP-dependent)</a:t>
                      </a:r>
                    </a:p>
                  </a:txBody>
                  <a:tcPr marL="62162" marR="62162" marT="31081" marB="31081" anchor="ctr"/>
                </a:tc>
                <a:extLst>
                  <a:ext uri="{0D108BD9-81ED-4DB2-BD59-A6C34878D82A}">
                    <a16:rowId xmlns:a16="http://schemas.microsoft.com/office/drawing/2014/main" val="1187347654"/>
                  </a:ext>
                </a:extLst>
              </a:tr>
              <a:tr h="553595">
                <a:tc>
                  <a:txBody>
                    <a:bodyPr/>
                    <a:lstStyle/>
                    <a:p>
                      <a:pPr>
                        <a:buNone/>
                      </a:pPr>
                      <a:r>
                        <a:rPr lang="en-US" sz="1400" b="1"/>
                        <a:t>Outcome</a:t>
                      </a:r>
                      <a:endParaRPr lang="en-US" sz="1400"/>
                    </a:p>
                  </a:txBody>
                  <a:tcPr marL="62162" marR="62162" marT="31081" marB="31081" anchor="ctr"/>
                </a:tc>
                <a:tc>
                  <a:txBody>
                    <a:bodyPr/>
                    <a:lstStyle/>
                    <a:p>
                      <a:pPr>
                        <a:buNone/>
                      </a:pPr>
                      <a:r>
                        <a:rPr lang="en-US" sz="1400"/>
                        <a:t>Tissue injury with inflammatory response</a:t>
                      </a:r>
                    </a:p>
                  </a:txBody>
                  <a:tcPr marL="62162" marR="62162" marT="31081" marB="31081" anchor="ctr"/>
                </a:tc>
                <a:tc>
                  <a:txBody>
                    <a:bodyPr/>
                    <a:lstStyle/>
                    <a:p>
                      <a:pPr>
                        <a:buNone/>
                      </a:pPr>
                      <a:r>
                        <a:rPr lang="en-US" sz="1400" dirty="0"/>
                        <a:t>Silent cell removal, no inflammation</a:t>
                      </a:r>
                    </a:p>
                  </a:txBody>
                  <a:tcPr marL="62162" marR="62162" marT="31081" marB="31081" anchor="ctr"/>
                </a:tc>
                <a:extLst>
                  <a:ext uri="{0D108BD9-81ED-4DB2-BD59-A6C34878D82A}">
                    <a16:rowId xmlns:a16="http://schemas.microsoft.com/office/drawing/2014/main" val="1042592765"/>
                  </a:ext>
                </a:extLst>
              </a:tr>
            </a:tbl>
          </a:graphicData>
        </a:graphic>
      </p:graphicFrame>
    </p:spTree>
    <p:extLst>
      <p:ext uri="{BB962C8B-B14F-4D97-AF65-F5344CB8AC3E}">
        <p14:creationId xmlns:p14="http://schemas.microsoft.com/office/powerpoint/2010/main" val="3380856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15AEF-83E2-CF28-92A2-8AEC2D05F3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A0CE05-5019-8994-443F-B06615DAA212}"/>
              </a:ext>
            </a:extLst>
          </p:cNvPr>
          <p:cNvSpPr>
            <a:spLocks noGrp="1"/>
          </p:cNvSpPr>
          <p:nvPr>
            <p:ph type="title"/>
          </p:nvPr>
        </p:nvSpPr>
        <p:spPr>
          <a:xfrm>
            <a:off x="838200" y="2766218"/>
            <a:ext cx="10515600" cy="1325563"/>
          </a:xfrm>
        </p:spPr>
        <p:txBody>
          <a:bodyPr>
            <a:normAutofit/>
          </a:bodyPr>
          <a:lstStyle/>
          <a:p>
            <a:pPr algn="ctr"/>
            <a:r>
              <a:rPr lang="en-US" sz="4800" b="1" dirty="0"/>
              <a:t>Intrinsic and Extrinsic Pathways</a:t>
            </a:r>
          </a:p>
        </p:txBody>
      </p:sp>
    </p:spTree>
    <p:extLst>
      <p:ext uri="{BB962C8B-B14F-4D97-AF65-F5344CB8AC3E}">
        <p14:creationId xmlns:p14="http://schemas.microsoft.com/office/powerpoint/2010/main" val="1976455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5B54D-DFDF-FF09-BE18-BC272CFE4576}"/>
              </a:ext>
            </a:extLst>
          </p:cNvPr>
          <p:cNvSpPr>
            <a:spLocks noGrp="1"/>
          </p:cNvSpPr>
          <p:nvPr>
            <p:ph type="title" idx="4294967295"/>
          </p:nvPr>
        </p:nvSpPr>
        <p:spPr>
          <a:xfrm>
            <a:off x="0" y="365125"/>
            <a:ext cx="10515600" cy="1325563"/>
          </a:xfrm>
        </p:spPr>
        <p:txBody>
          <a:bodyPr/>
          <a:lstStyle/>
          <a:p>
            <a:r>
              <a:rPr lang="en-US" dirty="0"/>
              <a:t> </a:t>
            </a:r>
          </a:p>
        </p:txBody>
      </p:sp>
      <p:grpSp>
        <p:nvGrpSpPr>
          <p:cNvPr id="36" name="Group 35">
            <a:extLst>
              <a:ext uri="{FF2B5EF4-FFF2-40B4-BE49-F238E27FC236}">
                <a16:creationId xmlns:a16="http://schemas.microsoft.com/office/drawing/2014/main" id="{3FC9D9AB-D26D-E15B-D2DF-8D58CBA5A3B3}"/>
              </a:ext>
            </a:extLst>
          </p:cNvPr>
          <p:cNvGrpSpPr/>
          <p:nvPr/>
        </p:nvGrpSpPr>
        <p:grpSpPr>
          <a:xfrm>
            <a:off x="431633" y="1874865"/>
            <a:ext cx="2471040" cy="1184760"/>
            <a:chOff x="431633" y="1874865"/>
            <a:chExt cx="2471040" cy="118476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B8052D7-D276-47A1-115E-A6BCFA8F23EF}"/>
                    </a:ext>
                  </a:extLst>
                </p14:cNvPr>
                <p14:cNvContentPartPr/>
                <p14:nvPr/>
              </p14:nvContentPartPr>
              <p14:xfrm>
                <a:off x="821153" y="1933545"/>
                <a:ext cx="34920" cy="237600"/>
              </p14:xfrm>
            </p:contentPart>
          </mc:Choice>
          <mc:Fallback>
            <p:pic>
              <p:nvPicPr>
                <p:cNvPr id="3" name="Ink 2">
                  <a:extLst>
                    <a:ext uri="{FF2B5EF4-FFF2-40B4-BE49-F238E27FC236}">
                      <a16:creationId xmlns:a16="http://schemas.microsoft.com/office/drawing/2014/main" id="{2B8052D7-D276-47A1-115E-A6BCFA8F23EF}"/>
                    </a:ext>
                  </a:extLst>
                </p:cNvPr>
                <p:cNvPicPr/>
                <p:nvPr/>
              </p:nvPicPr>
              <p:blipFill>
                <a:blip r:embed="rId3"/>
                <a:stretch>
                  <a:fillRect/>
                </a:stretch>
              </p:blipFill>
              <p:spPr>
                <a:xfrm>
                  <a:off x="815033" y="1927425"/>
                  <a:ext cx="4716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7C78327-E9F5-E1CB-3F05-59251AE48F9C}"/>
                    </a:ext>
                  </a:extLst>
                </p14:cNvPr>
                <p14:cNvContentPartPr/>
                <p14:nvPr/>
              </p14:nvContentPartPr>
              <p14:xfrm>
                <a:off x="804593" y="1906905"/>
                <a:ext cx="215280" cy="290880"/>
              </p14:xfrm>
            </p:contentPart>
          </mc:Choice>
          <mc:Fallback>
            <p:pic>
              <p:nvPicPr>
                <p:cNvPr id="4" name="Ink 3">
                  <a:extLst>
                    <a:ext uri="{FF2B5EF4-FFF2-40B4-BE49-F238E27FC236}">
                      <a16:creationId xmlns:a16="http://schemas.microsoft.com/office/drawing/2014/main" id="{B7C78327-E9F5-E1CB-3F05-59251AE48F9C}"/>
                    </a:ext>
                  </a:extLst>
                </p:cNvPr>
                <p:cNvPicPr/>
                <p:nvPr/>
              </p:nvPicPr>
              <p:blipFill>
                <a:blip r:embed="rId5"/>
                <a:stretch>
                  <a:fillRect/>
                </a:stretch>
              </p:blipFill>
              <p:spPr>
                <a:xfrm>
                  <a:off x="798473" y="1900785"/>
                  <a:ext cx="22752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6D2B0AC4-5C9D-3800-0048-1D44D325C7A7}"/>
                    </a:ext>
                  </a:extLst>
                </p14:cNvPr>
                <p14:cNvContentPartPr/>
                <p14:nvPr/>
              </p14:nvContentPartPr>
              <p14:xfrm>
                <a:off x="1086473" y="1909425"/>
                <a:ext cx="12240" cy="260640"/>
              </p14:xfrm>
            </p:contentPart>
          </mc:Choice>
          <mc:Fallback>
            <p:pic>
              <p:nvPicPr>
                <p:cNvPr id="5" name="Ink 4">
                  <a:extLst>
                    <a:ext uri="{FF2B5EF4-FFF2-40B4-BE49-F238E27FC236}">
                      <a16:creationId xmlns:a16="http://schemas.microsoft.com/office/drawing/2014/main" id="{6D2B0AC4-5C9D-3800-0048-1D44D325C7A7}"/>
                    </a:ext>
                  </a:extLst>
                </p:cNvPr>
                <p:cNvPicPr/>
                <p:nvPr/>
              </p:nvPicPr>
              <p:blipFill>
                <a:blip r:embed="rId7"/>
                <a:stretch>
                  <a:fillRect/>
                </a:stretch>
              </p:blipFill>
              <p:spPr>
                <a:xfrm>
                  <a:off x="1080353" y="1903305"/>
                  <a:ext cx="2448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5E141DAE-D14D-B133-3005-53DD5433BA7B}"/>
                    </a:ext>
                  </a:extLst>
                </p14:cNvPr>
                <p14:cNvContentPartPr/>
                <p14:nvPr/>
              </p14:nvContentPartPr>
              <p14:xfrm>
                <a:off x="1220033" y="1874865"/>
                <a:ext cx="12240" cy="273600"/>
              </p14:xfrm>
            </p:contentPart>
          </mc:Choice>
          <mc:Fallback>
            <p:pic>
              <p:nvPicPr>
                <p:cNvPr id="6" name="Ink 5">
                  <a:extLst>
                    <a:ext uri="{FF2B5EF4-FFF2-40B4-BE49-F238E27FC236}">
                      <a16:creationId xmlns:a16="http://schemas.microsoft.com/office/drawing/2014/main" id="{5E141DAE-D14D-B133-3005-53DD5433BA7B}"/>
                    </a:ext>
                  </a:extLst>
                </p:cNvPr>
                <p:cNvPicPr/>
                <p:nvPr/>
              </p:nvPicPr>
              <p:blipFill>
                <a:blip r:embed="rId9"/>
                <a:stretch>
                  <a:fillRect/>
                </a:stretch>
              </p:blipFill>
              <p:spPr>
                <a:xfrm>
                  <a:off x="1213913" y="1868745"/>
                  <a:ext cx="2448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A877F0BB-1E1C-E2B2-2DCF-3438A1FD3E6D}"/>
                    </a:ext>
                  </a:extLst>
                </p14:cNvPr>
                <p14:cNvContentPartPr/>
                <p14:nvPr/>
              </p14:nvContentPartPr>
              <p14:xfrm>
                <a:off x="1096193" y="2041185"/>
                <a:ext cx="95760" cy="30240"/>
              </p14:xfrm>
            </p:contentPart>
          </mc:Choice>
          <mc:Fallback>
            <p:pic>
              <p:nvPicPr>
                <p:cNvPr id="7" name="Ink 6">
                  <a:extLst>
                    <a:ext uri="{FF2B5EF4-FFF2-40B4-BE49-F238E27FC236}">
                      <a16:creationId xmlns:a16="http://schemas.microsoft.com/office/drawing/2014/main" id="{A877F0BB-1E1C-E2B2-2DCF-3438A1FD3E6D}"/>
                    </a:ext>
                  </a:extLst>
                </p:cNvPr>
                <p:cNvPicPr/>
                <p:nvPr/>
              </p:nvPicPr>
              <p:blipFill>
                <a:blip r:embed="rId11"/>
                <a:stretch>
                  <a:fillRect/>
                </a:stretch>
              </p:blipFill>
              <p:spPr>
                <a:xfrm>
                  <a:off x="1090073" y="2035065"/>
                  <a:ext cx="1080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DE2EC502-C1C1-CE9F-EDCC-62C9E32A3403}"/>
                    </a:ext>
                  </a:extLst>
                </p14:cNvPr>
                <p14:cNvContentPartPr/>
                <p14:nvPr/>
              </p14:nvContentPartPr>
              <p14:xfrm>
                <a:off x="1524953" y="2140905"/>
                <a:ext cx="8640" cy="360"/>
              </p14:xfrm>
            </p:contentPart>
          </mc:Choice>
          <mc:Fallback>
            <p:pic>
              <p:nvPicPr>
                <p:cNvPr id="9" name="Ink 8">
                  <a:extLst>
                    <a:ext uri="{FF2B5EF4-FFF2-40B4-BE49-F238E27FC236}">
                      <a16:creationId xmlns:a16="http://schemas.microsoft.com/office/drawing/2014/main" id="{DE2EC502-C1C1-CE9F-EDCC-62C9E32A3403}"/>
                    </a:ext>
                  </a:extLst>
                </p:cNvPr>
                <p:cNvPicPr/>
                <p:nvPr/>
              </p:nvPicPr>
              <p:blipFill>
                <a:blip r:embed="rId13"/>
                <a:stretch>
                  <a:fillRect/>
                </a:stretch>
              </p:blipFill>
              <p:spPr>
                <a:xfrm>
                  <a:off x="1515953" y="2131905"/>
                  <a:ext cx="262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0D310EEB-BDCF-3124-49D6-F3671EDD87F6}"/>
                    </a:ext>
                  </a:extLst>
                </p14:cNvPr>
                <p14:cNvContentPartPr/>
                <p14:nvPr/>
              </p14:nvContentPartPr>
              <p14:xfrm>
                <a:off x="1293833" y="2090505"/>
                <a:ext cx="134280" cy="190080"/>
              </p14:xfrm>
            </p:contentPart>
          </mc:Choice>
          <mc:Fallback>
            <p:pic>
              <p:nvPicPr>
                <p:cNvPr id="10" name="Ink 9">
                  <a:extLst>
                    <a:ext uri="{FF2B5EF4-FFF2-40B4-BE49-F238E27FC236}">
                      <a16:creationId xmlns:a16="http://schemas.microsoft.com/office/drawing/2014/main" id="{0D310EEB-BDCF-3124-49D6-F3671EDD87F6}"/>
                    </a:ext>
                  </a:extLst>
                </p:cNvPr>
                <p:cNvPicPr/>
                <p:nvPr/>
              </p:nvPicPr>
              <p:blipFill>
                <a:blip r:embed="rId15"/>
                <a:stretch>
                  <a:fillRect/>
                </a:stretch>
              </p:blipFill>
              <p:spPr>
                <a:xfrm>
                  <a:off x="1284833" y="2081505"/>
                  <a:ext cx="15192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9B9BF579-CBF1-D57C-1505-A6A5F092537B}"/>
                    </a:ext>
                  </a:extLst>
                </p14:cNvPr>
                <p14:cNvContentPartPr/>
                <p14:nvPr/>
              </p14:nvContentPartPr>
              <p14:xfrm>
                <a:off x="431633" y="2291745"/>
                <a:ext cx="230040" cy="532800"/>
              </p14:xfrm>
            </p:contentPart>
          </mc:Choice>
          <mc:Fallback>
            <p:pic>
              <p:nvPicPr>
                <p:cNvPr id="12" name="Ink 11">
                  <a:extLst>
                    <a:ext uri="{FF2B5EF4-FFF2-40B4-BE49-F238E27FC236}">
                      <a16:creationId xmlns:a16="http://schemas.microsoft.com/office/drawing/2014/main" id="{9B9BF579-CBF1-D57C-1505-A6A5F092537B}"/>
                    </a:ext>
                  </a:extLst>
                </p:cNvPr>
                <p:cNvPicPr/>
                <p:nvPr/>
              </p:nvPicPr>
              <p:blipFill>
                <a:blip r:embed="rId17"/>
                <a:stretch>
                  <a:fillRect/>
                </a:stretch>
              </p:blipFill>
              <p:spPr>
                <a:xfrm>
                  <a:off x="422993" y="2283105"/>
                  <a:ext cx="247680" cy="550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D256393D-12D0-5EA5-7C04-554FD84C92BE}"/>
                    </a:ext>
                  </a:extLst>
                </p14:cNvPr>
                <p14:cNvContentPartPr/>
                <p14:nvPr/>
              </p14:nvContentPartPr>
              <p14:xfrm>
                <a:off x="643673" y="2393985"/>
                <a:ext cx="156240" cy="243000"/>
              </p14:xfrm>
            </p:contentPart>
          </mc:Choice>
          <mc:Fallback>
            <p:pic>
              <p:nvPicPr>
                <p:cNvPr id="13" name="Ink 12">
                  <a:extLst>
                    <a:ext uri="{FF2B5EF4-FFF2-40B4-BE49-F238E27FC236}">
                      <a16:creationId xmlns:a16="http://schemas.microsoft.com/office/drawing/2014/main" id="{D256393D-12D0-5EA5-7C04-554FD84C92BE}"/>
                    </a:ext>
                  </a:extLst>
                </p:cNvPr>
                <p:cNvPicPr/>
                <p:nvPr/>
              </p:nvPicPr>
              <p:blipFill>
                <a:blip r:embed="rId19"/>
                <a:stretch>
                  <a:fillRect/>
                </a:stretch>
              </p:blipFill>
              <p:spPr>
                <a:xfrm>
                  <a:off x="635033" y="2385345"/>
                  <a:ext cx="17388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01C79ADA-C462-C143-A7C9-997E6DA4A17C}"/>
                    </a:ext>
                  </a:extLst>
                </p14:cNvPr>
                <p14:cNvContentPartPr/>
                <p14:nvPr/>
              </p14:nvContentPartPr>
              <p14:xfrm>
                <a:off x="824753" y="2513505"/>
                <a:ext cx="142920" cy="131040"/>
              </p14:xfrm>
            </p:contentPart>
          </mc:Choice>
          <mc:Fallback>
            <p:pic>
              <p:nvPicPr>
                <p:cNvPr id="14" name="Ink 13">
                  <a:extLst>
                    <a:ext uri="{FF2B5EF4-FFF2-40B4-BE49-F238E27FC236}">
                      <a16:creationId xmlns:a16="http://schemas.microsoft.com/office/drawing/2014/main" id="{01C79ADA-C462-C143-A7C9-997E6DA4A17C}"/>
                    </a:ext>
                  </a:extLst>
                </p:cNvPr>
                <p:cNvPicPr/>
                <p:nvPr/>
              </p:nvPicPr>
              <p:blipFill>
                <a:blip r:embed="rId21"/>
                <a:stretch>
                  <a:fillRect/>
                </a:stretch>
              </p:blipFill>
              <p:spPr>
                <a:xfrm>
                  <a:off x="816113" y="2504865"/>
                  <a:ext cx="16056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82BB806C-F4AA-E7E3-EE07-143A4752272D}"/>
                    </a:ext>
                  </a:extLst>
                </p14:cNvPr>
                <p14:cNvContentPartPr/>
                <p14:nvPr/>
              </p14:nvContentPartPr>
              <p14:xfrm>
                <a:off x="994673" y="2503065"/>
                <a:ext cx="67320" cy="112680"/>
              </p14:xfrm>
            </p:contentPart>
          </mc:Choice>
          <mc:Fallback>
            <p:pic>
              <p:nvPicPr>
                <p:cNvPr id="15" name="Ink 14">
                  <a:extLst>
                    <a:ext uri="{FF2B5EF4-FFF2-40B4-BE49-F238E27FC236}">
                      <a16:creationId xmlns:a16="http://schemas.microsoft.com/office/drawing/2014/main" id="{82BB806C-F4AA-E7E3-EE07-143A4752272D}"/>
                    </a:ext>
                  </a:extLst>
                </p:cNvPr>
                <p:cNvPicPr/>
                <p:nvPr/>
              </p:nvPicPr>
              <p:blipFill>
                <a:blip r:embed="rId23"/>
                <a:stretch>
                  <a:fillRect/>
                </a:stretch>
              </p:blipFill>
              <p:spPr>
                <a:xfrm>
                  <a:off x="986033" y="2494065"/>
                  <a:ext cx="8496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D4E732B2-EBDF-99C4-47E6-B404B288FB12}"/>
                    </a:ext>
                  </a:extLst>
                </p14:cNvPr>
                <p14:cNvContentPartPr/>
                <p14:nvPr/>
              </p14:nvContentPartPr>
              <p14:xfrm>
                <a:off x="1104473" y="2495505"/>
                <a:ext cx="69480" cy="134280"/>
              </p14:xfrm>
            </p:contentPart>
          </mc:Choice>
          <mc:Fallback>
            <p:pic>
              <p:nvPicPr>
                <p:cNvPr id="16" name="Ink 15">
                  <a:extLst>
                    <a:ext uri="{FF2B5EF4-FFF2-40B4-BE49-F238E27FC236}">
                      <a16:creationId xmlns:a16="http://schemas.microsoft.com/office/drawing/2014/main" id="{D4E732B2-EBDF-99C4-47E6-B404B288FB12}"/>
                    </a:ext>
                  </a:extLst>
                </p:cNvPr>
                <p:cNvPicPr/>
                <p:nvPr/>
              </p:nvPicPr>
              <p:blipFill>
                <a:blip r:embed="rId25"/>
                <a:stretch>
                  <a:fillRect/>
                </a:stretch>
              </p:blipFill>
              <p:spPr>
                <a:xfrm>
                  <a:off x="1095833" y="2486505"/>
                  <a:ext cx="8712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40EDE9B6-CF5C-84A1-EAA6-262871FA8CB7}"/>
                    </a:ext>
                  </a:extLst>
                </p14:cNvPr>
                <p14:cNvContentPartPr/>
                <p14:nvPr/>
              </p14:nvContentPartPr>
              <p14:xfrm>
                <a:off x="1241633" y="2515665"/>
                <a:ext cx="59400" cy="86040"/>
              </p14:xfrm>
            </p:contentPart>
          </mc:Choice>
          <mc:Fallback>
            <p:pic>
              <p:nvPicPr>
                <p:cNvPr id="17" name="Ink 16">
                  <a:extLst>
                    <a:ext uri="{FF2B5EF4-FFF2-40B4-BE49-F238E27FC236}">
                      <a16:creationId xmlns:a16="http://schemas.microsoft.com/office/drawing/2014/main" id="{40EDE9B6-CF5C-84A1-EAA6-262871FA8CB7}"/>
                    </a:ext>
                  </a:extLst>
                </p:cNvPr>
                <p:cNvPicPr/>
                <p:nvPr/>
              </p:nvPicPr>
              <p:blipFill>
                <a:blip r:embed="rId27"/>
                <a:stretch>
                  <a:fillRect/>
                </a:stretch>
              </p:blipFill>
              <p:spPr>
                <a:xfrm>
                  <a:off x="1232633" y="2507025"/>
                  <a:ext cx="7704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B35A13F0-68DB-99AD-FB04-40D5CD5DDD55}"/>
                    </a:ext>
                  </a:extLst>
                </p14:cNvPr>
                <p14:cNvContentPartPr/>
                <p14:nvPr/>
              </p14:nvContentPartPr>
              <p14:xfrm>
                <a:off x="1351073" y="2435385"/>
                <a:ext cx="155160" cy="144360"/>
              </p14:xfrm>
            </p:contentPart>
          </mc:Choice>
          <mc:Fallback>
            <p:pic>
              <p:nvPicPr>
                <p:cNvPr id="18" name="Ink 17">
                  <a:extLst>
                    <a:ext uri="{FF2B5EF4-FFF2-40B4-BE49-F238E27FC236}">
                      <a16:creationId xmlns:a16="http://schemas.microsoft.com/office/drawing/2014/main" id="{B35A13F0-68DB-99AD-FB04-40D5CD5DDD55}"/>
                    </a:ext>
                  </a:extLst>
                </p:cNvPr>
                <p:cNvPicPr/>
                <p:nvPr/>
              </p:nvPicPr>
              <p:blipFill>
                <a:blip r:embed="rId29"/>
                <a:stretch>
                  <a:fillRect/>
                </a:stretch>
              </p:blipFill>
              <p:spPr>
                <a:xfrm>
                  <a:off x="1342073" y="2426745"/>
                  <a:ext cx="17280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3A9FE9C5-5AB0-137C-BB8F-EE63988AA564}"/>
                    </a:ext>
                  </a:extLst>
                </p14:cNvPr>
                <p14:cNvContentPartPr/>
                <p14:nvPr/>
              </p14:nvContentPartPr>
              <p14:xfrm>
                <a:off x="1723673" y="2265105"/>
                <a:ext cx="66960" cy="321840"/>
              </p14:xfrm>
            </p:contentPart>
          </mc:Choice>
          <mc:Fallback>
            <p:pic>
              <p:nvPicPr>
                <p:cNvPr id="19" name="Ink 18">
                  <a:extLst>
                    <a:ext uri="{FF2B5EF4-FFF2-40B4-BE49-F238E27FC236}">
                      <a16:creationId xmlns:a16="http://schemas.microsoft.com/office/drawing/2014/main" id="{3A9FE9C5-5AB0-137C-BB8F-EE63988AA564}"/>
                    </a:ext>
                  </a:extLst>
                </p:cNvPr>
                <p:cNvPicPr/>
                <p:nvPr/>
              </p:nvPicPr>
              <p:blipFill>
                <a:blip r:embed="rId31"/>
                <a:stretch>
                  <a:fillRect/>
                </a:stretch>
              </p:blipFill>
              <p:spPr>
                <a:xfrm>
                  <a:off x="1715033" y="2256105"/>
                  <a:ext cx="84600" cy="339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6C71186A-42CD-73A8-DAD5-69B9F1B1823D}"/>
                    </a:ext>
                  </a:extLst>
                </p14:cNvPr>
                <p14:cNvContentPartPr/>
                <p14:nvPr/>
              </p14:nvContentPartPr>
              <p14:xfrm>
                <a:off x="1666433" y="2466705"/>
                <a:ext cx="187200" cy="17640"/>
              </p14:xfrm>
            </p:contentPart>
          </mc:Choice>
          <mc:Fallback>
            <p:pic>
              <p:nvPicPr>
                <p:cNvPr id="20" name="Ink 19">
                  <a:extLst>
                    <a:ext uri="{FF2B5EF4-FFF2-40B4-BE49-F238E27FC236}">
                      <a16:creationId xmlns:a16="http://schemas.microsoft.com/office/drawing/2014/main" id="{6C71186A-42CD-73A8-DAD5-69B9F1B1823D}"/>
                    </a:ext>
                  </a:extLst>
                </p:cNvPr>
                <p:cNvPicPr/>
                <p:nvPr/>
              </p:nvPicPr>
              <p:blipFill>
                <a:blip r:embed="rId33"/>
                <a:stretch>
                  <a:fillRect/>
                </a:stretch>
              </p:blipFill>
              <p:spPr>
                <a:xfrm>
                  <a:off x="1657793" y="2457705"/>
                  <a:ext cx="2048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157FE76B-DF3B-6662-2026-D3645C2C4C94}"/>
                    </a:ext>
                  </a:extLst>
                </p14:cNvPr>
                <p14:cNvContentPartPr/>
                <p14:nvPr/>
              </p14:nvContentPartPr>
              <p14:xfrm>
                <a:off x="1813673" y="2364465"/>
                <a:ext cx="194760" cy="205200"/>
              </p14:xfrm>
            </p:contentPart>
          </mc:Choice>
          <mc:Fallback>
            <p:pic>
              <p:nvPicPr>
                <p:cNvPr id="21" name="Ink 20">
                  <a:extLst>
                    <a:ext uri="{FF2B5EF4-FFF2-40B4-BE49-F238E27FC236}">
                      <a16:creationId xmlns:a16="http://schemas.microsoft.com/office/drawing/2014/main" id="{157FE76B-DF3B-6662-2026-D3645C2C4C94}"/>
                    </a:ext>
                  </a:extLst>
                </p:cNvPr>
                <p:cNvPicPr/>
                <p:nvPr/>
              </p:nvPicPr>
              <p:blipFill>
                <a:blip r:embed="rId35"/>
                <a:stretch>
                  <a:fillRect/>
                </a:stretch>
              </p:blipFill>
              <p:spPr>
                <a:xfrm>
                  <a:off x="1805033" y="2355465"/>
                  <a:ext cx="21240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102A6440-35B1-B9D8-C1FF-B4B9DC0E6FE7}"/>
                    </a:ext>
                  </a:extLst>
                </p14:cNvPr>
                <p14:cNvContentPartPr/>
                <p14:nvPr/>
              </p14:nvContentPartPr>
              <p14:xfrm>
                <a:off x="948593" y="2890785"/>
                <a:ext cx="13320" cy="162000"/>
              </p14:xfrm>
            </p:contentPart>
          </mc:Choice>
          <mc:Fallback>
            <p:pic>
              <p:nvPicPr>
                <p:cNvPr id="22" name="Ink 21">
                  <a:extLst>
                    <a:ext uri="{FF2B5EF4-FFF2-40B4-BE49-F238E27FC236}">
                      <a16:creationId xmlns:a16="http://schemas.microsoft.com/office/drawing/2014/main" id="{102A6440-35B1-B9D8-C1FF-B4B9DC0E6FE7}"/>
                    </a:ext>
                  </a:extLst>
                </p:cNvPr>
                <p:cNvPicPr/>
                <p:nvPr/>
              </p:nvPicPr>
              <p:blipFill>
                <a:blip r:embed="rId37"/>
                <a:stretch>
                  <a:fillRect/>
                </a:stretch>
              </p:blipFill>
              <p:spPr>
                <a:xfrm>
                  <a:off x="939593" y="2882145"/>
                  <a:ext cx="3096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2ACC906E-51FC-A13D-BF70-A54A0193D375}"/>
                    </a:ext>
                  </a:extLst>
                </p14:cNvPr>
                <p14:cNvContentPartPr/>
                <p14:nvPr/>
              </p14:nvContentPartPr>
              <p14:xfrm>
                <a:off x="857873" y="2863065"/>
                <a:ext cx="324720" cy="194400"/>
              </p14:xfrm>
            </p:contentPart>
          </mc:Choice>
          <mc:Fallback>
            <p:pic>
              <p:nvPicPr>
                <p:cNvPr id="23" name="Ink 22">
                  <a:extLst>
                    <a:ext uri="{FF2B5EF4-FFF2-40B4-BE49-F238E27FC236}">
                      <a16:creationId xmlns:a16="http://schemas.microsoft.com/office/drawing/2014/main" id="{2ACC906E-51FC-A13D-BF70-A54A0193D375}"/>
                    </a:ext>
                  </a:extLst>
                </p:cNvPr>
                <p:cNvPicPr/>
                <p:nvPr/>
              </p:nvPicPr>
              <p:blipFill>
                <a:blip r:embed="rId39"/>
                <a:stretch>
                  <a:fillRect/>
                </a:stretch>
              </p:blipFill>
              <p:spPr>
                <a:xfrm>
                  <a:off x="849233" y="2854425"/>
                  <a:ext cx="34236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7FA3C06F-E27A-47EC-EB80-C83A9422CF7C}"/>
                    </a:ext>
                  </a:extLst>
                </p14:cNvPr>
                <p14:cNvContentPartPr/>
                <p14:nvPr/>
              </p14:nvContentPartPr>
              <p14:xfrm>
                <a:off x="1276913" y="2855505"/>
                <a:ext cx="9000" cy="154800"/>
              </p14:xfrm>
            </p:contentPart>
          </mc:Choice>
          <mc:Fallback>
            <p:pic>
              <p:nvPicPr>
                <p:cNvPr id="24" name="Ink 23">
                  <a:extLst>
                    <a:ext uri="{FF2B5EF4-FFF2-40B4-BE49-F238E27FC236}">
                      <a16:creationId xmlns:a16="http://schemas.microsoft.com/office/drawing/2014/main" id="{7FA3C06F-E27A-47EC-EB80-C83A9422CF7C}"/>
                    </a:ext>
                  </a:extLst>
                </p:cNvPr>
                <p:cNvPicPr/>
                <p:nvPr/>
              </p:nvPicPr>
              <p:blipFill>
                <a:blip r:embed="rId41"/>
                <a:stretch>
                  <a:fillRect/>
                </a:stretch>
              </p:blipFill>
              <p:spPr>
                <a:xfrm>
                  <a:off x="1267913" y="2846865"/>
                  <a:ext cx="2664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358E3906-444D-49F7-DB6C-B0B929EDE186}"/>
                    </a:ext>
                  </a:extLst>
                </p14:cNvPr>
                <p14:cNvContentPartPr/>
                <p14:nvPr/>
              </p14:nvContentPartPr>
              <p14:xfrm>
                <a:off x="1263953" y="2851185"/>
                <a:ext cx="193680" cy="115920"/>
              </p14:xfrm>
            </p:contentPart>
          </mc:Choice>
          <mc:Fallback>
            <p:pic>
              <p:nvPicPr>
                <p:cNvPr id="25" name="Ink 24">
                  <a:extLst>
                    <a:ext uri="{FF2B5EF4-FFF2-40B4-BE49-F238E27FC236}">
                      <a16:creationId xmlns:a16="http://schemas.microsoft.com/office/drawing/2014/main" id="{358E3906-444D-49F7-DB6C-B0B929EDE186}"/>
                    </a:ext>
                  </a:extLst>
                </p:cNvPr>
                <p:cNvPicPr/>
                <p:nvPr/>
              </p:nvPicPr>
              <p:blipFill>
                <a:blip r:embed="rId43"/>
                <a:stretch>
                  <a:fillRect/>
                </a:stretch>
              </p:blipFill>
              <p:spPr>
                <a:xfrm>
                  <a:off x="1255313" y="2842545"/>
                  <a:ext cx="21132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3992D637-618E-065A-E74A-58B143BB5707}"/>
                    </a:ext>
                  </a:extLst>
                </p14:cNvPr>
                <p14:cNvContentPartPr/>
                <p14:nvPr/>
              </p14:nvContentPartPr>
              <p14:xfrm>
                <a:off x="1448993" y="2845785"/>
                <a:ext cx="23760" cy="124560"/>
              </p14:xfrm>
            </p:contentPart>
          </mc:Choice>
          <mc:Fallback>
            <p:pic>
              <p:nvPicPr>
                <p:cNvPr id="26" name="Ink 25">
                  <a:extLst>
                    <a:ext uri="{FF2B5EF4-FFF2-40B4-BE49-F238E27FC236}">
                      <a16:creationId xmlns:a16="http://schemas.microsoft.com/office/drawing/2014/main" id="{3992D637-618E-065A-E74A-58B143BB5707}"/>
                    </a:ext>
                  </a:extLst>
                </p:cNvPr>
                <p:cNvPicPr/>
                <p:nvPr/>
              </p:nvPicPr>
              <p:blipFill>
                <a:blip r:embed="rId45"/>
                <a:stretch>
                  <a:fillRect/>
                </a:stretch>
              </p:blipFill>
              <p:spPr>
                <a:xfrm>
                  <a:off x="1440353" y="2837145"/>
                  <a:ext cx="4140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3BFE9762-D70D-4372-CCB4-A9373A16AC74}"/>
                    </a:ext>
                  </a:extLst>
                </p14:cNvPr>
                <p14:cNvContentPartPr/>
                <p14:nvPr/>
              </p14:nvContentPartPr>
              <p14:xfrm>
                <a:off x="1555913" y="2754345"/>
                <a:ext cx="131400" cy="196560"/>
              </p14:xfrm>
            </p:contentPart>
          </mc:Choice>
          <mc:Fallback>
            <p:pic>
              <p:nvPicPr>
                <p:cNvPr id="27" name="Ink 26">
                  <a:extLst>
                    <a:ext uri="{FF2B5EF4-FFF2-40B4-BE49-F238E27FC236}">
                      <a16:creationId xmlns:a16="http://schemas.microsoft.com/office/drawing/2014/main" id="{3BFE9762-D70D-4372-CCB4-A9373A16AC74}"/>
                    </a:ext>
                  </a:extLst>
                </p:cNvPr>
                <p:cNvPicPr/>
                <p:nvPr/>
              </p:nvPicPr>
              <p:blipFill>
                <a:blip r:embed="rId47"/>
                <a:stretch>
                  <a:fillRect/>
                </a:stretch>
              </p:blipFill>
              <p:spPr>
                <a:xfrm>
                  <a:off x="1546913" y="2745345"/>
                  <a:ext cx="14904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A5C9DF62-CDCE-C321-5152-A7A78937EEB3}"/>
                    </a:ext>
                  </a:extLst>
                </p14:cNvPr>
                <p14:cNvContentPartPr/>
                <p14:nvPr/>
              </p14:nvContentPartPr>
              <p14:xfrm>
                <a:off x="1538993" y="2856585"/>
                <a:ext cx="107640" cy="29160"/>
              </p14:xfrm>
            </p:contentPart>
          </mc:Choice>
          <mc:Fallback>
            <p:pic>
              <p:nvPicPr>
                <p:cNvPr id="28" name="Ink 27">
                  <a:extLst>
                    <a:ext uri="{FF2B5EF4-FFF2-40B4-BE49-F238E27FC236}">
                      <a16:creationId xmlns:a16="http://schemas.microsoft.com/office/drawing/2014/main" id="{A5C9DF62-CDCE-C321-5152-A7A78937EEB3}"/>
                    </a:ext>
                  </a:extLst>
                </p:cNvPr>
                <p:cNvPicPr/>
                <p:nvPr/>
              </p:nvPicPr>
              <p:blipFill>
                <a:blip r:embed="rId49"/>
                <a:stretch>
                  <a:fillRect/>
                </a:stretch>
              </p:blipFill>
              <p:spPr>
                <a:xfrm>
                  <a:off x="1530353" y="2847945"/>
                  <a:ext cx="12528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68B0BAC6-4A04-DED6-0E8E-310C916F8F72}"/>
                    </a:ext>
                  </a:extLst>
                </p14:cNvPr>
                <p14:cNvContentPartPr/>
                <p14:nvPr/>
              </p14:nvContentPartPr>
              <p14:xfrm>
                <a:off x="1866953" y="2748225"/>
                <a:ext cx="17640" cy="156960"/>
              </p14:xfrm>
            </p:contentPart>
          </mc:Choice>
          <mc:Fallback>
            <p:pic>
              <p:nvPicPr>
                <p:cNvPr id="29" name="Ink 28">
                  <a:extLst>
                    <a:ext uri="{FF2B5EF4-FFF2-40B4-BE49-F238E27FC236}">
                      <a16:creationId xmlns:a16="http://schemas.microsoft.com/office/drawing/2014/main" id="{68B0BAC6-4A04-DED6-0E8E-310C916F8F72}"/>
                    </a:ext>
                  </a:extLst>
                </p:cNvPr>
                <p:cNvPicPr/>
                <p:nvPr/>
              </p:nvPicPr>
              <p:blipFill>
                <a:blip r:embed="rId51"/>
                <a:stretch>
                  <a:fillRect/>
                </a:stretch>
              </p:blipFill>
              <p:spPr>
                <a:xfrm>
                  <a:off x="1858313" y="2739585"/>
                  <a:ext cx="3528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5EEA0ECE-49E5-729C-755F-94FE33BF87E9}"/>
                    </a:ext>
                  </a:extLst>
                </p14:cNvPr>
                <p14:cNvContentPartPr/>
                <p14:nvPr/>
              </p14:nvContentPartPr>
              <p14:xfrm>
                <a:off x="1802153" y="2742105"/>
                <a:ext cx="241560" cy="187560"/>
              </p14:xfrm>
            </p:contentPart>
          </mc:Choice>
          <mc:Fallback>
            <p:pic>
              <p:nvPicPr>
                <p:cNvPr id="30" name="Ink 29">
                  <a:extLst>
                    <a:ext uri="{FF2B5EF4-FFF2-40B4-BE49-F238E27FC236}">
                      <a16:creationId xmlns:a16="http://schemas.microsoft.com/office/drawing/2014/main" id="{5EEA0ECE-49E5-729C-755F-94FE33BF87E9}"/>
                    </a:ext>
                  </a:extLst>
                </p:cNvPr>
                <p:cNvPicPr/>
                <p:nvPr/>
              </p:nvPicPr>
              <p:blipFill>
                <a:blip r:embed="rId53"/>
                <a:stretch>
                  <a:fillRect/>
                </a:stretch>
              </p:blipFill>
              <p:spPr>
                <a:xfrm>
                  <a:off x="1793513" y="2733465"/>
                  <a:ext cx="25920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5D42C397-DE31-BB89-745E-45CD8FEBA0F1}"/>
                    </a:ext>
                  </a:extLst>
                </p14:cNvPr>
                <p14:cNvContentPartPr/>
                <p14:nvPr/>
              </p14:nvContentPartPr>
              <p14:xfrm>
                <a:off x="2103473" y="2812665"/>
                <a:ext cx="188280" cy="84240"/>
              </p14:xfrm>
            </p:contentPart>
          </mc:Choice>
          <mc:Fallback>
            <p:pic>
              <p:nvPicPr>
                <p:cNvPr id="31" name="Ink 30">
                  <a:extLst>
                    <a:ext uri="{FF2B5EF4-FFF2-40B4-BE49-F238E27FC236}">
                      <a16:creationId xmlns:a16="http://schemas.microsoft.com/office/drawing/2014/main" id="{5D42C397-DE31-BB89-745E-45CD8FEBA0F1}"/>
                    </a:ext>
                  </a:extLst>
                </p:cNvPr>
                <p:cNvPicPr/>
                <p:nvPr/>
              </p:nvPicPr>
              <p:blipFill>
                <a:blip r:embed="rId55"/>
                <a:stretch>
                  <a:fillRect/>
                </a:stretch>
              </p:blipFill>
              <p:spPr>
                <a:xfrm>
                  <a:off x="2094833" y="2803665"/>
                  <a:ext cx="20592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Ink 31">
                  <a:extLst>
                    <a:ext uri="{FF2B5EF4-FFF2-40B4-BE49-F238E27FC236}">
                      <a16:creationId xmlns:a16="http://schemas.microsoft.com/office/drawing/2014/main" id="{542847E6-F193-B7B2-CFB3-CAFE4D1E79F8}"/>
                    </a:ext>
                  </a:extLst>
                </p14:cNvPr>
                <p14:cNvContentPartPr/>
                <p14:nvPr/>
              </p14:nvContentPartPr>
              <p14:xfrm>
                <a:off x="2291033" y="2797185"/>
                <a:ext cx="142560" cy="67320"/>
              </p14:xfrm>
            </p:contentPart>
          </mc:Choice>
          <mc:Fallback>
            <p:pic>
              <p:nvPicPr>
                <p:cNvPr id="32" name="Ink 31">
                  <a:extLst>
                    <a:ext uri="{FF2B5EF4-FFF2-40B4-BE49-F238E27FC236}">
                      <a16:creationId xmlns:a16="http://schemas.microsoft.com/office/drawing/2014/main" id="{542847E6-F193-B7B2-CFB3-CAFE4D1E79F8}"/>
                    </a:ext>
                  </a:extLst>
                </p:cNvPr>
                <p:cNvPicPr/>
                <p:nvPr/>
              </p:nvPicPr>
              <p:blipFill>
                <a:blip r:embed="rId57"/>
                <a:stretch>
                  <a:fillRect/>
                </a:stretch>
              </p:blipFill>
              <p:spPr>
                <a:xfrm>
                  <a:off x="2282033" y="2788545"/>
                  <a:ext cx="16020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89BD9772-F138-F1CC-AB02-6B72609D8A4A}"/>
                    </a:ext>
                  </a:extLst>
                </p14:cNvPr>
                <p14:cNvContentPartPr/>
                <p14:nvPr/>
              </p14:nvContentPartPr>
              <p14:xfrm>
                <a:off x="2448353" y="2748225"/>
                <a:ext cx="194400" cy="311400"/>
              </p14:xfrm>
            </p:contentPart>
          </mc:Choice>
          <mc:Fallback>
            <p:pic>
              <p:nvPicPr>
                <p:cNvPr id="33" name="Ink 32">
                  <a:extLst>
                    <a:ext uri="{FF2B5EF4-FFF2-40B4-BE49-F238E27FC236}">
                      <a16:creationId xmlns:a16="http://schemas.microsoft.com/office/drawing/2014/main" id="{89BD9772-F138-F1CC-AB02-6B72609D8A4A}"/>
                    </a:ext>
                  </a:extLst>
                </p:cNvPr>
                <p:cNvPicPr/>
                <p:nvPr/>
              </p:nvPicPr>
              <p:blipFill>
                <a:blip r:embed="rId59"/>
                <a:stretch>
                  <a:fillRect/>
                </a:stretch>
              </p:blipFill>
              <p:spPr>
                <a:xfrm>
                  <a:off x="2439353" y="2739585"/>
                  <a:ext cx="212040" cy="329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906855DB-AAA7-7BAA-AEAB-F702C277E915}"/>
                    </a:ext>
                  </a:extLst>
                </p14:cNvPr>
                <p14:cNvContentPartPr/>
                <p14:nvPr/>
              </p14:nvContentPartPr>
              <p14:xfrm>
                <a:off x="2684513" y="2741745"/>
                <a:ext cx="93240" cy="94680"/>
              </p14:xfrm>
            </p:contentPart>
          </mc:Choice>
          <mc:Fallback>
            <p:pic>
              <p:nvPicPr>
                <p:cNvPr id="34" name="Ink 33">
                  <a:extLst>
                    <a:ext uri="{FF2B5EF4-FFF2-40B4-BE49-F238E27FC236}">
                      <a16:creationId xmlns:a16="http://schemas.microsoft.com/office/drawing/2014/main" id="{906855DB-AAA7-7BAA-AEAB-F702C277E915}"/>
                    </a:ext>
                  </a:extLst>
                </p:cNvPr>
                <p:cNvPicPr/>
                <p:nvPr/>
              </p:nvPicPr>
              <p:blipFill>
                <a:blip r:embed="rId61"/>
                <a:stretch>
                  <a:fillRect/>
                </a:stretch>
              </p:blipFill>
              <p:spPr>
                <a:xfrm>
                  <a:off x="2675873" y="2733105"/>
                  <a:ext cx="11088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5" name="Ink 34">
                  <a:extLst>
                    <a:ext uri="{FF2B5EF4-FFF2-40B4-BE49-F238E27FC236}">
                      <a16:creationId xmlns:a16="http://schemas.microsoft.com/office/drawing/2014/main" id="{2E4078D1-556B-A3BC-CE12-AB59E6BB439E}"/>
                    </a:ext>
                  </a:extLst>
                </p14:cNvPr>
                <p14:cNvContentPartPr/>
                <p14:nvPr/>
              </p14:nvContentPartPr>
              <p14:xfrm>
                <a:off x="2758313" y="2573625"/>
                <a:ext cx="144360" cy="420480"/>
              </p14:xfrm>
            </p:contentPart>
          </mc:Choice>
          <mc:Fallback>
            <p:pic>
              <p:nvPicPr>
                <p:cNvPr id="35" name="Ink 34">
                  <a:extLst>
                    <a:ext uri="{FF2B5EF4-FFF2-40B4-BE49-F238E27FC236}">
                      <a16:creationId xmlns:a16="http://schemas.microsoft.com/office/drawing/2014/main" id="{2E4078D1-556B-A3BC-CE12-AB59E6BB439E}"/>
                    </a:ext>
                  </a:extLst>
                </p:cNvPr>
                <p:cNvPicPr/>
                <p:nvPr/>
              </p:nvPicPr>
              <p:blipFill>
                <a:blip r:embed="rId63"/>
                <a:stretch>
                  <a:fillRect/>
                </a:stretch>
              </p:blipFill>
              <p:spPr>
                <a:xfrm>
                  <a:off x="2749673" y="2564985"/>
                  <a:ext cx="162000" cy="438120"/>
                </a:xfrm>
                <a:prstGeom prst="rect">
                  <a:avLst/>
                </a:prstGeom>
              </p:spPr>
            </p:pic>
          </mc:Fallback>
        </mc:AlternateContent>
      </p:grpSp>
      <p:grpSp>
        <p:nvGrpSpPr>
          <p:cNvPr id="47" name="Group 46">
            <a:extLst>
              <a:ext uri="{FF2B5EF4-FFF2-40B4-BE49-F238E27FC236}">
                <a16:creationId xmlns:a16="http://schemas.microsoft.com/office/drawing/2014/main" id="{6EFA061D-2F5B-F70E-71CF-1D2D779927C2}"/>
              </a:ext>
            </a:extLst>
          </p:cNvPr>
          <p:cNvGrpSpPr/>
          <p:nvPr/>
        </p:nvGrpSpPr>
        <p:grpSpPr>
          <a:xfrm>
            <a:off x="598313" y="4541025"/>
            <a:ext cx="2697120" cy="885600"/>
            <a:chOff x="598313" y="4541025"/>
            <a:chExt cx="2697120" cy="885600"/>
          </a:xfrm>
        </p:grpSpPr>
        <mc:AlternateContent xmlns:mc="http://schemas.openxmlformats.org/markup-compatibility/2006">
          <mc:Choice xmlns:p14="http://schemas.microsoft.com/office/powerpoint/2010/main" Requires="p14">
            <p:contentPart p14:bwMode="auto" r:id="rId64">
              <p14:nvContentPartPr>
                <p14:cNvPr id="37" name="Ink 36">
                  <a:extLst>
                    <a:ext uri="{FF2B5EF4-FFF2-40B4-BE49-F238E27FC236}">
                      <a16:creationId xmlns:a16="http://schemas.microsoft.com/office/drawing/2014/main" id="{84F6653B-C58C-758C-8D8A-C54729072BE5}"/>
                    </a:ext>
                  </a:extLst>
                </p14:cNvPr>
                <p14:cNvContentPartPr/>
                <p14:nvPr/>
              </p14:nvContentPartPr>
              <p14:xfrm>
                <a:off x="598313" y="4768185"/>
                <a:ext cx="382680" cy="248760"/>
              </p14:xfrm>
            </p:contentPart>
          </mc:Choice>
          <mc:Fallback>
            <p:pic>
              <p:nvPicPr>
                <p:cNvPr id="37" name="Ink 36">
                  <a:extLst>
                    <a:ext uri="{FF2B5EF4-FFF2-40B4-BE49-F238E27FC236}">
                      <a16:creationId xmlns:a16="http://schemas.microsoft.com/office/drawing/2014/main" id="{84F6653B-C58C-758C-8D8A-C54729072BE5}"/>
                    </a:ext>
                  </a:extLst>
                </p:cNvPr>
                <p:cNvPicPr/>
                <p:nvPr/>
              </p:nvPicPr>
              <p:blipFill>
                <a:blip r:embed="rId65"/>
                <a:stretch>
                  <a:fillRect/>
                </a:stretch>
              </p:blipFill>
              <p:spPr>
                <a:xfrm>
                  <a:off x="589313" y="4759545"/>
                  <a:ext cx="40032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8" name="Ink 37">
                  <a:extLst>
                    <a:ext uri="{FF2B5EF4-FFF2-40B4-BE49-F238E27FC236}">
                      <a16:creationId xmlns:a16="http://schemas.microsoft.com/office/drawing/2014/main" id="{363E7B2B-A982-6C6C-14DF-94B401EBDA96}"/>
                    </a:ext>
                  </a:extLst>
                </p14:cNvPr>
                <p14:cNvContentPartPr/>
                <p14:nvPr/>
              </p14:nvContentPartPr>
              <p14:xfrm>
                <a:off x="1058033" y="4756305"/>
                <a:ext cx="17280" cy="234000"/>
              </p14:xfrm>
            </p:contentPart>
          </mc:Choice>
          <mc:Fallback>
            <p:pic>
              <p:nvPicPr>
                <p:cNvPr id="38" name="Ink 37">
                  <a:extLst>
                    <a:ext uri="{FF2B5EF4-FFF2-40B4-BE49-F238E27FC236}">
                      <a16:creationId xmlns:a16="http://schemas.microsoft.com/office/drawing/2014/main" id="{363E7B2B-A982-6C6C-14DF-94B401EBDA96}"/>
                    </a:ext>
                  </a:extLst>
                </p:cNvPr>
                <p:cNvPicPr/>
                <p:nvPr/>
              </p:nvPicPr>
              <p:blipFill>
                <a:blip r:embed="rId67"/>
                <a:stretch>
                  <a:fillRect/>
                </a:stretch>
              </p:blipFill>
              <p:spPr>
                <a:xfrm>
                  <a:off x="1049033" y="4747665"/>
                  <a:ext cx="3492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9" name="Ink 38">
                  <a:extLst>
                    <a:ext uri="{FF2B5EF4-FFF2-40B4-BE49-F238E27FC236}">
                      <a16:creationId xmlns:a16="http://schemas.microsoft.com/office/drawing/2014/main" id="{5C70CAF2-402A-F9A2-380A-422E9FED5AD2}"/>
                    </a:ext>
                  </a:extLst>
                </p14:cNvPr>
                <p14:cNvContentPartPr/>
                <p14:nvPr/>
              </p14:nvContentPartPr>
              <p14:xfrm>
                <a:off x="1046153" y="4715625"/>
                <a:ext cx="173160" cy="47520"/>
              </p14:xfrm>
            </p:contentPart>
          </mc:Choice>
          <mc:Fallback>
            <p:pic>
              <p:nvPicPr>
                <p:cNvPr id="39" name="Ink 38">
                  <a:extLst>
                    <a:ext uri="{FF2B5EF4-FFF2-40B4-BE49-F238E27FC236}">
                      <a16:creationId xmlns:a16="http://schemas.microsoft.com/office/drawing/2014/main" id="{5C70CAF2-402A-F9A2-380A-422E9FED5AD2}"/>
                    </a:ext>
                  </a:extLst>
                </p:cNvPr>
                <p:cNvPicPr/>
                <p:nvPr/>
              </p:nvPicPr>
              <p:blipFill>
                <a:blip r:embed="rId69"/>
                <a:stretch>
                  <a:fillRect/>
                </a:stretch>
              </p:blipFill>
              <p:spPr>
                <a:xfrm>
                  <a:off x="1037153" y="4706985"/>
                  <a:ext cx="19080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0" name="Ink 39">
                  <a:extLst>
                    <a:ext uri="{FF2B5EF4-FFF2-40B4-BE49-F238E27FC236}">
                      <a16:creationId xmlns:a16="http://schemas.microsoft.com/office/drawing/2014/main" id="{EE40FAF9-1C77-EE41-4F86-A953D5BD154A}"/>
                    </a:ext>
                  </a:extLst>
                </p14:cNvPr>
                <p14:cNvContentPartPr/>
                <p14:nvPr/>
              </p14:nvContentPartPr>
              <p14:xfrm>
                <a:off x="1050833" y="4826145"/>
                <a:ext cx="133560" cy="39960"/>
              </p14:xfrm>
            </p:contentPart>
          </mc:Choice>
          <mc:Fallback>
            <p:pic>
              <p:nvPicPr>
                <p:cNvPr id="40" name="Ink 39">
                  <a:extLst>
                    <a:ext uri="{FF2B5EF4-FFF2-40B4-BE49-F238E27FC236}">
                      <a16:creationId xmlns:a16="http://schemas.microsoft.com/office/drawing/2014/main" id="{EE40FAF9-1C77-EE41-4F86-A953D5BD154A}"/>
                    </a:ext>
                  </a:extLst>
                </p:cNvPr>
                <p:cNvPicPr/>
                <p:nvPr/>
              </p:nvPicPr>
              <p:blipFill>
                <a:blip r:embed="rId71"/>
                <a:stretch>
                  <a:fillRect/>
                </a:stretch>
              </p:blipFill>
              <p:spPr>
                <a:xfrm>
                  <a:off x="1042193" y="4817145"/>
                  <a:ext cx="15120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1151C8E5-F6AE-209E-0C64-38A5FFCF6115}"/>
                    </a:ext>
                  </a:extLst>
                </p14:cNvPr>
                <p14:cNvContentPartPr/>
                <p14:nvPr/>
              </p14:nvContentPartPr>
              <p14:xfrm>
                <a:off x="1387073" y="4646145"/>
                <a:ext cx="1908360" cy="245880"/>
              </p14:xfrm>
            </p:contentPart>
          </mc:Choice>
          <mc:Fallback>
            <p:pic>
              <p:nvPicPr>
                <p:cNvPr id="42" name="Ink 41">
                  <a:extLst>
                    <a:ext uri="{FF2B5EF4-FFF2-40B4-BE49-F238E27FC236}">
                      <a16:creationId xmlns:a16="http://schemas.microsoft.com/office/drawing/2014/main" id="{1151C8E5-F6AE-209E-0C64-38A5FFCF6115}"/>
                    </a:ext>
                  </a:extLst>
                </p:cNvPr>
                <p:cNvPicPr/>
                <p:nvPr/>
              </p:nvPicPr>
              <p:blipFill>
                <a:blip r:embed="rId73"/>
                <a:stretch>
                  <a:fillRect/>
                </a:stretch>
              </p:blipFill>
              <p:spPr>
                <a:xfrm>
                  <a:off x="1378073" y="4637145"/>
                  <a:ext cx="192600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3" name="Ink 42">
                  <a:extLst>
                    <a:ext uri="{FF2B5EF4-FFF2-40B4-BE49-F238E27FC236}">
                      <a16:creationId xmlns:a16="http://schemas.microsoft.com/office/drawing/2014/main" id="{616A0301-784F-70B7-CD8D-4D0F0114A485}"/>
                    </a:ext>
                  </a:extLst>
                </p14:cNvPr>
                <p14:cNvContentPartPr/>
                <p14:nvPr/>
              </p14:nvContentPartPr>
              <p14:xfrm>
                <a:off x="3126233" y="4541025"/>
                <a:ext cx="165960" cy="284400"/>
              </p14:xfrm>
            </p:contentPart>
          </mc:Choice>
          <mc:Fallback>
            <p:pic>
              <p:nvPicPr>
                <p:cNvPr id="43" name="Ink 42">
                  <a:extLst>
                    <a:ext uri="{FF2B5EF4-FFF2-40B4-BE49-F238E27FC236}">
                      <a16:creationId xmlns:a16="http://schemas.microsoft.com/office/drawing/2014/main" id="{616A0301-784F-70B7-CD8D-4D0F0114A485}"/>
                    </a:ext>
                  </a:extLst>
                </p:cNvPr>
                <p:cNvPicPr/>
                <p:nvPr/>
              </p:nvPicPr>
              <p:blipFill>
                <a:blip r:embed="rId75"/>
                <a:stretch>
                  <a:fillRect/>
                </a:stretch>
              </p:blipFill>
              <p:spPr>
                <a:xfrm>
                  <a:off x="3117593" y="4532385"/>
                  <a:ext cx="18360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4" name="Ink 43">
                  <a:extLst>
                    <a:ext uri="{FF2B5EF4-FFF2-40B4-BE49-F238E27FC236}">
                      <a16:creationId xmlns:a16="http://schemas.microsoft.com/office/drawing/2014/main" id="{F2DE4480-7122-0E84-8E8E-4BC5058E3744}"/>
                    </a:ext>
                  </a:extLst>
                </p14:cNvPr>
                <p14:cNvContentPartPr/>
                <p14:nvPr/>
              </p14:nvContentPartPr>
              <p14:xfrm>
                <a:off x="2321273" y="5154105"/>
                <a:ext cx="248040" cy="37800"/>
              </p14:xfrm>
            </p:contentPart>
          </mc:Choice>
          <mc:Fallback>
            <p:pic>
              <p:nvPicPr>
                <p:cNvPr id="44" name="Ink 43">
                  <a:extLst>
                    <a:ext uri="{FF2B5EF4-FFF2-40B4-BE49-F238E27FC236}">
                      <a16:creationId xmlns:a16="http://schemas.microsoft.com/office/drawing/2014/main" id="{F2DE4480-7122-0E84-8E8E-4BC5058E3744}"/>
                    </a:ext>
                  </a:extLst>
                </p:cNvPr>
                <p:cNvPicPr/>
                <p:nvPr/>
              </p:nvPicPr>
              <p:blipFill>
                <a:blip r:embed="rId77"/>
                <a:stretch>
                  <a:fillRect/>
                </a:stretch>
              </p:blipFill>
              <p:spPr>
                <a:xfrm>
                  <a:off x="2312633" y="5145105"/>
                  <a:ext cx="26568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5" name="Ink 44">
                  <a:extLst>
                    <a:ext uri="{FF2B5EF4-FFF2-40B4-BE49-F238E27FC236}">
                      <a16:creationId xmlns:a16="http://schemas.microsoft.com/office/drawing/2014/main" id="{B0ED3DDD-1E8F-3BDD-D193-6A000DFEAB7D}"/>
                    </a:ext>
                  </a:extLst>
                </p14:cNvPr>
                <p14:cNvContentPartPr/>
                <p14:nvPr/>
              </p14:nvContentPartPr>
              <p14:xfrm>
                <a:off x="2440433" y="5059785"/>
                <a:ext cx="21960" cy="222120"/>
              </p14:xfrm>
            </p:contentPart>
          </mc:Choice>
          <mc:Fallback>
            <p:pic>
              <p:nvPicPr>
                <p:cNvPr id="45" name="Ink 44">
                  <a:extLst>
                    <a:ext uri="{FF2B5EF4-FFF2-40B4-BE49-F238E27FC236}">
                      <a16:creationId xmlns:a16="http://schemas.microsoft.com/office/drawing/2014/main" id="{B0ED3DDD-1E8F-3BDD-D193-6A000DFEAB7D}"/>
                    </a:ext>
                  </a:extLst>
                </p:cNvPr>
                <p:cNvPicPr/>
                <p:nvPr/>
              </p:nvPicPr>
              <p:blipFill>
                <a:blip r:embed="rId79"/>
                <a:stretch>
                  <a:fillRect/>
                </a:stretch>
              </p:blipFill>
              <p:spPr>
                <a:xfrm>
                  <a:off x="2431433" y="5050785"/>
                  <a:ext cx="3960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6" name="Ink 45">
                  <a:extLst>
                    <a:ext uri="{FF2B5EF4-FFF2-40B4-BE49-F238E27FC236}">
                      <a16:creationId xmlns:a16="http://schemas.microsoft.com/office/drawing/2014/main" id="{32FB38B3-86C8-DBDB-2D97-CAD1A2A3B9B3}"/>
                    </a:ext>
                  </a:extLst>
                </p14:cNvPr>
                <p14:cNvContentPartPr/>
                <p14:nvPr/>
              </p14:nvContentPartPr>
              <p14:xfrm>
                <a:off x="2126873" y="4949265"/>
                <a:ext cx="586440" cy="477360"/>
              </p14:xfrm>
            </p:contentPart>
          </mc:Choice>
          <mc:Fallback>
            <p:pic>
              <p:nvPicPr>
                <p:cNvPr id="46" name="Ink 45">
                  <a:extLst>
                    <a:ext uri="{FF2B5EF4-FFF2-40B4-BE49-F238E27FC236}">
                      <a16:creationId xmlns:a16="http://schemas.microsoft.com/office/drawing/2014/main" id="{32FB38B3-86C8-DBDB-2D97-CAD1A2A3B9B3}"/>
                    </a:ext>
                  </a:extLst>
                </p:cNvPr>
                <p:cNvPicPr/>
                <p:nvPr/>
              </p:nvPicPr>
              <p:blipFill>
                <a:blip r:embed="rId81"/>
                <a:stretch>
                  <a:fillRect/>
                </a:stretch>
              </p:blipFill>
              <p:spPr>
                <a:xfrm>
                  <a:off x="2118233" y="4940625"/>
                  <a:ext cx="604080" cy="495000"/>
                </a:xfrm>
                <a:prstGeom prst="rect">
                  <a:avLst/>
                </a:prstGeom>
              </p:spPr>
            </p:pic>
          </mc:Fallback>
        </mc:AlternateContent>
      </p:grpSp>
      <p:grpSp>
        <p:nvGrpSpPr>
          <p:cNvPr id="53" name="Group 52">
            <a:extLst>
              <a:ext uri="{FF2B5EF4-FFF2-40B4-BE49-F238E27FC236}">
                <a16:creationId xmlns:a16="http://schemas.microsoft.com/office/drawing/2014/main" id="{78B563FC-6261-8968-36AA-974F323C6229}"/>
              </a:ext>
            </a:extLst>
          </p:cNvPr>
          <p:cNvGrpSpPr/>
          <p:nvPr/>
        </p:nvGrpSpPr>
        <p:grpSpPr>
          <a:xfrm>
            <a:off x="2223713" y="1787025"/>
            <a:ext cx="1323360" cy="586800"/>
            <a:chOff x="2223713" y="1787025"/>
            <a:chExt cx="1323360" cy="586800"/>
          </a:xfrm>
        </p:grpSpPr>
        <mc:AlternateContent xmlns:mc="http://schemas.openxmlformats.org/markup-compatibility/2006">
          <mc:Choice xmlns:p14="http://schemas.microsoft.com/office/powerpoint/2010/main" Requires="p14">
            <p:contentPart p14:bwMode="auto" r:id="rId82">
              <p14:nvContentPartPr>
                <p14:cNvPr id="48" name="Ink 47">
                  <a:extLst>
                    <a:ext uri="{FF2B5EF4-FFF2-40B4-BE49-F238E27FC236}">
                      <a16:creationId xmlns:a16="http://schemas.microsoft.com/office/drawing/2014/main" id="{86416D68-6153-5517-A588-9EB3F60F0B81}"/>
                    </a:ext>
                  </a:extLst>
                </p14:cNvPr>
                <p14:cNvContentPartPr/>
                <p14:nvPr/>
              </p14:nvContentPartPr>
              <p14:xfrm>
                <a:off x="2223713" y="2197425"/>
                <a:ext cx="1257480" cy="55080"/>
              </p14:xfrm>
            </p:contentPart>
          </mc:Choice>
          <mc:Fallback>
            <p:pic>
              <p:nvPicPr>
                <p:cNvPr id="48" name="Ink 47">
                  <a:extLst>
                    <a:ext uri="{FF2B5EF4-FFF2-40B4-BE49-F238E27FC236}">
                      <a16:creationId xmlns:a16="http://schemas.microsoft.com/office/drawing/2014/main" id="{86416D68-6153-5517-A588-9EB3F60F0B81}"/>
                    </a:ext>
                  </a:extLst>
                </p:cNvPr>
                <p:cNvPicPr/>
                <p:nvPr/>
              </p:nvPicPr>
              <p:blipFill>
                <a:blip r:embed="rId83"/>
                <a:stretch>
                  <a:fillRect/>
                </a:stretch>
              </p:blipFill>
              <p:spPr>
                <a:xfrm>
                  <a:off x="2215073" y="2188785"/>
                  <a:ext cx="127512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9" name="Ink 48">
                  <a:extLst>
                    <a:ext uri="{FF2B5EF4-FFF2-40B4-BE49-F238E27FC236}">
                      <a16:creationId xmlns:a16="http://schemas.microsoft.com/office/drawing/2014/main" id="{813ABD73-CEF2-715E-4EB4-1A9F5FEFAC02}"/>
                    </a:ext>
                  </a:extLst>
                </p14:cNvPr>
                <p14:cNvContentPartPr/>
                <p14:nvPr/>
              </p14:nvContentPartPr>
              <p14:xfrm>
                <a:off x="3320273" y="2086185"/>
                <a:ext cx="226800" cy="287640"/>
              </p14:xfrm>
            </p:contentPart>
          </mc:Choice>
          <mc:Fallback>
            <p:pic>
              <p:nvPicPr>
                <p:cNvPr id="49" name="Ink 48">
                  <a:extLst>
                    <a:ext uri="{FF2B5EF4-FFF2-40B4-BE49-F238E27FC236}">
                      <a16:creationId xmlns:a16="http://schemas.microsoft.com/office/drawing/2014/main" id="{813ABD73-CEF2-715E-4EB4-1A9F5FEFAC02}"/>
                    </a:ext>
                  </a:extLst>
                </p:cNvPr>
                <p:cNvPicPr/>
                <p:nvPr/>
              </p:nvPicPr>
              <p:blipFill>
                <a:blip r:embed="rId85"/>
                <a:stretch>
                  <a:fillRect/>
                </a:stretch>
              </p:blipFill>
              <p:spPr>
                <a:xfrm>
                  <a:off x="3311633" y="2077185"/>
                  <a:ext cx="24444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0" name="Ink 49">
                  <a:extLst>
                    <a:ext uri="{FF2B5EF4-FFF2-40B4-BE49-F238E27FC236}">
                      <a16:creationId xmlns:a16="http://schemas.microsoft.com/office/drawing/2014/main" id="{65E0488E-15A4-CC26-99B1-5D3705168048}"/>
                    </a:ext>
                  </a:extLst>
                </p14:cNvPr>
                <p14:cNvContentPartPr/>
                <p14:nvPr/>
              </p14:nvContentPartPr>
              <p14:xfrm>
                <a:off x="2777393" y="1941465"/>
                <a:ext cx="211320" cy="23040"/>
              </p14:xfrm>
            </p:contentPart>
          </mc:Choice>
          <mc:Fallback>
            <p:pic>
              <p:nvPicPr>
                <p:cNvPr id="50" name="Ink 49">
                  <a:extLst>
                    <a:ext uri="{FF2B5EF4-FFF2-40B4-BE49-F238E27FC236}">
                      <a16:creationId xmlns:a16="http://schemas.microsoft.com/office/drawing/2014/main" id="{65E0488E-15A4-CC26-99B1-5D3705168048}"/>
                    </a:ext>
                  </a:extLst>
                </p:cNvPr>
                <p:cNvPicPr/>
                <p:nvPr/>
              </p:nvPicPr>
              <p:blipFill>
                <a:blip r:embed="rId87"/>
                <a:stretch>
                  <a:fillRect/>
                </a:stretch>
              </p:blipFill>
              <p:spPr>
                <a:xfrm>
                  <a:off x="2768753" y="1932825"/>
                  <a:ext cx="22896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1" name="Ink 50">
                  <a:extLst>
                    <a:ext uri="{FF2B5EF4-FFF2-40B4-BE49-F238E27FC236}">
                      <a16:creationId xmlns:a16="http://schemas.microsoft.com/office/drawing/2014/main" id="{E6F4DA6B-CA20-1F3D-8981-C9BA50DC10CD}"/>
                    </a:ext>
                  </a:extLst>
                </p14:cNvPr>
                <p14:cNvContentPartPr/>
                <p14:nvPr/>
              </p14:nvContentPartPr>
              <p14:xfrm>
                <a:off x="2872793" y="1862265"/>
                <a:ext cx="43200" cy="178200"/>
              </p14:xfrm>
            </p:contentPart>
          </mc:Choice>
          <mc:Fallback>
            <p:pic>
              <p:nvPicPr>
                <p:cNvPr id="51" name="Ink 50">
                  <a:extLst>
                    <a:ext uri="{FF2B5EF4-FFF2-40B4-BE49-F238E27FC236}">
                      <a16:creationId xmlns:a16="http://schemas.microsoft.com/office/drawing/2014/main" id="{E6F4DA6B-CA20-1F3D-8981-C9BA50DC10CD}"/>
                    </a:ext>
                  </a:extLst>
                </p:cNvPr>
                <p:cNvPicPr/>
                <p:nvPr/>
              </p:nvPicPr>
              <p:blipFill>
                <a:blip r:embed="rId89"/>
                <a:stretch>
                  <a:fillRect/>
                </a:stretch>
              </p:blipFill>
              <p:spPr>
                <a:xfrm>
                  <a:off x="2863793" y="1853265"/>
                  <a:ext cx="6084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2" name="Ink 51">
                  <a:extLst>
                    <a:ext uri="{FF2B5EF4-FFF2-40B4-BE49-F238E27FC236}">
                      <a16:creationId xmlns:a16="http://schemas.microsoft.com/office/drawing/2014/main" id="{361E3691-F900-ABED-6CF6-64C5BFF1B66D}"/>
                    </a:ext>
                  </a:extLst>
                </p14:cNvPr>
                <p14:cNvContentPartPr/>
                <p14:nvPr/>
              </p14:nvContentPartPr>
              <p14:xfrm>
                <a:off x="2611793" y="1787025"/>
                <a:ext cx="466560" cy="378000"/>
              </p14:xfrm>
            </p:contentPart>
          </mc:Choice>
          <mc:Fallback>
            <p:pic>
              <p:nvPicPr>
                <p:cNvPr id="52" name="Ink 51">
                  <a:extLst>
                    <a:ext uri="{FF2B5EF4-FFF2-40B4-BE49-F238E27FC236}">
                      <a16:creationId xmlns:a16="http://schemas.microsoft.com/office/drawing/2014/main" id="{361E3691-F900-ABED-6CF6-64C5BFF1B66D}"/>
                    </a:ext>
                  </a:extLst>
                </p:cNvPr>
                <p:cNvPicPr/>
                <p:nvPr/>
              </p:nvPicPr>
              <p:blipFill>
                <a:blip r:embed="rId91"/>
                <a:stretch>
                  <a:fillRect/>
                </a:stretch>
              </p:blipFill>
              <p:spPr>
                <a:xfrm>
                  <a:off x="2602793" y="1778385"/>
                  <a:ext cx="484200" cy="395640"/>
                </a:xfrm>
                <a:prstGeom prst="rect">
                  <a:avLst/>
                </a:prstGeom>
              </p:spPr>
            </p:pic>
          </mc:Fallback>
        </mc:AlternateContent>
      </p:grpSp>
      <p:grpSp>
        <p:nvGrpSpPr>
          <p:cNvPr id="138" name="Group 137">
            <a:extLst>
              <a:ext uri="{FF2B5EF4-FFF2-40B4-BE49-F238E27FC236}">
                <a16:creationId xmlns:a16="http://schemas.microsoft.com/office/drawing/2014/main" id="{12B97DFE-CF15-5329-317A-0EC0CB479467}"/>
              </a:ext>
            </a:extLst>
          </p:cNvPr>
          <p:cNvGrpSpPr/>
          <p:nvPr/>
        </p:nvGrpSpPr>
        <p:grpSpPr>
          <a:xfrm>
            <a:off x="3602513" y="4208745"/>
            <a:ext cx="2728440" cy="1662120"/>
            <a:chOff x="3602513" y="4208745"/>
            <a:chExt cx="2728440" cy="1662120"/>
          </a:xfrm>
        </p:grpSpPr>
        <mc:AlternateContent xmlns:mc="http://schemas.openxmlformats.org/markup-compatibility/2006">
          <mc:Choice xmlns:p14="http://schemas.microsoft.com/office/powerpoint/2010/main" Requires="p14">
            <p:contentPart p14:bwMode="auto" r:id="rId92">
              <p14:nvContentPartPr>
                <p14:cNvPr id="94" name="Ink 93">
                  <a:extLst>
                    <a:ext uri="{FF2B5EF4-FFF2-40B4-BE49-F238E27FC236}">
                      <a16:creationId xmlns:a16="http://schemas.microsoft.com/office/drawing/2014/main" id="{1C3C7B0E-1EFC-36D8-63F6-03DCA51513D7}"/>
                    </a:ext>
                  </a:extLst>
                </p14:cNvPr>
                <p14:cNvContentPartPr/>
                <p14:nvPr/>
              </p14:nvContentPartPr>
              <p14:xfrm>
                <a:off x="3602513" y="4368585"/>
                <a:ext cx="268560" cy="376560"/>
              </p14:xfrm>
            </p:contentPart>
          </mc:Choice>
          <mc:Fallback>
            <p:pic>
              <p:nvPicPr>
                <p:cNvPr id="94" name="Ink 93">
                  <a:extLst>
                    <a:ext uri="{FF2B5EF4-FFF2-40B4-BE49-F238E27FC236}">
                      <a16:creationId xmlns:a16="http://schemas.microsoft.com/office/drawing/2014/main" id="{1C3C7B0E-1EFC-36D8-63F6-03DCA51513D7}"/>
                    </a:ext>
                  </a:extLst>
                </p:cNvPr>
                <p:cNvPicPr/>
                <p:nvPr/>
              </p:nvPicPr>
              <p:blipFill>
                <a:blip r:embed="rId93"/>
                <a:stretch>
                  <a:fillRect/>
                </a:stretch>
              </p:blipFill>
              <p:spPr>
                <a:xfrm>
                  <a:off x="3593873" y="4359585"/>
                  <a:ext cx="286200" cy="3942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5" name="Ink 94">
                  <a:extLst>
                    <a:ext uri="{FF2B5EF4-FFF2-40B4-BE49-F238E27FC236}">
                      <a16:creationId xmlns:a16="http://schemas.microsoft.com/office/drawing/2014/main" id="{7CE932B6-7375-9518-1540-75F3C9C25D3C}"/>
                    </a:ext>
                  </a:extLst>
                </p14:cNvPr>
                <p14:cNvContentPartPr/>
                <p14:nvPr/>
              </p14:nvContentPartPr>
              <p14:xfrm>
                <a:off x="3698993" y="4561905"/>
                <a:ext cx="345600" cy="88920"/>
              </p14:xfrm>
            </p:contentPart>
          </mc:Choice>
          <mc:Fallback>
            <p:pic>
              <p:nvPicPr>
                <p:cNvPr id="95" name="Ink 94">
                  <a:extLst>
                    <a:ext uri="{FF2B5EF4-FFF2-40B4-BE49-F238E27FC236}">
                      <a16:creationId xmlns:a16="http://schemas.microsoft.com/office/drawing/2014/main" id="{7CE932B6-7375-9518-1540-75F3C9C25D3C}"/>
                    </a:ext>
                  </a:extLst>
                </p:cNvPr>
                <p:cNvPicPr/>
                <p:nvPr/>
              </p:nvPicPr>
              <p:blipFill>
                <a:blip r:embed="rId95"/>
                <a:stretch>
                  <a:fillRect/>
                </a:stretch>
              </p:blipFill>
              <p:spPr>
                <a:xfrm>
                  <a:off x="3689993" y="4552905"/>
                  <a:ext cx="36324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6" name="Ink 95">
                  <a:extLst>
                    <a:ext uri="{FF2B5EF4-FFF2-40B4-BE49-F238E27FC236}">
                      <a16:creationId xmlns:a16="http://schemas.microsoft.com/office/drawing/2014/main" id="{4577D6AF-FB34-4EC4-BCC8-750D140E9D59}"/>
                    </a:ext>
                  </a:extLst>
                </p14:cNvPr>
                <p14:cNvContentPartPr/>
                <p14:nvPr/>
              </p14:nvContentPartPr>
              <p14:xfrm>
                <a:off x="4072673" y="4400625"/>
                <a:ext cx="51480" cy="245880"/>
              </p14:xfrm>
            </p:contentPart>
          </mc:Choice>
          <mc:Fallback>
            <p:pic>
              <p:nvPicPr>
                <p:cNvPr id="96" name="Ink 95">
                  <a:extLst>
                    <a:ext uri="{FF2B5EF4-FFF2-40B4-BE49-F238E27FC236}">
                      <a16:creationId xmlns:a16="http://schemas.microsoft.com/office/drawing/2014/main" id="{4577D6AF-FB34-4EC4-BCC8-750D140E9D59}"/>
                    </a:ext>
                  </a:extLst>
                </p:cNvPr>
                <p:cNvPicPr/>
                <p:nvPr/>
              </p:nvPicPr>
              <p:blipFill>
                <a:blip r:embed="rId97"/>
                <a:stretch>
                  <a:fillRect/>
                </a:stretch>
              </p:blipFill>
              <p:spPr>
                <a:xfrm>
                  <a:off x="4064033" y="4391985"/>
                  <a:ext cx="6912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7" name="Ink 96">
                  <a:extLst>
                    <a:ext uri="{FF2B5EF4-FFF2-40B4-BE49-F238E27FC236}">
                      <a16:creationId xmlns:a16="http://schemas.microsoft.com/office/drawing/2014/main" id="{B56D540A-FA90-7716-9B1A-9DD526BFB087}"/>
                    </a:ext>
                  </a:extLst>
                </p14:cNvPr>
                <p14:cNvContentPartPr/>
                <p14:nvPr/>
              </p14:nvContentPartPr>
              <p14:xfrm>
                <a:off x="4103633" y="4543905"/>
                <a:ext cx="137520" cy="96120"/>
              </p14:xfrm>
            </p:contentPart>
          </mc:Choice>
          <mc:Fallback>
            <p:pic>
              <p:nvPicPr>
                <p:cNvPr id="97" name="Ink 96">
                  <a:extLst>
                    <a:ext uri="{FF2B5EF4-FFF2-40B4-BE49-F238E27FC236}">
                      <a16:creationId xmlns:a16="http://schemas.microsoft.com/office/drawing/2014/main" id="{B56D540A-FA90-7716-9B1A-9DD526BFB087}"/>
                    </a:ext>
                  </a:extLst>
                </p:cNvPr>
                <p:cNvPicPr/>
                <p:nvPr/>
              </p:nvPicPr>
              <p:blipFill>
                <a:blip r:embed="rId99"/>
                <a:stretch>
                  <a:fillRect/>
                </a:stretch>
              </p:blipFill>
              <p:spPr>
                <a:xfrm>
                  <a:off x="4094993" y="4535265"/>
                  <a:ext cx="15516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8" name="Ink 97">
                  <a:extLst>
                    <a:ext uri="{FF2B5EF4-FFF2-40B4-BE49-F238E27FC236}">
                      <a16:creationId xmlns:a16="http://schemas.microsoft.com/office/drawing/2014/main" id="{A5ED8955-16B3-9AEF-68C2-D59657110FE7}"/>
                    </a:ext>
                  </a:extLst>
                </p14:cNvPr>
                <p14:cNvContentPartPr/>
                <p14:nvPr/>
              </p14:nvContentPartPr>
              <p14:xfrm>
                <a:off x="4217033" y="4443465"/>
                <a:ext cx="21960" cy="7920"/>
              </p14:xfrm>
            </p:contentPart>
          </mc:Choice>
          <mc:Fallback>
            <p:pic>
              <p:nvPicPr>
                <p:cNvPr id="98" name="Ink 97">
                  <a:extLst>
                    <a:ext uri="{FF2B5EF4-FFF2-40B4-BE49-F238E27FC236}">
                      <a16:creationId xmlns:a16="http://schemas.microsoft.com/office/drawing/2014/main" id="{A5ED8955-16B3-9AEF-68C2-D59657110FE7}"/>
                    </a:ext>
                  </a:extLst>
                </p:cNvPr>
                <p:cNvPicPr/>
                <p:nvPr/>
              </p:nvPicPr>
              <p:blipFill>
                <a:blip r:embed="rId101"/>
                <a:stretch>
                  <a:fillRect/>
                </a:stretch>
              </p:blipFill>
              <p:spPr>
                <a:xfrm>
                  <a:off x="4208033" y="4434825"/>
                  <a:ext cx="3960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99" name="Ink 98">
                  <a:extLst>
                    <a:ext uri="{FF2B5EF4-FFF2-40B4-BE49-F238E27FC236}">
                      <a16:creationId xmlns:a16="http://schemas.microsoft.com/office/drawing/2014/main" id="{E6060D7C-093F-D004-D963-F04AB7FA9E5A}"/>
                    </a:ext>
                  </a:extLst>
                </p14:cNvPr>
                <p14:cNvContentPartPr/>
                <p14:nvPr/>
              </p14:nvContentPartPr>
              <p14:xfrm>
                <a:off x="4314953" y="4525185"/>
                <a:ext cx="241560" cy="122400"/>
              </p14:xfrm>
            </p:contentPart>
          </mc:Choice>
          <mc:Fallback>
            <p:pic>
              <p:nvPicPr>
                <p:cNvPr id="99" name="Ink 98">
                  <a:extLst>
                    <a:ext uri="{FF2B5EF4-FFF2-40B4-BE49-F238E27FC236}">
                      <a16:creationId xmlns:a16="http://schemas.microsoft.com/office/drawing/2014/main" id="{E6060D7C-093F-D004-D963-F04AB7FA9E5A}"/>
                    </a:ext>
                  </a:extLst>
                </p:cNvPr>
                <p:cNvPicPr/>
                <p:nvPr/>
              </p:nvPicPr>
              <p:blipFill>
                <a:blip r:embed="rId103"/>
                <a:stretch>
                  <a:fillRect/>
                </a:stretch>
              </p:blipFill>
              <p:spPr>
                <a:xfrm>
                  <a:off x="4306313" y="4516545"/>
                  <a:ext cx="25920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00" name="Ink 99">
                  <a:extLst>
                    <a:ext uri="{FF2B5EF4-FFF2-40B4-BE49-F238E27FC236}">
                      <a16:creationId xmlns:a16="http://schemas.microsoft.com/office/drawing/2014/main" id="{89A05591-072D-F2E0-7000-5D57A29E17AD}"/>
                    </a:ext>
                  </a:extLst>
                </p14:cNvPr>
                <p14:cNvContentPartPr/>
                <p14:nvPr/>
              </p14:nvContentPartPr>
              <p14:xfrm>
                <a:off x="4652633" y="4497105"/>
                <a:ext cx="8640" cy="267120"/>
              </p14:xfrm>
            </p:contentPart>
          </mc:Choice>
          <mc:Fallback>
            <p:pic>
              <p:nvPicPr>
                <p:cNvPr id="100" name="Ink 99">
                  <a:extLst>
                    <a:ext uri="{FF2B5EF4-FFF2-40B4-BE49-F238E27FC236}">
                      <a16:creationId xmlns:a16="http://schemas.microsoft.com/office/drawing/2014/main" id="{89A05591-072D-F2E0-7000-5D57A29E17AD}"/>
                    </a:ext>
                  </a:extLst>
                </p:cNvPr>
                <p:cNvPicPr/>
                <p:nvPr/>
              </p:nvPicPr>
              <p:blipFill>
                <a:blip r:embed="rId105"/>
                <a:stretch>
                  <a:fillRect/>
                </a:stretch>
              </p:blipFill>
              <p:spPr>
                <a:xfrm>
                  <a:off x="4643993" y="4488465"/>
                  <a:ext cx="2628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01" name="Ink 100">
                  <a:extLst>
                    <a:ext uri="{FF2B5EF4-FFF2-40B4-BE49-F238E27FC236}">
                      <a16:creationId xmlns:a16="http://schemas.microsoft.com/office/drawing/2014/main" id="{7366DBF4-C17E-AE58-524D-A71EB8689EF3}"/>
                    </a:ext>
                  </a:extLst>
                </p14:cNvPr>
                <p14:cNvContentPartPr/>
                <p14:nvPr/>
              </p14:nvContentPartPr>
              <p14:xfrm>
                <a:off x="4625273" y="4474065"/>
                <a:ext cx="142200" cy="119880"/>
              </p14:xfrm>
            </p:contentPart>
          </mc:Choice>
          <mc:Fallback>
            <p:pic>
              <p:nvPicPr>
                <p:cNvPr id="101" name="Ink 100">
                  <a:extLst>
                    <a:ext uri="{FF2B5EF4-FFF2-40B4-BE49-F238E27FC236}">
                      <a16:creationId xmlns:a16="http://schemas.microsoft.com/office/drawing/2014/main" id="{7366DBF4-C17E-AE58-524D-A71EB8689EF3}"/>
                    </a:ext>
                  </a:extLst>
                </p:cNvPr>
                <p:cNvPicPr/>
                <p:nvPr/>
              </p:nvPicPr>
              <p:blipFill>
                <a:blip r:embed="rId107"/>
                <a:stretch>
                  <a:fillRect/>
                </a:stretch>
              </p:blipFill>
              <p:spPr>
                <a:xfrm>
                  <a:off x="4616633" y="4465425"/>
                  <a:ext cx="15984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02" name="Ink 101">
                  <a:extLst>
                    <a:ext uri="{FF2B5EF4-FFF2-40B4-BE49-F238E27FC236}">
                      <a16:creationId xmlns:a16="http://schemas.microsoft.com/office/drawing/2014/main" id="{5BC224D4-FCEA-8FB8-B3D6-39100C48FEC3}"/>
                    </a:ext>
                  </a:extLst>
                </p14:cNvPr>
                <p14:cNvContentPartPr/>
                <p14:nvPr/>
              </p14:nvContentPartPr>
              <p14:xfrm>
                <a:off x="4835153" y="4459665"/>
                <a:ext cx="84600" cy="135000"/>
              </p14:xfrm>
            </p:contentPart>
          </mc:Choice>
          <mc:Fallback>
            <p:pic>
              <p:nvPicPr>
                <p:cNvPr id="102" name="Ink 101">
                  <a:extLst>
                    <a:ext uri="{FF2B5EF4-FFF2-40B4-BE49-F238E27FC236}">
                      <a16:creationId xmlns:a16="http://schemas.microsoft.com/office/drawing/2014/main" id="{5BC224D4-FCEA-8FB8-B3D6-39100C48FEC3}"/>
                    </a:ext>
                  </a:extLst>
                </p:cNvPr>
                <p:cNvPicPr/>
                <p:nvPr/>
              </p:nvPicPr>
              <p:blipFill>
                <a:blip r:embed="rId109"/>
                <a:stretch>
                  <a:fillRect/>
                </a:stretch>
              </p:blipFill>
              <p:spPr>
                <a:xfrm>
                  <a:off x="4826513" y="4450665"/>
                  <a:ext cx="1022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3" name="Ink 102">
                  <a:extLst>
                    <a:ext uri="{FF2B5EF4-FFF2-40B4-BE49-F238E27FC236}">
                      <a16:creationId xmlns:a16="http://schemas.microsoft.com/office/drawing/2014/main" id="{AF560CEC-E33E-1882-0FC1-2B7C8D2BB56E}"/>
                    </a:ext>
                  </a:extLst>
                </p14:cNvPr>
                <p14:cNvContentPartPr/>
                <p14:nvPr/>
              </p14:nvContentPartPr>
              <p14:xfrm>
                <a:off x="5022353" y="4448865"/>
                <a:ext cx="33120" cy="224280"/>
              </p14:xfrm>
            </p:contentPart>
          </mc:Choice>
          <mc:Fallback>
            <p:pic>
              <p:nvPicPr>
                <p:cNvPr id="103" name="Ink 102">
                  <a:extLst>
                    <a:ext uri="{FF2B5EF4-FFF2-40B4-BE49-F238E27FC236}">
                      <a16:creationId xmlns:a16="http://schemas.microsoft.com/office/drawing/2014/main" id="{AF560CEC-E33E-1882-0FC1-2B7C8D2BB56E}"/>
                    </a:ext>
                  </a:extLst>
                </p:cNvPr>
                <p:cNvPicPr/>
                <p:nvPr/>
              </p:nvPicPr>
              <p:blipFill>
                <a:blip r:embed="rId111"/>
                <a:stretch>
                  <a:fillRect/>
                </a:stretch>
              </p:blipFill>
              <p:spPr>
                <a:xfrm>
                  <a:off x="5013353" y="4440225"/>
                  <a:ext cx="5076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4" name="Ink 103">
                  <a:extLst>
                    <a:ext uri="{FF2B5EF4-FFF2-40B4-BE49-F238E27FC236}">
                      <a16:creationId xmlns:a16="http://schemas.microsoft.com/office/drawing/2014/main" id="{B4B941AC-1D35-1BC5-6AAD-2B0F1200232B}"/>
                    </a:ext>
                  </a:extLst>
                </p14:cNvPr>
                <p14:cNvContentPartPr/>
                <p14:nvPr/>
              </p14:nvContentPartPr>
              <p14:xfrm>
                <a:off x="5039633" y="4445265"/>
                <a:ext cx="102240" cy="95040"/>
              </p14:xfrm>
            </p:contentPart>
          </mc:Choice>
          <mc:Fallback>
            <p:pic>
              <p:nvPicPr>
                <p:cNvPr id="104" name="Ink 103">
                  <a:extLst>
                    <a:ext uri="{FF2B5EF4-FFF2-40B4-BE49-F238E27FC236}">
                      <a16:creationId xmlns:a16="http://schemas.microsoft.com/office/drawing/2014/main" id="{B4B941AC-1D35-1BC5-6AAD-2B0F1200232B}"/>
                    </a:ext>
                  </a:extLst>
                </p:cNvPr>
                <p:cNvPicPr/>
                <p:nvPr/>
              </p:nvPicPr>
              <p:blipFill>
                <a:blip r:embed="rId113"/>
                <a:stretch>
                  <a:fillRect/>
                </a:stretch>
              </p:blipFill>
              <p:spPr>
                <a:xfrm>
                  <a:off x="5030993" y="4436265"/>
                  <a:ext cx="11988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05" name="Ink 104">
                  <a:extLst>
                    <a:ext uri="{FF2B5EF4-FFF2-40B4-BE49-F238E27FC236}">
                      <a16:creationId xmlns:a16="http://schemas.microsoft.com/office/drawing/2014/main" id="{6E153766-B9BF-1FDE-2831-31B765D8C0E0}"/>
                    </a:ext>
                  </a:extLst>
                </p14:cNvPr>
                <p14:cNvContentPartPr/>
                <p14:nvPr/>
              </p14:nvContentPartPr>
              <p14:xfrm>
                <a:off x="5171753" y="4220625"/>
                <a:ext cx="38520" cy="273600"/>
              </p14:xfrm>
            </p:contentPart>
          </mc:Choice>
          <mc:Fallback>
            <p:pic>
              <p:nvPicPr>
                <p:cNvPr id="105" name="Ink 104">
                  <a:extLst>
                    <a:ext uri="{FF2B5EF4-FFF2-40B4-BE49-F238E27FC236}">
                      <a16:creationId xmlns:a16="http://schemas.microsoft.com/office/drawing/2014/main" id="{6E153766-B9BF-1FDE-2831-31B765D8C0E0}"/>
                    </a:ext>
                  </a:extLst>
                </p:cNvPr>
                <p:cNvPicPr/>
                <p:nvPr/>
              </p:nvPicPr>
              <p:blipFill>
                <a:blip r:embed="rId115"/>
                <a:stretch>
                  <a:fillRect/>
                </a:stretch>
              </p:blipFill>
              <p:spPr>
                <a:xfrm>
                  <a:off x="5163113" y="4211985"/>
                  <a:ext cx="5616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06" name="Ink 105">
                  <a:extLst>
                    <a:ext uri="{FF2B5EF4-FFF2-40B4-BE49-F238E27FC236}">
                      <a16:creationId xmlns:a16="http://schemas.microsoft.com/office/drawing/2014/main" id="{0673FAFC-73E8-C821-7303-D739E08B2189}"/>
                    </a:ext>
                  </a:extLst>
                </p14:cNvPr>
                <p14:cNvContentPartPr/>
                <p14:nvPr/>
              </p14:nvContentPartPr>
              <p14:xfrm>
                <a:off x="5171753" y="4394145"/>
                <a:ext cx="185040" cy="108360"/>
              </p14:xfrm>
            </p:contentPart>
          </mc:Choice>
          <mc:Fallback>
            <p:pic>
              <p:nvPicPr>
                <p:cNvPr id="106" name="Ink 105">
                  <a:extLst>
                    <a:ext uri="{FF2B5EF4-FFF2-40B4-BE49-F238E27FC236}">
                      <a16:creationId xmlns:a16="http://schemas.microsoft.com/office/drawing/2014/main" id="{0673FAFC-73E8-C821-7303-D739E08B2189}"/>
                    </a:ext>
                  </a:extLst>
                </p:cNvPr>
                <p:cNvPicPr/>
                <p:nvPr/>
              </p:nvPicPr>
              <p:blipFill>
                <a:blip r:embed="rId117"/>
                <a:stretch>
                  <a:fillRect/>
                </a:stretch>
              </p:blipFill>
              <p:spPr>
                <a:xfrm>
                  <a:off x="5163113" y="4385505"/>
                  <a:ext cx="20268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7" name="Ink 106">
                  <a:extLst>
                    <a:ext uri="{FF2B5EF4-FFF2-40B4-BE49-F238E27FC236}">
                      <a16:creationId xmlns:a16="http://schemas.microsoft.com/office/drawing/2014/main" id="{8A90080C-F16F-1C33-0007-D1BA0E99F357}"/>
                    </a:ext>
                  </a:extLst>
                </p14:cNvPr>
                <p14:cNvContentPartPr/>
                <p14:nvPr/>
              </p14:nvContentPartPr>
              <p14:xfrm>
                <a:off x="5432033" y="4208745"/>
                <a:ext cx="30600" cy="283320"/>
              </p14:xfrm>
            </p:contentPart>
          </mc:Choice>
          <mc:Fallback>
            <p:pic>
              <p:nvPicPr>
                <p:cNvPr id="107" name="Ink 106">
                  <a:extLst>
                    <a:ext uri="{FF2B5EF4-FFF2-40B4-BE49-F238E27FC236}">
                      <a16:creationId xmlns:a16="http://schemas.microsoft.com/office/drawing/2014/main" id="{8A90080C-F16F-1C33-0007-D1BA0E99F357}"/>
                    </a:ext>
                  </a:extLst>
                </p:cNvPr>
                <p:cNvPicPr/>
                <p:nvPr/>
              </p:nvPicPr>
              <p:blipFill>
                <a:blip r:embed="rId119"/>
                <a:stretch>
                  <a:fillRect/>
                </a:stretch>
              </p:blipFill>
              <p:spPr>
                <a:xfrm>
                  <a:off x="5423393" y="4200105"/>
                  <a:ext cx="4824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8" name="Ink 107">
                  <a:extLst>
                    <a:ext uri="{FF2B5EF4-FFF2-40B4-BE49-F238E27FC236}">
                      <a16:creationId xmlns:a16="http://schemas.microsoft.com/office/drawing/2014/main" id="{CFD751E8-573A-BCF1-BB29-000B1B08A702}"/>
                    </a:ext>
                  </a:extLst>
                </p14:cNvPr>
                <p14:cNvContentPartPr/>
                <p14:nvPr/>
              </p14:nvContentPartPr>
              <p14:xfrm>
                <a:off x="5429153" y="4351305"/>
                <a:ext cx="140040" cy="108720"/>
              </p14:xfrm>
            </p:contentPart>
          </mc:Choice>
          <mc:Fallback>
            <p:pic>
              <p:nvPicPr>
                <p:cNvPr id="108" name="Ink 107">
                  <a:extLst>
                    <a:ext uri="{FF2B5EF4-FFF2-40B4-BE49-F238E27FC236}">
                      <a16:creationId xmlns:a16="http://schemas.microsoft.com/office/drawing/2014/main" id="{CFD751E8-573A-BCF1-BB29-000B1B08A702}"/>
                    </a:ext>
                  </a:extLst>
                </p:cNvPr>
                <p:cNvPicPr/>
                <p:nvPr/>
              </p:nvPicPr>
              <p:blipFill>
                <a:blip r:embed="rId121"/>
                <a:stretch>
                  <a:fillRect/>
                </a:stretch>
              </p:blipFill>
              <p:spPr>
                <a:xfrm>
                  <a:off x="5420153" y="4342665"/>
                  <a:ext cx="15768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09" name="Ink 108">
                  <a:extLst>
                    <a:ext uri="{FF2B5EF4-FFF2-40B4-BE49-F238E27FC236}">
                      <a16:creationId xmlns:a16="http://schemas.microsoft.com/office/drawing/2014/main" id="{84859CEB-5A8B-15E2-2181-F7C3233E134C}"/>
                    </a:ext>
                  </a:extLst>
                </p14:cNvPr>
                <p14:cNvContentPartPr/>
                <p14:nvPr/>
              </p14:nvContentPartPr>
              <p14:xfrm>
                <a:off x="5525633" y="4272105"/>
                <a:ext cx="12240" cy="9000"/>
              </p14:xfrm>
            </p:contentPart>
          </mc:Choice>
          <mc:Fallback>
            <p:pic>
              <p:nvPicPr>
                <p:cNvPr id="109" name="Ink 108">
                  <a:extLst>
                    <a:ext uri="{FF2B5EF4-FFF2-40B4-BE49-F238E27FC236}">
                      <a16:creationId xmlns:a16="http://schemas.microsoft.com/office/drawing/2014/main" id="{84859CEB-5A8B-15E2-2181-F7C3233E134C}"/>
                    </a:ext>
                  </a:extLst>
                </p:cNvPr>
                <p:cNvPicPr/>
                <p:nvPr/>
              </p:nvPicPr>
              <p:blipFill>
                <a:blip r:embed="rId123"/>
                <a:stretch>
                  <a:fillRect/>
                </a:stretch>
              </p:blipFill>
              <p:spPr>
                <a:xfrm>
                  <a:off x="5516633" y="4263465"/>
                  <a:ext cx="2988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10" name="Ink 109">
                  <a:extLst>
                    <a:ext uri="{FF2B5EF4-FFF2-40B4-BE49-F238E27FC236}">
                      <a16:creationId xmlns:a16="http://schemas.microsoft.com/office/drawing/2014/main" id="{9AF3AFCB-59FB-7E0F-90C0-9720804B51BF}"/>
                    </a:ext>
                  </a:extLst>
                </p14:cNvPr>
                <p14:cNvContentPartPr/>
                <p14:nvPr/>
              </p14:nvContentPartPr>
              <p14:xfrm>
                <a:off x="5609513" y="4331145"/>
                <a:ext cx="162720" cy="113040"/>
              </p14:xfrm>
            </p:contentPart>
          </mc:Choice>
          <mc:Fallback>
            <p:pic>
              <p:nvPicPr>
                <p:cNvPr id="110" name="Ink 109">
                  <a:extLst>
                    <a:ext uri="{FF2B5EF4-FFF2-40B4-BE49-F238E27FC236}">
                      <a16:creationId xmlns:a16="http://schemas.microsoft.com/office/drawing/2014/main" id="{9AF3AFCB-59FB-7E0F-90C0-9720804B51BF}"/>
                    </a:ext>
                  </a:extLst>
                </p:cNvPr>
                <p:cNvPicPr/>
                <p:nvPr/>
              </p:nvPicPr>
              <p:blipFill>
                <a:blip r:embed="rId125"/>
                <a:stretch>
                  <a:fillRect/>
                </a:stretch>
              </p:blipFill>
              <p:spPr>
                <a:xfrm>
                  <a:off x="5600873" y="4322145"/>
                  <a:ext cx="1803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11" name="Ink 110">
                  <a:extLst>
                    <a:ext uri="{FF2B5EF4-FFF2-40B4-BE49-F238E27FC236}">
                      <a16:creationId xmlns:a16="http://schemas.microsoft.com/office/drawing/2014/main" id="{1B5625E0-073E-8AE5-B843-F8B2DBED2C8A}"/>
                    </a:ext>
                  </a:extLst>
                </p14:cNvPr>
                <p14:cNvContentPartPr/>
                <p14:nvPr/>
              </p14:nvContentPartPr>
              <p14:xfrm>
                <a:off x="4208753" y="4935585"/>
                <a:ext cx="59760" cy="339120"/>
              </p14:xfrm>
            </p:contentPart>
          </mc:Choice>
          <mc:Fallback>
            <p:pic>
              <p:nvPicPr>
                <p:cNvPr id="111" name="Ink 110">
                  <a:extLst>
                    <a:ext uri="{FF2B5EF4-FFF2-40B4-BE49-F238E27FC236}">
                      <a16:creationId xmlns:a16="http://schemas.microsoft.com/office/drawing/2014/main" id="{1B5625E0-073E-8AE5-B843-F8B2DBED2C8A}"/>
                    </a:ext>
                  </a:extLst>
                </p:cNvPr>
                <p:cNvPicPr/>
                <p:nvPr/>
              </p:nvPicPr>
              <p:blipFill>
                <a:blip r:embed="rId127"/>
                <a:stretch>
                  <a:fillRect/>
                </a:stretch>
              </p:blipFill>
              <p:spPr>
                <a:xfrm>
                  <a:off x="4199753" y="4926585"/>
                  <a:ext cx="77400" cy="3567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2" name="Ink 111">
                  <a:extLst>
                    <a:ext uri="{FF2B5EF4-FFF2-40B4-BE49-F238E27FC236}">
                      <a16:creationId xmlns:a16="http://schemas.microsoft.com/office/drawing/2014/main" id="{70F4C5BB-592A-0313-6763-7ECFA7DE9E49}"/>
                    </a:ext>
                  </a:extLst>
                </p14:cNvPr>
                <p14:cNvContentPartPr/>
                <p14:nvPr/>
              </p14:nvContentPartPr>
              <p14:xfrm>
                <a:off x="4242953" y="4906425"/>
                <a:ext cx="161640" cy="114840"/>
              </p14:xfrm>
            </p:contentPart>
          </mc:Choice>
          <mc:Fallback>
            <p:pic>
              <p:nvPicPr>
                <p:cNvPr id="112" name="Ink 111">
                  <a:extLst>
                    <a:ext uri="{FF2B5EF4-FFF2-40B4-BE49-F238E27FC236}">
                      <a16:creationId xmlns:a16="http://schemas.microsoft.com/office/drawing/2014/main" id="{70F4C5BB-592A-0313-6763-7ECFA7DE9E49}"/>
                    </a:ext>
                  </a:extLst>
                </p:cNvPr>
                <p:cNvPicPr/>
                <p:nvPr/>
              </p:nvPicPr>
              <p:blipFill>
                <a:blip r:embed="rId129"/>
                <a:stretch>
                  <a:fillRect/>
                </a:stretch>
              </p:blipFill>
              <p:spPr>
                <a:xfrm>
                  <a:off x="4234313" y="4897425"/>
                  <a:ext cx="1792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3" name="Ink 112">
                  <a:extLst>
                    <a:ext uri="{FF2B5EF4-FFF2-40B4-BE49-F238E27FC236}">
                      <a16:creationId xmlns:a16="http://schemas.microsoft.com/office/drawing/2014/main" id="{EBD74745-6D69-9DE8-8313-0711BBC500AD}"/>
                    </a:ext>
                  </a:extLst>
                </p14:cNvPr>
                <p14:cNvContentPartPr/>
                <p14:nvPr/>
              </p14:nvContentPartPr>
              <p14:xfrm>
                <a:off x="4433753" y="4905345"/>
                <a:ext cx="392400" cy="128520"/>
              </p14:xfrm>
            </p:contentPart>
          </mc:Choice>
          <mc:Fallback>
            <p:pic>
              <p:nvPicPr>
                <p:cNvPr id="113" name="Ink 112">
                  <a:extLst>
                    <a:ext uri="{FF2B5EF4-FFF2-40B4-BE49-F238E27FC236}">
                      <a16:creationId xmlns:a16="http://schemas.microsoft.com/office/drawing/2014/main" id="{EBD74745-6D69-9DE8-8313-0711BBC500AD}"/>
                    </a:ext>
                  </a:extLst>
                </p:cNvPr>
                <p:cNvPicPr/>
                <p:nvPr/>
              </p:nvPicPr>
              <p:blipFill>
                <a:blip r:embed="rId131"/>
                <a:stretch>
                  <a:fillRect/>
                </a:stretch>
              </p:blipFill>
              <p:spPr>
                <a:xfrm>
                  <a:off x="4424753" y="4896705"/>
                  <a:ext cx="4100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4" name="Ink 113">
                  <a:extLst>
                    <a:ext uri="{FF2B5EF4-FFF2-40B4-BE49-F238E27FC236}">
                      <a16:creationId xmlns:a16="http://schemas.microsoft.com/office/drawing/2014/main" id="{9B0B8459-70B5-B887-E9C4-C3C80EAD1C5E}"/>
                    </a:ext>
                  </a:extLst>
                </p14:cNvPr>
                <p14:cNvContentPartPr/>
                <p14:nvPr/>
              </p14:nvContentPartPr>
              <p14:xfrm>
                <a:off x="4870433" y="4777905"/>
                <a:ext cx="21960" cy="217800"/>
              </p14:xfrm>
            </p:contentPart>
          </mc:Choice>
          <mc:Fallback>
            <p:pic>
              <p:nvPicPr>
                <p:cNvPr id="114" name="Ink 113">
                  <a:extLst>
                    <a:ext uri="{FF2B5EF4-FFF2-40B4-BE49-F238E27FC236}">
                      <a16:creationId xmlns:a16="http://schemas.microsoft.com/office/drawing/2014/main" id="{9B0B8459-70B5-B887-E9C4-C3C80EAD1C5E}"/>
                    </a:ext>
                  </a:extLst>
                </p:cNvPr>
                <p:cNvPicPr/>
                <p:nvPr/>
              </p:nvPicPr>
              <p:blipFill>
                <a:blip r:embed="rId133"/>
                <a:stretch>
                  <a:fillRect/>
                </a:stretch>
              </p:blipFill>
              <p:spPr>
                <a:xfrm>
                  <a:off x="4861793" y="4769265"/>
                  <a:ext cx="3960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15" name="Ink 114">
                  <a:extLst>
                    <a:ext uri="{FF2B5EF4-FFF2-40B4-BE49-F238E27FC236}">
                      <a16:creationId xmlns:a16="http://schemas.microsoft.com/office/drawing/2014/main" id="{BBFBF6F1-FC73-83B2-8E68-18FC9DD4C06C}"/>
                    </a:ext>
                  </a:extLst>
                </p14:cNvPr>
                <p14:cNvContentPartPr/>
                <p14:nvPr/>
              </p14:nvContentPartPr>
              <p14:xfrm>
                <a:off x="4858553" y="4835865"/>
                <a:ext cx="132480" cy="30240"/>
              </p14:xfrm>
            </p:contentPart>
          </mc:Choice>
          <mc:Fallback>
            <p:pic>
              <p:nvPicPr>
                <p:cNvPr id="115" name="Ink 114">
                  <a:extLst>
                    <a:ext uri="{FF2B5EF4-FFF2-40B4-BE49-F238E27FC236}">
                      <a16:creationId xmlns:a16="http://schemas.microsoft.com/office/drawing/2014/main" id="{BBFBF6F1-FC73-83B2-8E68-18FC9DD4C06C}"/>
                    </a:ext>
                  </a:extLst>
                </p:cNvPr>
                <p:cNvPicPr/>
                <p:nvPr/>
              </p:nvPicPr>
              <p:blipFill>
                <a:blip r:embed="rId135"/>
                <a:stretch>
                  <a:fillRect/>
                </a:stretch>
              </p:blipFill>
              <p:spPr>
                <a:xfrm>
                  <a:off x="4849913" y="4826865"/>
                  <a:ext cx="15012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6" name="Ink 115">
                  <a:extLst>
                    <a:ext uri="{FF2B5EF4-FFF2-40B4-BE49-F238E27FC236}">
                      <a16:creationId xmlns:a16="http://schemas.microsoft.com/office/drawing/2014/main" id="{1696B50B-3B79-E890-758E-6037D987A876}"/>
                    </a:ext>
                  </a:extLst>
                </p14:cNvPr>
                <p14:cNvContentPartPr/>
                <p14:nvPr/>
              </p14:nvContentPartPr>
              <p14:xfrm>
                <a:off x="4946753" y="4879425"/>
                <a:ext cx="156600" cy="124920"/>
              </p14:xfrm>
            </p:contentPart>
          </mc:Choice>
          <mc:Fallback>
            <p:pic>
              <p:nvPicPr>
                <p:cNvPr id="116" name="Ink 115">
                  <a:extLst>
                    <a:ext uri="{FF2B5EF4-FFF2-40B4-BE49-F238E27FC236}">
                      <a16:creationId xmlns:a16="http://schemas.microsoft.com/office/drawing/2014/main" id="{1696B50B-3B79-E890-758E-6037D987A876}"/>
                    </a:ext>
                  </a:extLst>
                </p:cNvPr>
                <p:cNvPicPr/>
                <p:nvPr/>
              </p:nvPicPr>
              <p:blipFill>
                <a:blip r:embed="rId137"/>
                <a:stretch>
                  <a:fillRect/>
                </a:stretch>
              </p:blipFill>
              <p:spPr>
                <a:xfrm>
                  <a:off x="4937753" y="4870785"/>
                  <a:ext cx="17424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17" name="Ink 116">
                  <a:extLst>
                    <a:ext uri="{FF2B5EF4-FFF2-40B4-BE49-F238E27FC236}">
                      <a16:creationId xmlns:a16="http://schemas.microsoft.com/office/drawing/2014/main" id="{EA4ABB04-CCEB-A964-0FF9-ADDA5D7A6D28}"/>
                    </a:ext>
                  </a:extLst>
                </p14:cNvPr>
                <p14:cNvContentPartPr/>
                <p14:nvPr/>
              </p14:nvContentPartPr>
              <p14:xfrm>
                <a:off x="5151593" y="4866825"/>
                <a:ext cx="11160" cy="100080"/>
              </p14:xfrm>
            </p:contentPart>
          </mc:Choice>
          <mc:Fallback>
            <p:pic>
              <p:nvPicPr>
                <p:cNvPr id="117" name="Ink 116">
                  <a:extLst>
                    <a:ext uri="{FF2B5EF4-FFF2-40B4-BE49-F238E27FC236}">
                      <a16:creationId xmlns:a16="http://schemas.microsoft.com/office/drawing/2014/main" id="{EA4ABB04-CCEB-A964-0FF9-ADDA5D7A6D28}"/>
                    </a:ext>
                  </a:extLst>
                </p:cNvPr>
                <p:cNvPicPr/>
                <p:nvPr/>
              </p:nvPicPr>
              <p:blipFill>
                <a:blip r:embed="rId139"/>
                <a:stretch>
                  <a:fillRect/>
                </a:stretch>
              </p:blipFill>
              <p:spPr>
                <a:xfrm>
                  <a:off x="5142593" y="4858185"/>
                  <a:ext cx="288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18" name="Ink 117">
                  <a:extLst>
                    <a:ext uri="{FF2B5EF4-FFF2-40B4-BE49-F238E27FC236}">
                      <a16:creationId xmlns:a16="http://schemas.microsoft.com/office/drawing/2014/main" id="{199D1D19-DCA1-EE40-212C-4865A0420C6E}"/>
                    </a:ext>
                  </a:extLst>
                </p14:cNvPr>
                <p14:cNvContentPartPr/>
                <p14:nvPr/>
              </p14:nvContentPartPr>
              <p14:xfrm>
                <a:off x="5136113" y="4777905"/>
                <a:ext cx="2880" cy="17640"/>
              </p14:xfrm>
            </p:contentPart>
          </mc:Choice>
          <mc:Fallback>
            <p:pic>
              <p:nvPicPr>
                <p:cNvPr id="118" name="Ink 117">
                  <a:extLst>
                    <a:ext uri="{FF2B5EF4-FFF2-40B4-BE49-F238E27FC236}">
                      <a16:creationId xmlns:a16="http://schemas.microsoft.com/office/drawing/2014/main" id="{199D1D19-DCA1-EE40-212C-4865A0420C6E}"/>
                    </a:ext>
                  </a:extLst>
                </p:cNvPr>
                <p:cNvPicPr/>
                <p:nvPr/>
              </p:nvPicPr>
              <p:blipFill>
                <a:blip r:embed="rId141"/>
                <a:stretch>
                  <a:fillRect/>
                </a:stretch>
              </p:blipFill>
              <p:spPr>
                <a:xfrm>
                  <a:off x="5127473" y="4769265"/>
                  <a:ext cx="205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19" name="Ink 118">
                  <a:extLst>
                    <a:ext uri="{FF2B5EF4-FFF2-40B4-BE49-F238E27FC236}">
                      <a16:creationId xmlns:a16="http://schemas.microsoft.com/office/drawing/2014/main" id="{4A481787-ECF8-1302-FD4C-2EFEB61DA872}"/>
                    </a:ext>
                  </a:extLst>
                </p14:cNvPr>
                <p14:cNvContentPartPr/>
                <p14:nvPr/>
              </p14:nvContentPartPr>
              <p14:xfrm>
                <a:off x="5226473" y="4870065"/>
                <a:ext cx="140760" cy="109800"/>
              </p14:xfrm>
            </p:contentPart>
          </mc:Choice>
          <mc:Fallback>
            <p:pic>
              <p:nvPicPr>
                <p:cNvPr id="119" name="Ink 118">
                  <a:extLst>
                    <a:ext uri="{FF2B5EF4-FFF2-40B4-BE49-F238E27FC236}">
                      <a16:creationId xmlns:a16="http://schemas.microsoft.com/office/drawing/2014/main" id="{4A481787-ECF8-1302-FD4C-2EFEB61DA872}"/>
                    </a:ext>
                  </a:extLst>
                </p:cNvPr>
                <p:cNvPicPr/>
                <p:nvPr/>
              </p:nvPicPr>
              <p:blipFill>
                <a:blip r:embed="rId143"/>
                <a:stretch>
                  <a:fillRect/>
                </a:stretch>
              </p:blipFill>
              <p:spPr>
                <a:xfrm>
                  <a:off x="5217833" y="4861065"/>
                  <a:ext cx="15840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20" name="Ink 119">
                  <a:extLst>
                    <a:ext uri="{FF2B5EF4-FFF2-40B4-BE49-F238E27FC236}">
                      <a16:creationId xmlns:a16="http://schemas.microsoft.com/office/drawing/2014/main" id="{989BEF51-1F8B-6681-C362-7EEABE55787F}"/>
                    </a:ext>
                  </a:extLst>
                </p14:cNvPr>
                <p14:cNvContentPartPr/>
                <p14:nvPr/>
              </p14:nvContentPartPr>
              <p14:xfrm>
                <a:off x="5412233" y="4804545"/>
                <a:ext cx="131040" cy="149400"/>
              </p14:xfrm>
            </p:contentPart>
          </mc:Choice>
          <mc:Fallback>
            <p:pic>
              <p:nvPicPr>
                <p:cNvPr id="120" name="Ink 119">
                  <a:extLst>
                    <a:ext uri="{FF2B5EF4-FFF2-40B4-BE49-F238E27FC236}">
                      <a16:creationId xmlns:a16="http://schemas.microsoft.com/office/drawing/2014/main" id="{989BEF51-1F8B-6681-C362-7EEABE55787F}"/>
                    </a:ext>
                  </a:extLst>
                </p:cNvPr>
                <p:cNvPicPr/>
                <p:nvPr/>
              </p:nvPicPr>
              <p:blipFill>
                <a:blip r:embed="rId145"/>
                <a:stretch>
                  <a:fillRect/>
                </a:stretch>
              </p:blipFill>
              <p:spPr>
                <a:xfrm>
                  <a:off x="5403593" y="4795905"/>
                  <a:ext cx="14868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1" name="Ink 120">
                  <a:extLst>
                    <a:ext uri="{FF2B5EF4-FFF2-40B4-BE49-F238E27FC236}">
                      <a16:creationId xmlns:a16="http://schemas.microsoft.com/office/drawing/2014/main" id="{9CE34CF1-D2CB-B5EB-640E-4DD041E4E950}"/>
                    </a:ext>
                  </a:extLst>
                </p14:cNvPr>
                <p14:cNvContentPartPr/>
                <p14:nvPr/>
              </p14:nvContentPartPr>
              <p14:xfrm>
                <a:off x="3656873" y="5289105"/>
                <a:ext cx="396000" cy="581760"/>
              </p14:xfrm>
            </p:contentPart>
          </mc:Choice>
          <mc:Fallback>
            <p:pic>
              <p:nvPicPr>
                <p:cNvPr id="121" name="Ink 120">
                  <a:extLst>
                    <a:ext uri="{FF2B5EF4-FFF2-40B4-BE49-F238E27FC236}">
                      <a16:creationId xmlns:a16="http://schemas.microsoft.com/office/drawing/2014/main" id="{9CE34CF1-D2CB-B5EB-640E-4DD041E4E950}"/>
                    </a:ext>
                  </a:extLst>
                </p:cNvPr>
                <p:cNvPicPr/>
                <p:nvPr/>
              </p:nvPicPr>
              <p:blipFill>
                <a:blip r:embed="rId147"/>
                <a:stretch>
                  <a:fillRect/>
                </a:stretch>
              </p:blipFill>
              <p:spPr>
                <a:xfrm>
                  <a:off x="3648233" y="5280105"/>
                  <a:ext cx="413640" cy="5994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22" name="Ink 121">
                  <a:extLst>
                    <a:ext uri="{FF2B5EF4-FFF2-40B4-BE49-F238E27FC236}">
                      <a16:creationId xmlns:a16="http://schemas.microsoft.com/office/drawing/2014/main" id="{9A36F2FC-5BE5-C041-0B60-8BABDBC12D43}"/>
                    </a:ext>
                  </a:extLst>
                </p14:cNvPr>
                <p14:cNvContentPartPr/>
                <p14:nvPr/>
              </p14:nvContentPartPr>
              <p14:xfrm>
                <a:off x="4021553" y="5490345"/>
                <a:ext cx="63360" cy="216720"/>
              </p14:xfrm>
            </p:contentPart>
          </mc:Choice>
          <mc:Fallback>
            <p:pic>
              <p:nvPicPr>
                <p:cNvPr id="122" name="Ink 121">
                  <a:extLst>
                    <a:ext uri="{FF2B5EF4-FFF2-40B4-BE49-F238E27FC236}">
                      <a16:creationId xmlns:a16="http://schemas.microsoft.com/office/drawing/2014/main" id="{9A36F2FC-5BE5-C041-0B60-8BABDBC12D43}"/>
                    </a:ext>
                  </a:extLst>
                </p:cNvPr>
                <p:cNvPicPr/>
                <p:nvPr/>
              </p:nvPicPr>
              <p:blipFill>
                <a:blip r:embed="rId149"/>
                <a:stretch>
                  <a:fillRect/>
                </a:stretch>
              </p:blipFill>
              <p:spPr>
                <a:xfrm>
                  <a:off x="4012913" y="5481705"/>
                  <a:ext cx="8100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23" name="Ink 122">
                  <a:extLst>
                    <a:ext uri="{FF2B5EF4-FFF2-40B4-BE49-F238E27FC236}">
                      <a16:creationId xmlns:a16="http://schemas.microsoft.com/office/drawing/2014/main" id="{FB5F021B-6E93-1010-9136-581B516CB19C}"/>
                    </a:ext>
                  </a:extLst>
                </p14:cNvPr>
                <p14:cNvContentPartPr/>
                <p14:nvPr/>
              </p14:nvContentPartPr>
              <p14:xfrm>
                <a:off x="3983393" y="5478465"/>
                <a:ext cx="273240" cy="210600"/>
              </p14:xfrm>
            </p:contentPart>
          </mc:Choice>
          <mc:Fallback>
            <p:pic>
              <p:nvPicPr>
                <p:cNvPr id="123" name="Ink 122">
                  <a:extLst>
                    <a:ext uri="{FF2B5EF4-FFF2-40B4-BE49-F238E27FC236}">
                      <a16:creationId xmlns:a16="http://schemas.microsoft.com/office/drawing/2014/main" id="{FB5F021B-6E93-1010-9136-581B516CB19C}"/>
                    </a:ext>
                  </a:extLst>
                </p:cNvPr>
                <p:cNvPicPr/>
                <p:nvPr/>
              </p:nvPicPr>
              <p:blipFill>
                <a:blip r:embed="rId151"/>
                <a:stretch>
                  <a:fillRect/>
                </a:stretch>
              </p:blipFill>
              <p:spPr>
                <a:xfrm>
                  <a:off x="3974753" y="5469825"/>
                  <a:ext cx="29088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24" name="Ink 123">
                  <a:extLst>
                    <a:ext uri="{FF2B5EF4-FFF2-40B4-BE49-F238E27FC236}">
                      <a16:creationId xmlns:a16="http://schemas.microsoft.com/office/drawing/2014/main" id="{55E1A439-B026-3762-31D0-F2063099F028}"/>
                    </a:ext>
                  </a:extLst>
                </p14:cNvPr>
                <p14:cNvContentPartPr/>
                <p14:nvPr/>
              </p14:nvContentPartPr>
              <p14:xfrm>
                <a:off x="4316753" y="5402865"/>
                <a:ext cx="205560" cy="236880"/>
              </p14:xfrm>
            </p:contentPart>
          </mc:Choice>
          <mc:Fallback>
            <p:pic>
              <p:nvPicPr>
                <p:cNvPr id="124" name="Ink 123">
                  <a:extLst>
                    <a:ext uri="{FF2B5EF4-FFF2-40B4-BE49-F238E27FC236}">
                      <a16:creationId xmlns:a16="http://schemas.microsoft.com/office/drawing/2014/main" id="{55E1A439-B026-3762-31D0-F2063099F028}"/>
                    </a:ext>
                  </a:extLst>
                </p:cNvPr>
                <p:cNvPicPr/>
                <p:nvPr/>
              </p:nvPicPr>
              <p:blipFill>
                <a:blip r:embed="rId153"/>
                <a:stretch>
                  <a:fillRect/>
                </a:stretch>
              </p:blipFill>
              <p:spPr>
                <a:xfrm>
                  <a:off x="4307753" y="5393865"/>
                  <a:ext cx="22320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25" name="Ink 124">
                  <a:extLst>
                    <a:ext uri="{FF2B5EF4-FFF2-40B4-BE49-F238E27FC236}">
                      <a16:creationId xmlns:a16="http://schemas.microsoft.com/office/drawing/2014/main" id="{816BE9BB-DE39-7A57-233B-2E13BB07012D}"/>
                    </a:ext>
                  </a:extLst>
                </p14:cNvPr>
                <p14:cNvContentPartPr/>
                <p14:nvPr/>
              </p14:nvContentPartPr>
              <p14:xfrm>
                <a:off x="4574153" y="5533185"/>
                <a:ext cx="74160" cy="20880"/>
              </p14:xfrm>
            </p:contentPart>
          </mc:Choice>
          <mc:Fallback>
            <p:pic>
              <p:nvPicPr>
                <p:cNvPr id="125" name="Ink 124">
                  <a:extLst>
                    <a:ext uri="{FF2B5EF4-FFF2-40B4-BE49-F238E27FC236}">
                      <a16:creationId xmlns:a16="http://schemas.microsoft.com/office/drawing/2014/main" id="{816BE9BB-DE39-7A57-233B-2E13BB07012D}"/>
                    </a:ext>
                  </a:extLst>
                </p:cNvPr>
                <p:cNvPicPr/>
                <p:nvPr/>
              </p:nvPicPr>
              <p:blipFill>
                <a:blip r:embed="rId155"/>
                <a:stretch>
                  <a:fillRect/>
                </a:stretch>
              </p:blipFill>
              <p:spPr>
                <a:xfrm>
                  <a:off x="4565153" y="5524545"/>
                  <a:ext cx="9180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26" name="Ink 125">
                  <a:extLst>
                    <a:ext uri="{FF2B5EF4-FFF2-40B4-BE49-F238E27FC236}">
                      <a16:creationId xmlns:a16="http://schemas.microsoft.com/office/drawing/2014/main" id="{E1CABED1-8FFD-22EA-4AD4-9026868BAD98}"/>
                    </a:ext>
                  </a:extLst>
                </p14:cNvPr>
                <p14:cNvContentPartPr/>
                <p14:nvPr/>
              </p14:nvContentPartPr>
              <p14:xfrm>
                <a:off x="4690793" y="5456505"/>
                <a:ext cx="183600" cy="150120"/>
              </p14:xfrm>
            </p:contentPart>
          </mc:Choice>
          <mc:Fallback>
            <p:pic>
              <p:nvPicPr>
                <p:cNvPr id="126" name="Ink 125">
                  <a:extLst>
                    <a:ext uri="{FF2B5EF4-FFF2-40B4-BE49-F238E27FC236}">
                      <a16:creationId xmlns:a16="http://schemas.microsoft.com/office/drawing/2014/main" id="{E1CABED1-8FFD-22EA-4AD4-9026868BAD98}"/>
                    </a:ext>
                  </a:extLst>
                </p:cNvPr>
                <p:cNvPicPr/>
                <p:nvPr/>
              </p:nvPicPr>
              <p:blipFill>
                <a:blip r:embed="rId157"/>
                <a:stretch>
                  <a:fillRect/>
                </a:stretch>
              </p:blipFill>
              <p:spPr>
                <a:xfrm>
                  <a:off x="4682153" y="5447865"/>
                  <a:ext cx="20124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27" name="Ink 126">
                  <a:extLst>
                    <a:ext uri="{FF2B5EF4-FFF2-40B4-BE49-F238E27FC236}">
                      <a16:creationId xmlns:a16="http://schemas.microsoft.com/office/drawing/2014/main" id="{B4B95D1C-C1BE-C6DB-65E7-B56F31EDC299}"/>
                    </a:ext>
                  </a:extLst>
                </p14:cNvPr>
                <p14:cNvContentPartPr/>
                <p14:nvPr/>
              </p14:nvContentPartPr>
              <p14:xfrm>
                <a:off x="4950353" y="5546145"/>
                <a:ext cx="63360" cy="148320"/>
              </p14:xfrm>
            </p:contentPart>
          </mc:Choice>
          <mc:Fallback>
            <p:pic>
              <p:nvPicPr>
                <p:cNvPr id="127" name="Ink 126">
                  <a:extLst>
                    <a:ext uri="{FF2B5EF4-FFF2-40B4-BE49-F238E27FC236}">
                      <a16:creationId xmlns:a16="http://schemas.microsoft.com/office/drawing/2014/main" id="{B4B95D1C-C1BE-C6DB-65E7-B56F31EDC299}"/>
                    </a:ext>
                  </a:extLst>
                </p:cNvPr>
                <p:cNvPicPr/>
                <p:nvPr/>
              </p:nvPicPr>
              <p:blipFill>
                <a:blip r:embed="rId159"/>
                <a:stretch>
                  <a:fillRect/>
                </a:stretch>
              </p:blipFill>
              <p:spPr>
                <a:xfrm>
                  <a:off x="4941713" y="5537505"/>
                  <a:ext cx="8100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28" name="Ink 127">
                  <a:extLst>
                    <a:ext uri="{FF2B5EF4-FFF2-40B4-BE49-F238E27FC236}">
                      <a16:creationId xmlns:a16="http://schemas.microsoft.com/office/drawing/2014/main" id="{C056F00A-4DE5-054D-66E5-7717AAC6D345}"/>
                    </a:ext>
                  </a:extLst>
                </p14:cNvPr>
                <p14:cNvContentPartPr/>
                <p14:nvPr/>
              </p14:nvContentPartPr>
              <p14:xfrm>
                <a:off x="5208833" y="5369385"/>
                <a:ext cx="44280" cy="151920"/>
              </p14:xfrm>
            </p:contentPart>
          </mc:Choice>
          <mc:Fallback>
            <p:pic>
              <p:nvPicPr>
                <p:cNvPr id="128" name="Ink 127">
                  <a:extLst>
                    <a:ext uri="{FF2B5EF4-FFF2-40B4-BE49-F238E27FC236}">
                      <a16:creationId xmlns:a16="http://schemas.microsoft.com/office/drawing/2014/main" id="{C056F00A-4DE5-054D-66E5-7717AAC6D345}"/>
                    </a:ext>
                  </a:extLst>
                </p:cNvPr>
                <p:cNvPicPr/>
                <p:nvPr/>
              </p:nvPicPr>
              <p:blipFill>
                <a:blip r:embed="rId161"/>
                <a:stretch>
                  <a:fillRect/>
                </a:stretch>
              </p:blipFill>
              <p:spPr>
                <a:xfrm>
                  <a:off x="5199833" y="5360745"/>
                  <a:ext cx="6192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31" name="Ink 130">
                  <a:extLst>
                    <a:ext uri="{FF2B5EF4-FFF2-40B4-BE49-F238E27FC236}">
                      <a16:creationId xmlns:a16="http://schemas.microsoft.com/office/drawing/2014/main" id="{60A3EBE7-ABEE-F8B0-7EBB-5C9A537F07C5}"/>
                    </a:ext>
                  </a:extLst>
                </p14:cNvPr>
                <p14:cNvContentPartPr/>
                <p14:nvPr/>
              </p14:nvContentPartPr>
              <p14:xfrm>
                <a:off x="5231513" y="5330505"/>
                <a:ext cx="144360" cy="205560"/>
              </p14:xfrm>
            </p:contentPart>
          </mc:Choice>
          <mc:Fallback>
            <p:pic>
              <p:nvPicPr>
                <p:cNvPr id="131" name="Ink 130">
                  <a:extLst>
                    <a:ext uri="{FF2B5EF4-FFF2-40B4-BE49-F238E27FC236}">
                      <a16:creationId xmlns:a16="http://schemas.microsoft.com/office/drawing/2014/main" id="{60A3EBE7-ABEE-F8B0-7EBB-5C9A537F07C5}"/>
                    </a:ext>
                  </a:extLst>
                </p:cNvPr>
                <p:cNvPicPr/>
                <p:nvPr/>
              </p:nvPicPr>
              <p:blipFill>
                <a:blip r:embed="rId163"/>
                <a:stretch>
                  <a:fillRect/>
                </a:stretch>
              </p:blipFill>
              <p:spPr>
                <a:xfrm>
                  <a:off x="5222513" y="5321505"/>
                  <a:ext cx="16200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32" name="Ink 131">
                  <a:extLst>
                    <a:ext uri="{FF2B5EF4-FFF2-40B4-BE49-F238E27FC236}">
                      <a16:creationId xmlns:a16="http://schemas.microsoft.com/office/drawing/2014/main" id="{2E9E8756-5A98-9C87-E8E0-D155E47BFD94}"/>
                    </a:ext>
                  </a:extLst>
                </p14:cNvPr>
                <p14:cNvContentPartPr/>
                <p14:nvPr/>
              </p14:nvContentPartPr>
              <p14:xfrm>
                <a:off x="5407553" y="5255985"/>
                <a:ext cx="229320" cy="221400"/>
              </p14:xfrm>
            </p:contentPart>
          </mc:Choice>
          <mc:Fallback>
            <p:pic>
              <p:nvPicPr>
                <p:cNvPr id="132" name="Ink 131">
                  <a:extLst>
                    <a:ext uri="{FF2B5EF4-FFF2-40B4-BE49-F238E27FC236}">
                      <a16:creationId xmlns:a16="http://schemas.microsoft.com/office/drawing/2014/main" id="{2E9E8756-5A98-9C87-E8E0-D155E47BFD94}"/>
                    </a:ext>
                  </a:extLst>
                </p:cNvPr>
                <p:cNvPicPr/>
                <p:nvPr/>
              </p:nvPicPr>
              <p:blipFill>
                <a:blip r:embed="rId165"/>
                <a:stretch>
                  <a:fillRect/>
                </a:stretch>
              </p:blipFill>
              <p:spPr>
                <a:xfrm>
                  <a:off x="5398553" y="5246985"/>
                  <a:ext cx="24696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33" name="Ink 132">
                  <a:extLst>
                    <a:ext uri="{FF2B5EF4-FFF2-40B4-BE49-F238E27FC236}">
                      <a16:creationId xmlns:a16="http://schemas.microsoft.com/office/drawing/2014/main" id="{7DA273F9-DB63-3D38-5B1F-59FDC37EC369}"/>
                    </a:ext>
                  </a:extLst>
                </p14:cNvPr>
                <p14:cNvContentPartPr/>
                <p14:nvPr/>
              </p14:nvContentPartPr>
              <p14:xfrm>
                <a:off x="5711033" y="5344905"/>
                <a:ext cx="130320" cy="25920"/>
              </p14:xfrm>
            </p:contentPart>
          </mc:Choice>
          <mc:Fallback>
            <p:pic>
              <p:nvPicPr>
                <p:cNvPr id="133" name="Ink 132">
                  <a:extLst>
                    <a:ext uri="{FF2B5EF4-FFF2-40B4-BE49-F238E27FC236}">
                      <a16:creationId xmlns:a16="http://schemas.microsoft.com/office/drawing/2014/main" id="{7DA273F9-DB63-3D38-5B1F-59FDC37EC369}"/>
                    </a:ext>
                  </a:extLst>
                </p:cNvPr>
                <p:cNvPicPr/>
                <p:nvPr/>
              </p:nvPicPr>
              <p:blipFill>
                <a:blip r:embed="rId167"/>
                <a:stretch>
                  <a:fillRect/>
                </a:stretch>
              </p:blipFill>
              <p:spPr>
                <a:xfrm>
                  <a:off x="5702393" y="5335905"/>
                  <a:ext cx="14796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34" name="Ink 133">
                  <a:extLst>
                    <a:ext uri="{FF2B5EF4-FFF2-40B4-BE49-F238E27FC236}">
                      <a16:creationId xmlns:a16="http://schemas.microsoft.com/office/drawing/2014/main" id="{3162D43C-CFD0-C7E2-9E99-6E7E1E4750E6}"/>
                    </a:ext>
                  </a:extLst>
                </p14:cNvPr>
                <p14:cNvContentPartPr/>
                <p14:nvPr/>
              </p14:nvContentPartPr>
              <p14:xfrm>
                <a:off x="5932793" y="5239785"/>
                <a:ext cx="113400" cy="126720"/>
              </p14:xfrm>
            </p:contentPart>
          </mc:Choice>
          <mc:Fallback>
            <p:pic>
              <p:nvPicPr>
                <p:cNvPr id="134" name="Ink 133">
                  <a:extLst>
                    <a:ext uri="{FF2B5EF4-FFF2-40B4-BE49-F238E27FC236}">
                      <a16:creationId xmlns:a16="http://schemas.microsoft.com/office/drawing/2014/main" id="{3162D43C-CFD0-C7E2-9E99-6E7E1E4750E6}"/>
                    </a:ext>
                  </a:extLst>
                </p:cNvPr>
                <p:cNvPicPr/>
                <p:nvPr/>
              </p:nvPicPr>
              <p:blipFill>
                <a:blip r:embed="rId169"/>
                <a:stretch>
                  <a:fillRect/>
                </a:stretch>
              </p:blipFill>
              <p:spPr>
                <a:xfrm>
                  <a:off x="5923793" y="5230785"/>
                  <a:ext cx="13104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35" name="Ink 134">
                  <a:extLst>
                    <a:ext uri="{FF2B5EF4-FFF2-40B4-BE49-F238E27FC236}">
                      <a16:creationId xmlns:a16="http://schemas.microsoft.com/office/drawing/2014/main" id="{3A16DDEA-C325-76BA-F07A-45B7F82C3297}"/>
                    </a:ext>
                  </a:extLst>
                </p14:cNvPr>
                <p14:cNvContentPartPr/>
                <p14:nvPr/>
              </p14:nvContentPartPr>
              <p14:xfrm>
                <a:off x="5920913" y="5253825"/>
                <a:ext cx="105120" cy="172800"/>
              </p14:xfrm>
            </p:contentPart>
          </mc:Choice>
          <mc:Fallback>
            <p:pic>
              <p:nvPicPr>
                <p:cNvPr id="135" name="Ink 134">
                  <a:extLst>
                    <a:ext uri="{FF2B5EF4-FFF2-40B4-BE49-F238E27FC236}">
                      <a16:creationId xmlns:a16="http://schemas.microsoft.com/office/drawing/2014/main" id="{3A16DDEA-C325-76BA-F07A-45B7F82C3297}"/>
                    </a:ext>
                  </a:extLst>
                </p:cNvPr>
                <p:cNvPicPr/>
                <p:nvPr/>
              </p:nvPicPr>
              <p:blipFill>
                <a:blip r:embed="rId171"/>
                <a:stretch>
                  <a:fillRect/>
                </a:stretch>
              </p:blipFill>
              <p:spPr>
                <a:xfrm>
                  <a:off x="5911913" y="5244825"/>
                  <a:ext cx="12276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36" name="Ink 135">
                  <a:extLst>
                    <a:ext uri="{FF2B5EF4-FFF2-40B4-BE49-F238E27FC236}">
                      <a16:creationId xmlns:a16="http://schemas.microsoft.com/office/drawing/2014/main" id="{E4FC949F-1F37-24E2-EDD6-A3157B158DC6}"/>
                    </a:ext>
                  </a:extLst>
                </p14:cNvPr>
                <p14:cNvContentPartPr/>
                <p14:nvPr/>
              </p14:nvContentPartPr>
              <p14:xfrm>
                <a:off x="6138713" y="5183625"/>
                <a:ext cx="121680" cy="222840"/>
              </p14:xfrm>
            </p:contentPart>
          </mc:Choice>
          <mc:Fallback>
            <p:pic>
              <p:nvPicPr>
                <p:cNvPr id="136" name="Ink 135">
                  <a:extLst>
                    <a:ext uri="{FF2B5EF4-FFF2-40B4-BE49-F238E27FC236}">
                      <a16:creationId xmlns:a16="http://schemas.microsoft.com/office/drawing/2014/main" id="{E4FC949F-1F37-24E2-EDD6-A3157B158DC6}"/>
                    </a:ext>
                  </a:extLst>
                </p:cNvPr>
                <p:cNvPicPr/>
                <p:nvPr/>
              </p:nvPicPr>
              <p:blipFill>
                <a:blip r:embed="rId173"/>
                <a:stretch>
                  <a:fillRect/>
                </a:stretch>
              </p:blipFill>
              <p:spPr>
                <a:xfrm>
                  <a:off x="6129713" y="5174625"/>
                  <a:ext cx="13932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37" name="Ink 136">
                  <a:extLst>
                    <a:ext uri="{FF2B5EF4-FFF2-40B4-BE49-F238E27FC236}">
                      <a16:creationId xmlns:a16="http://schemas.microsoft.com/office/drawing/2014/main" id="{5FC46D4F-EF99-F839-3D9F-CB0E44C05B66}"/>
                    </a:ext>
                  </a:extLst>
                </p14:cNvPr>
                <p14:cNvContentPartPr/>
                <p14:nvPr/>
              </p14:nvContentPartPr>
              <p14:xfrm>
                <a:off x="5964833" y="5007585"/>
                <a:ext cx="366120" cy="717840"/>
              </p14:xfrm>
            </p:contentPart>
          </mc:Choice>
          <mc:Fallback>
            <p:pic>
              <p:nvPicPr>
                <p:cNvPr id="137" name="Ink 136">
                  <a:extLst>
                    <a:ext uri="{FF2B5EF4-FFF2-40B4-BE49-F238E27FC236}">
                      <a16:creationId xmlns:a16="http://schemas.microsoft.com/office/drawing/2014/main" id="{5FC46D4F-EF99-F839-3D9F-CB0E44C05B66}"/>
                    </a:ext>
                  </a:extLst>
                </p:cNvPr>
                <p:cNvPicPr/>
                <p:nvPr/>
              </p:nvPicPr>
              <p:blipFill>
                <a:blip r:embed="rId175"/>
                <a:stretch>
                  <a:fillRect/>
                </a:stretch>
              </p:blipFill>
              <p:spPr>
                <a:xfrm>
                  <a:off x="5955833" y="4998945"/>
                  <a:ext cx="383760" cy="735480"/>
                </a:xfrm>
                <a:prstGeom prst="rect">
                  <a:avLst/>
                </a:prstGeom>
              </p:spPr>
            </p:pic>
          </mc:Fallback>
        </mc:AlternateContent>
      </p:grpSp>
      <p:grpSp>
        <p:nvGrpSpPr>
          <p:cNvPr id="143" name="Group 142">
            <a:extLst>
              <a:ext uri="{FF2B5EF4-FFF2-40B4-BE49-F238E27FC236}">
                <a16:creationId xmlns:a16="http://schemas.microsoft.com/office/drawing/2014/main" id="{0FC70898-1213-80D3-D3D8-B969F16945DB}"/>
              </a:ext>
            </a:extLst>
          </p:cNvPr>
          <p:cNvGrpSpPr/>
          <p:nvPr/>
        </p:nvGrpSpPr>
        <p:grpSpPr>
          <a:xfrm>
            <a:off x="5834873" y="1627185"/>
            <a:ext cx="5592960" cy="2117520"/>
            <a:chOff x="5834873" y="1627185"/>
            <a:chExt cx="5592960" cy="2117520"/>
          </a:xfrm>
        </p:grpSpPr>
        <mc:AlternateContent xmlns:mc="http://schemas.openxmlformats.org/markup-compatibility/2006">
          <mc:Choice xmlns:p14="http://schemas.microsoft.com/office/powerpoint/2010/main" Requires="p14">
            <p:contentPart p14:bwMode="auto" r:id="rId176">
              <p14:nvContentPartPr>
                <p14:cNvPr id="139" name="Ink 138">
                  <a:extLst>
                    <a:ext uri="{FF2B5EF4-FFF2-40B4-BE49-F238E27FC236}">
                      <a16:creationId xmlns:a16="http://schemas.microsoft.com/office/drawing/2014/main" id="{D86DA38C-5052-D921-02B4-3F200302CB17}"/>
                    </a:ext>
                  </a:extLst>
                </p14:cNvPr>
                <p14:cNvContentPartPr/>
                <p14:nvPr/>
              </p14:nvContentPartPr>
              <p14:xfrm>
                <a:off x="5834873" y="1715385"/>
                <a:ext cx="1243440" cy="164160"/>
              </p14:xfrm>
            </p:contentPart>
          </mc:Choice>
          <mc:Fallback>
            <p:pic>
              <p:nvPicPr>
                <p:cNvPr id="139" name="Ink 138">
                  <a:extLst>
                    <a:ext uri="{FF2B5EF4-FFF2-40B4-BE49-F238E27FC236}">
                      <a16:creationId xmlns:a16="http://schemas.microsoft.com/office/drawing/2014/main" id="{D86DA38C-5052-D921-02B4-3F200302CB17}"/>
                    </a:ext>
                  </a:extLst>
                </p:cNvPr>
                <p:cNvPicPr/>
                <p:nvPr/>
              </p:nvPicPr>
              <p:blipFill>
                <a:blip r:embed="rId177"/>
                <a:stretch>
                  <a:fillRect/>
                </a:stretch>
              </p:blipFill>
              <p:spPr>
                <a:xfrm>
                  <a:off x="5826233" y="1706385"/>
                  <a:ext cx="126108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40" name="Ink 139">
                  <a:extLst>
                    <a:ext uri="{FF2B5EF4-FFF2-40B4-BE49-F238E27FC236}">
                      <a16:creationId xmlns:a16="http://schemas.microsoft.com/office/drawing/2014/main" id="{203295A2-7A78-2183-047C-F2FEC6D9C99F}"/>
                    </a:ext>
                  </a:extLst>
                </p14:cNvPr>
                <p14:cNvContentPartPr/>
                <p14:nvPr/>
              </p14:nvContentPartPr>
              <p14:xfrm>
                <a:off x="6852953" y="1627185"/>
                <a:ext cx="357840" cy="321120"/>
              </p14:xfrm>
            </p:contentPart>
          </mc:Choice>
          <mc:Fallback>
            <p:pic>
              <p:nvPicPr>
                <p:cNvPr id="140" name="Ink 139">
                  <a:extLst>
                    <a:ext uri="{FF2B5EF4-FFF2-40B4-BE49-F238E27FC236}">
                      <a16:creationId xmlns:a16="http://schemas.microsoft.com/office/drawing/2014/main" id="{203295A2-7A78-2183-047C-F2FEC6D9C99F}"/>
                    </a:ext>
                  </a:extLst>
                </p:cNvPr>
                <p:cNvPicPr/>
                <p:nvPr/>
              </p:nvPicPr>
              <p:blipFill>
                <a:blip r:embed="rId179"/>
                <a:stretch>
                  <a:fillRect/>
                </a:stretch>
              </p:blipFill>
              <p:spPr>
                <a:xfrm>
                  <a:off x="6844313" y="1618185"/>
                  <a:ext cx="375480"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42" name="Ink 141">
                  <a:extLst>
                    <a:ext uri="{FF2B5EF4-FFF2-40B4-BE49-F238E27FC236}">
                      <a16:creationId xmlns:a16="http://schemas.microsoft.com/office/drawing/2014/main" id="{BA62F784-0A69-2A31-12CA-FA9D0717BE4E}"/>
                    </a:ext>
                  </a:extLst>
                </p14:cNvPr>
                <p14:cNvContentPartPr/>
                <p14:nvPr/>
              </p14:nvContentPartPr>
              <p14:xfrm>
                <a:off x="7840433" y="2038665"/>
                <a:ext cx="3587400" cy="1706040"/>
              </p14:xfrm>
            </p:contentPart>
          </mc:Choice>
          <mc:Fallback>
            <p:pic>
              <p:nvPicPr>
                <p:cNvPr id="142" name="Ink 141">
                  <a:extLst>
                    <a:ext uri="{FF2B5EF4-FFF2-40B4-BE49-F238E27FC236}">
                      <a16:creationId xmlns:a16="http://schemas.microsoft.com/office/drawing/2014/main" id="{BA62F784-0A69-2A31-12CA-FA9D0717BE4E}"/>
                    </a:ext>
                  </a:extLst>
                </p:cNvPr>
                <p:cNvPicPr/>
                <p:nvPr/>
              </p:nvPicPr>
              <p:blipFill>
                <a:blip r:embed="rId181"/>
                <a:stretch>
                  <a:fillRect/>
                </a:stretch>
              </p:blipFill>
              <p:spPr>
                <a:xfrm>
                  <a:off x="7831433" y="2030025"/>
                  <a:ext cx="3605040" cy="1723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2">
            <p14:nvContentPartPr>
              <p14:cNvPr id="144" name="Ink 143">
                <a:extLst>
                  <a:ext uri="{FF2B5EF4-FFF2-40B4-BE49-F238E27FC236}">
                    <a16:creationId xmlns:a16="http://schemas.microsoft.com/office/drawing/2014/main" id="{9B4D81D1-35F5-B1F9-70D7-078FB02CABB3}"/>
                  </a:ext>
                </a:extLst>
              </p14:cNvPr>
              <p14:cNvContentPartPr/>
              <p14:nvPr/>
            </p14:nvContentPartPr>
            <p14:xfrm>
              <a:off x="8931953" y="2064585"/>
              <a:ext cx="177840" cy="236880"/>
            </p14:xfrm>
          </p:contentPart>
        </mc:Choice>
        <mc:Fallback>
          <p:pic>
            <p:nvPicPr>
              <p:cNvPr id="144" name="Ink 143">
                <a:extLst>
                  <a:ext uri="{FF2B5EF4-FFF2-40B4-BE49-F238E27FC236}">
                    <a16:creationId xmlns:a16="http://schemas.microsoft.com/office/drawing/2014/main" id="{9B4D81D1-35F5-B1F9-70D7-078FB02CABB3}"/>
                  </a:ext>
                </a:extLst>
              </p:cNvPr>
              <p:cNvPicPr/>
              <p:nvPr/>
            </p:nvPicPr>
            <p:blipFill>
              <a:blip r:embed="rId183"/>
              <a:stretch>
                <a:fillRect/>
              </a:stretch>
            </p:blipFill>
            <p:spPr>
              <a:xfrm>
                <a:off x="8923313" y="2055945"/>
                <a:ext cx="1954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45" name="Ink 144">
                <a:extLst>
                  <a:ext uri="{FF2B5EF4-FFF2-40B4-BE49-F238E27FC236}">
                    <a16:creationId xmlns:a16="http://schemas.microsoft.com/office/drawing/2014/main" id="{126F41DA-E277-485B-7688-556699E5A3C7}"/>
                  </a:ext>
                </a:extLst>
              </p14:cNvPr>
              <p14:cNvContentPartPr/>
              <p14:nvPr/>
            </p14:nvContentPartPr>
            <p14:xfrm>
              <a:off x="9236153" y="1995465"/>
              <a:ext cx="191880" cy="312120"/>
            </p14:xfrm>
          </p:contentPart>
        </mc:Choice>
        <mc:Fallback>
          <p:pic>
            <p:nvPicPr>
              <p:cNvPr id="145" name="Ink 144">
                <a:extLst>
                  <a:ext uri="{FF2B5EF4-FFF2-40B4-BE49-F238E27FC236}">
                    <a16:creationId xmlns:a16="http://schemas.microsoft.com/office/drawing/2014/main" id="{126F41DA-E277-485B-7688-556699E5A3C7}"/>
                  </a:ext>
                </a:extLst>
              </p:cNvPr>
              <p:cNvPicPr/>
              <p:nvPr/>
            </p:nvPicPr>
            <p:blipFill>
              <a:blip r:embed="rId185"/>
              <a:stretch>
                <a:fillRect/>
              </a:stretch>
            </p:blipFill>
            <p:spPr>
              <a:xfrm>
                <a:off x="9227513" y="1986465"/>
                <a:ext cx="20952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46" name="Ink 145">
                <a:extLst>
                  <a:ext uri="{FF2B5EF4-FFF2-40B4-BE49-F238E27FC236}">
                    <a16:creationId xmlns:a16="http://schemas.microsoft.com/office/drawing/2014/main" id="{B1F322CB-7820-24F7-7912-68D8E6EB985B}"/>
                  </a:ext>
                </a:extLst>
              </p14:cNvPr>
              <p14:cNvContentPartPr/>
              <p14:nvPr/>
            </p14:nvContentPartPr>
            <p14:xfrm>
              <a:off x="8081273" y="2198505"/>
              <a:ext cx="3096720" cy="1397160"/>
            </p14:xfrm>
          </p:contentPart>
        </mc:Choice>
        <mc:Fallback>
          <p:pic>
            <p:nvPicPr>
              <p:cNvPr id="146" name="Ink 145">
                <a:extLst>
                  <a:ext uri="{FF2B5EF4-FFF2-40B4-BE49-F238E27FC236}">
                    <a16:creationId xmlns:a16="http://schemas.microsoft.com/office/drawing/2014/main" id="{B1F322CB-7820-24F7-7912-68D8E6EB985B}"/>
                  </a:ext>
                </a:extLst>
              </p:cNvPr>
              <p:cNvPicPr/>
              <p:nvPr/>
            </p:nvPicPr>
            <p:blipFill>
              <a:blip r:embed="rId187"/>
              <a:stretch>
                <a:fillRect/>
              </a:stretch>
            </p:blipFill>
            <p:spPr>
              <a:xfrm>
                <a:off x="8072633" y="2189505"/>
                <a:ext cx="3114360" cy="1414800"/>
              </a:xfrm>
              <a:prstGeom prst="rect">
                <a:avLst/>
              </a:prstGeom>
            </p:spPr>
          </p:pic>
        </mc:Fallback>
      </mc:AlternateContent>
      <p:grpSp>
        <p:nvGrpSpPr>
          <p:cNvPr id="180" name="Group 179">
            <a:extLst>
              <a:ext uri="{FF2B5EF4-FFF2-40B4-BE49-F238E27FC236}">
                <a16:creationId xmlns:a16="http://schemas.microsoft.com/office/drawing/2014/main" id="{2317311B-580B-E935-4188-F90287071CF6}"/>
              </a:ext>
            </a:extLst>
          </p:cNvPr>
          <p:cNvGrpSpPr/>
          <p:nvPr/>
        </p:nvGrpSpPr>
        <p:grpSpPr>
          <a:xfrm>
            <a:off x="9145073" y="493905"/>
            <a:ext cx="2953800" cy="3755520"/>
            <a:chOff x="9145073" y="493905"/>
            <a:chExt cx="2953800" cy="3755520"/>
          </a:xfrm>
        </p:grpSpPr>
        <mc:AlternateContent xmlns:mc="http://schemas.openxmlformats.org/markup-compatibility/2006">
          <mc:Choice xmlns:p14="http://schemas.microsoft.com/office/powerpoint/2010/main" Requires="p14">
            <p:contentPart p14:bwMode="auto" r:id="rId188">
              <p14:nvContentPartPr>
                <p14:cNvPr id="147" name="Ink 146">
                  <a:extLst>
                    <a:ext uri="{FF2B5EF4-FFF2-40B4-BE49-F238E27FC236}">
                      <a16:creationId xmlns:a16="http://schemas.microsoft.com/office/drawing/2014/main" id="{1326BEEB-0DFA-C60D-6BEE-46E68AB15F3D}"/>
                    </a:ext>
                  </a:extLst>
                </p14:cNvPr>
                <p14:cNvContentPartPr/>
                <p14:nvPr/>
              </p14:nvContentPartPr>
              <p14:xfrm>
                <a:off x="9145073" y="2419545"/>
                <a:ext cx="3960" cy="10080"/>
              </p14:xfrm>
            </p:contentPart>
          </mc:Choice>
          <mc:Fallback>
            <p:pic>
              <p:nvPicPr>
                <p:cNvPr id="147" name="Ink 146">
                  <a:extLst>
                    <a:ext uri="{FF2B5EF4-FFF2-40B4-BE49-F238E27FC236}">
                      <a16:creationId xmlns:a16="http://schemas.microsoft.com/office/drawing/2014/main" id="{1326BEEB-0DFA-C60D-6BEE-46E68AB15F3D}"/>
                    </a:ext>
                  </a:extLst>
                </p:cNvPr>
                <p:cNvPicPr/>
                <p:nvPr/>
              </p:nvPicPr>
              <p:blipFill>
                <a:blip r:embed="rId189"/>
                <a:stretch>
                  <a:fillRect/>
                </a:stretch>
              </p:blipFill>
              <p:spPr>
                <a:xfrm>
                  <a:off x="9136433" y="2410545"/>
                  <a:ext cx="216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48" name="Ink 147">
                  <a:extLst>
                    <a:ext uri="{FF2B5EF4-FFF2-40B4-BE49-F238E27FC236}">
                      <a16:creationId xmlns:a16="http://schemas.microsoft.com/office/drawing/2014/main" id="{6ED6AE0D-0788-74AC-CEBB-7DA0F046995C}"/>
                    </a:ext>
                  </a:extLst>
                </p14:cNvPr>
                <p14:cNvContentPartPr/>
                <p14:nvPr/>
              </p14:nvContentPartPr>
              <p14:xfrm>
                <a:off x="9145073" y="1256745"/>
                <a:ext cx="996480" cy="1163160"/>
              </p14:xfrm>
            </p:contentPart>
          </mc:Choice>
          <mc:Fallback>
            <p:pic>
              <p:nvPicPr>
                <p:cNvPr id="148" name="Ink 147">
                  <a:extLst>
                    <a:ext uri="{FF2B5EF4-FFF2-40B4-BE49-F238E27FC236}">
                      <a16:creationId xmlns:a16="http://schemas.microsoft.com/office/drawing/2014/main" id="{6ED6AE0D-0788-74AC-CEBB-7DA0F046995C}"/>
                    </a:ext>
                  </a:extLst>
                </p:cNvPr>
                <p:cNvPicPr/>
                <p:nvPr/>
              </p:nvPicPr>
              <p:blipFill>
                <a:blip r:embed="rId191"/>
                <a:stretch>
                  <a:fillRect/>
                </a:stretch>
              </p:blipFill>
              <p:spPr>
                <a:xfrm>
                  <a:off x="9136433" y="1247745"/>
                  <a:ext cx="1014120" cy="11808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49" name="Ink 148">
                  <a:extLst>
                    <a:ext uri="{FF2B5EF4-FFF2-40B4-BE49-F238E27FC236}">
                      <a16:creationId xmlns:a16="http://schemas.microsoft.com/office/drawing/2014/main" id="{E7E31ACB-7344-1955-29E6-30AE50C6D6F1}"/>
                    </a:ext>
                  </a:extLst>
                </p14:cNvPr>
                <p14:cNvContentPartPr/>
                <p14:nvPr/>
              </p14:nvContentPartPr>
              <p14:xfrm>
                <a:off x="10026353" y="1163505"/>
                <a:ext cx="161640" cy="191160"/>
              </p14:xfrm>
            </p:contentPart>
          </mc:Choice>
          <mc:Fallback>
            <p:pic>
              <p:nvPicPr>
                <p:cNvPr id="149" name="Ink 148">
                  <a:extLst>
                    <a:ext uri="{FF2B5EF4-FFF2-40B4-BE49-F238E27FC236}">
                      <a16:creationId xmlns:a16="http://schemas.microsoft.com/office/drawing/2014/main" id="{E7E31ACB-7344-1955-29E6-30AE50C6D6F1}"/>
                    </a:ext>
                  </a:extLst>
                </p:cNvPr>
                <p:cNvPicPr/>
                <p:nvPr/>
              </p:nvPicPr>
              <p:blipFill>
                <a:blip r:embed="rId193"/>
                <a:stretch>
                  <a:fillRect/>
                </a:stretch>
              </p:blipFill>
              <p:spPr>
                <a:xfrm>
                  <a:off x="10017353" y="1154865"/>
                  <a:ext cx="17928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51" name="Ink 150">
                  <a:extLst>
                    <a:ext uri="{FF2B5EF4-FFF2-40B4-BE49-F238E27FC236}">
                      <a16:creationId xmlns:a16="http://schemas.microsoft.com/office/drawing/2014/main" id="{8C2E64C3-11CE-F892-D4C1-65922D5EE2CA}"/>
                    </a:ext>
                  </a:extLst>
                </p14:cNvPr>
                <p14:cNvContentPartPr/>
                <p14:nvPr/>
              </p14:nvContentPartPr>
              <p14:xfrm>
                <a:off x="10314353" y="919785"/>
                <a:ext cx="41040" cy="190440"/>
              </p14:xfrm>
            </p:contentPart>
          </mc:Choice>
          <mc:Fallback>
            <p:pic>
              <p:nvPicPr>
                <p:cNvPr id="151" name="Ink 150">
                  <a:extLst>
                    <a:ext uri="{FF2B5EF4-FFF2-40B4-BE49-F238E27FC236}">
                      <a16:creationId xmlns:a16="http://schemas.microsoft.com/office/drawing/2014/main" id="{8C2E64C3-11CE-F892-D4C1-65922D5EE2CA}"/>
                    </a:ext>
                  </a:extLst>
                </p:cNvPr>
                <p:cNvPicPr/>
                <p:nvPr/>
              </p:nvPicPr>
              <p:blipFill>
                <a:blip r:embed="rId195"/>
                <a:stretch>
                  <a:fillRect/>
                </a:stretch>
              </p:blipFill>
              <p:spPr>
                <a:xfrm>
                  <a:off x="10305713" y="911145"/>
                  <a:ext cx="5868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52" name="Ink 151">
                  <a:extLst>
                    <a:ext uri="{FF2B5EF4-FFF2-40B4-BE49-F238E27FC236}">
                      <a16:creationId xmlns:a16="http://schemas.microsoft.com/office/drawing/2014/main" id="{EDB632E1-E46B-EF02-757A-0611566C97AC}"/>
                    </a:ext>
                  </a:extLst>
                </p14:cNvPr>
                <p14:cNvContentPartPr/>
                <p14:nvPr/>
              </p14:nvContentPartPr>
              <p14:xfrm>
                <a:off x="10299953" y="833385"/>
                <a:ext cx="220680" cy="253080"/>
              </p14:xfrm>
            </p:contentPart>
          </mc:Choice>
          <mc:Fallback>
            <p:pic>
              <p:nvPicPr>
                <p:cNvPr id="152" name="Ink 151">
                  <a:extLst>
                    <a:ext uri="{FF2B5EF4-FFF2-40B4-BE49-F238E27FC236}">
                      <a16:creationId xmlns:a16="http://schemas.microsoft.com/office/drawing/2014/main" id="{EDB632E1-E46B-EF02-757A-0611566C97AC}"/>
                    </a:ext>
                  </a:extLst>
                </p:cNvPr>
                <p:cNvPicPr/>
                <p:nvPr/>
              </p:nvPicPr>
              <p:blipFill>
                <a:blip r:embed="rId197"/>
                <a:stretch>
                  <a:fillRect/>
                </a:stretch>
              </p:blipFill>
              <p:spPr>
                <a:xfrm>
                  <a:off x="10291313" y="824745"/>
                  <a:ext cx="23832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53" name="Ink 152">
                  <a:extLst>
                    <a:ext uri="{FF2B5EF4-FFF2-40B4-BE49-F238E27FC236}">
                      <a16:creationId xmlns:a16="http://schemas.microsoft.com/office/drawing/2014/main" id="{3776A309-1BE1-4479-522C-2CC3393F8AEA}"/>
                    </a:ext>
                  </a:extLst>
                </p14:cNvPr>
                <p14:cNvContentPartPr/>
                <p14:nvPr/>
              </p14:nvContentPartPr>
              <p14:xfrm>
                <a:off x="10544393" y="942825"/>
                <a:ext cx="163440" cy="108720"/>
              </p14:xfrm>
            </p:contentPart>
          </mc:Choice>
          <mc:Fallback>
            <p:pic>
              <p:nvPicPr>
                <p:cNvPr id="153" name="Ink 152">
                  <a:extLst>
                    <a:ext uri="{FF2B5EF4-FFF2-40B4-BE49-F238E27FC236}">
                      <a16:creationId xmlns:a16="http://schemas.microsoft.com/office/drawing/2014/main" id="{3776A309-1BE1-4479-522C-2CC3393F8AEA}"/>
                    </a:ext>
                  </a:extLst>
                </p:cNvPr>
                <p:cNvPicPr/>
                <p:nvPr/>
              </p:nvPicPr>
              <p:blipFill>
                <a:blip r:embed="rId199"/>
                <a:stretch>
                  <a:fillRect/>
                </a:stretch>
              </p:blipFill>
              <p:spPr>
                <a:xfrm>
                  <a:off x="10535393" y="933825"/>
                  <a:ext cx="18108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54" name="Ink 153">
                  <a:extLst>
                    <a:ext uri="{FF2B5EF4-FFF2-40B4-BE49-F238E27FC236}">
                      <a16:creationId xmlns:a16="http://schemas.microsoft.com/office/drawing/2014/main" id="{69DF2664-72AE-B90B-873E-CD4B37217EB2}"/>
                    </a:ext>
                  </a:extLst>
                </p14:cNvPr>
                <p14:cNvContentPartPr/>
                <p14:nvPr/>
              </p14:nvContentPartPr>
              <p14:xfrm>
                <a:off x="10702433" y="770385"/>
                <a:ext cx="81360" cy="249840"/>
              </p14:xfrm>
            </p:contentPart>
          </mc:Choice>
          <mc:Fallback>
            <p:pic>
              <p:nvPicPr>
                <p:cNvPr id="154" name="Ink 153">
                  <a:extLst>
                    <a:ext uri="{FF2B5EF4-FFF2-40B4-BE49-F238E27FC236}">
                      <a16:creationId xmlns:a16="http://schemas.microsoft.com/office/drawing/2014/main" id="{69DF2664-72AE-B90B-873E-CD4B37217EB2}"/>
                    </a:ext>
                  </a:extLst>
                </p:cNvPr>
                <p:cNvPicPr/>
                <p:nvPr/>
              </p:nvPicPr>
              <p:blipFill>
                <a:blip r:embed="rId201"/>
                <a:stretch>
                  <a:fillRect/>
                </a:stretch>
              </p:blipFill>
              <p:spPr>
                <a:xfrm>
                  <a:off x="10693793" y="761385"/>
                  <a:ext cx="9900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55" name="Ink 154">
                  <a:extLst>
                    <a:ext uri="{FF2B5EF4-FFF2-40B4-BE49-F238E27FC236}">
                      <a16:creationId xmlns:a16="http://schemas.microsoft.com/office/drawing/2014/main" id="{41B90B9C-2EC6-C515-8EDE-4379E7A2711A}"/>
                    </a:ext>
                  </a:extLst>
                </p14:cNvPr>
                <p14:cNvContentPartPr/>
                <p14:nvPr/>
              </p14:nvContentPartPr>
              <p14:xfrm>
                <a:off x="10842473" y="825465"/>
                <a:ext cx="136440" cy="140400"/>
              </p14:xfrm>
            </p:contentPart>
          </mc:Choice>
          <mc:Fallback>
            <p:pic>
              <p:nvPicPr>
                <p:cNvPr id="155" name="Ink 154">
                  <a:extLst>
                    <a:ext uri="{FF2B5EF4-FFF2-40B4-BE49-F238E27FC236}">
                      <a16:creationId xmlns:a16="http://schemas.microsoft.com/office/drawing/2014/main" id="{41B90B9C-2EC6-C515-8EDE-4379E7A2711A}"/>
                    </a:ext>
                  </a:extLst>
                </p:cNvPr>
                <p:cNvPicPr/>
                <p:nvPr/>
              </p:nvPicPr>
              <p:blipFill>
                <a:blip r:embed="rId203"/>
                <a:stretch>
                  <a:fillRect/>
                </a:stretch>
              </p:blipFill>
              <p:spPr>
                <a:xfrm>
                  <a:off x="10833833" y="816465"/>
                  <a:ext cx="1540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56" name="Ink 155">
                  <a:extLst>
                    <a:ext uri="{FF2B5EF4-FFF2-40B4-BE49-F238E27FC236}">
                      <a16:creationId xmlns:a16="http://schemas.microsoft.com/office/drawing/2014/main" id="{F062E33E-E754-46FE-349E-89C7D8493A2D}"/>
                    </a:ext>
                  </a:extLst>
                </p14:cNvPr>
                <p14:cNvContentPartPr/>
                <p14:nvPr/>
              </p14:nvContentPartPr>
              <p14:xfrm>
                <a:off x="10983233" y="786945"/>
                <a:ext cx="273240" cy="135360"/>
              </p14:xfrm>
            </p:contentPart>
          </mc:Choice>
          <mc:Fallback>
            <p:pic>
              <p:nvPicPr>
                <p:cNvPr id="156" name="Ink 155">
                  <a:extLst>
                    <a:ext uri="{FF2B5EF4-FFF2-40B4-BE49-F238E27FC236}">
                      <a16:creationId xmlns:a16="http://schemas.microsoft.com/office/drawing/2014/main" id="{F062E33E-E754-46FE-349E-89C7D8493A2D}"/>
                    </a:ext>
                  </a:extLst>
                </p:cNvPr>
                <p:cNvPicPr/>
                <p:nvPr/>
              </p:nvPicPr>
              <p:blipFill>
                <a:blip r:embed="rId205"/>
                <a:stretch>
                  <a:fillRect/>
                </a:stretch>
              </p:blipFill>
              <p:spPr>
                <a:xfrm>
                  <a:off x="10974593" y="778305"/>
                  <a:ext cx="29088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57" name="Ink 156">
                  <a:extLst>
                    <a:ext uri="{FF2B5EF4-FFF2-40B4-BE49-F238E27FC236}">
                      <a16:creationId xmlns:a16="http://schemas.microsoft.com/office/drawing/2014/main" id="{1509E7EC-16B1-8478-CEAC-81E759E10650}"/>
                    </a:ext>
                  </a:extLst>
                </p14:cNvPr>
                <p14:cNvContentPartPr/>
                <p14:nvPr/>
              </p14:nvContentPartPr>
              <p14:xfrm>
                <a:off x="11214353" y="754545"/>
                <a:ext cx="202680" cy="135360"/>
              </p14:xfrm>
            </p:contentPart>
          </mc:Choice>
          <mc:Fallback>
            <p:pic>
              <p:nvPicPr>
                <p:cNvPr id="157" name="Ink 156">
                  <a:extLst>
                    <a:ext uri="{FF2B5EF4-FFF2-40B4-BE49-F238E27FC236}">
                      <a16:creationId xmlns:a16="http://schemas.microsoft.com/office/drawing/2014/main" id="{1509E7EC-16B1-8478-CEAC-81E759E10650}"/>
                    </a:ext>
                  </a:extLst>
                </p:cNvPr>
                <p:cNvPicPr/>
                <p:nvPr/>
              </p:nvPicPr>
              <p:blipFill>
                <a:blip r:embed="rId207"/>
                <a:stretch>
                  <a:fillRect/>
                </a:stretch>
              </p:blipFill>
              <p:spPr>
                <a:xfrm>
                  <a:off x="11205713" y="745545"/>
                  <a:ext cx="2203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58" name="Ink 157">
                  <a:extLst>
                    <a:ext uri="{FF2B5EF4-FFF2-40B4-BE49-F238E27FC236}">
                      <a16:creationId xmlns:a16="http://schemas.microsoft.com/office/drawing/2014/main" id="{7C89A0F0-966D-AF79-F9C3-6DA8718DB87D}"/>
                    </a:ext>
                  </a:extLst>
                </p14:cNvPr>
                <p14:cNvContentPartPr/>
                <p14:nvPr/>
              </p14:nvContentPartPr>
              <p14:xfrm>
                <a:off x="11530793" y="493905"/>
                <a:ext cx="348480" cy="385560"/>
              </p14:xfrm>
            </p:contentPart>
          </mc:Choice>
          <mc:Fallback>
            <p:pic>
              <p:nvPicPr>
                <p:cNvPr id="158" name="Ink 157">
                  <a:extLst>
                    <a:ext uri="{FF2B5EF4-FFF2-40B4-BE49-F238E27FC236}">
                      <a16:creationId xmlns:a16="http://schemas.microsoft.com/office/drawing/2014/main" id="{7C89A0F0-966D-AF79-F9C3-6DA8718DB87D}"/>
                    </a:ext>
                  </a:extLst>
                </p:cNvPr>
                <p:cNvPicPr/>
                <p:nvPr/>
              </p:nvPicPr>
              <p:blipFill>
                <a:blip r:embed="rId209"/>
                <a:stretch>
                  <a:fillRect/>
                </a:stretch>
              </p:blipFill>
              <p:spPr>
                <a:xfrm>
                  <a:off x="11522153" y="484905"/>
                  <a:ext cx="366120" cy="4032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59" name="Ink 158">
                  <a:extLst>
                    <a:ext uri="{FF2B5EF4-FFF2-40B4-BE49-F238E27FC236}">
                      <a16:creationId xmlns:a16="http://schemas.microsoft.com/office/drawing/2014/main" id="{943B2F0B-1D58-65A0-9BB5-5099AA48918B}"/>
                    </a:ext>
                  </a:extLst>
                </p14:cNvPr>
                <p14:cNvContentPartPr/>
                <p14:nvPr/>
              </p14:nvContentPartPr>
              <p14:xfrm>
                <a:off x="10505873" y="1285185"/>
                <a:ext cx="372600" cy="201960"/>
              </p14:xfrm>
            </p:contentPart>
          </mc:Choice>
          <mc:Fallback>
            <p:pic>
              <p:nvPicPr>
                <p:cNvPr id="159" name="Ink 158">
                  <a:extLst>
                    <a:ext uri="{FF2B5EF4-FFF2-40B4-BE49-F238E27FC236}">
                      <a16:creationId xmlns:a16="http://schemas.microsoft.com/office/drawing/2014/main" id="{943B2F0B-1D58-65A0-9BB5-5099AA48918B}"/>
                    </a:ext>
                  </a:extLst>
                </p:cNvPr>
                <p:cNvPicPr/>
                <p:nvPr/>
              </p:nvPicPr>
              <p:blipFill>
                <a:blip r:embed="rId211"/>
                <a:stretch>
                  <a:fillRect/>
                </a:stretch>
              </p:blipFill>
              <p:spPr>
                <a:xfrm>
                  <a:off x="10496873" y="1276185"/>
                  <a:ext cx="39024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60" name="Ink 159">
                  <a:extLst>
                    <a:ext uri="{FF2B5EF4-FFF2-40B4-BE49-F238E27FC236}">
                      <a16:creationId xmlns:a16="http://schemas.microsoft.com/office/drawing/2014/main" id="{749F9AE9-979C-55D0-EB90-9CFEE13F8557}"/>
                    </a:ext>
                  </a:extLst>
                </p14:cNvPr>
                <p14:cNvContentPartPr/>
                <p14:nvPr/>
              </p14:nvContentPartPr>
              <p14:xfrm>
                <a:off x="10936073" y="1161345"/>
                <a:ext cx="53640" cy="199800"/>
              </p14:xfrm>
            </p:contentPart>
          </mc:Choice>
          <mc:Fallback>
            <p:pic>
              <p:nvPicPr>
                <p:cNvPr id="160" name="Ink 159">
                  <a:extLst>
                    <a:ext uri="{FF2B5EF4-FFF2-40B4-BE49-F238E27FC236}">
                      <a16:creationId xmlns:a16="http://schemas.microsoft.com/office/drawing/2014/main" id="{749F9AE9-979C-55D0-EB90-9CFEE13F8557}"/>
                    </a:ext>
                  </a:extLst>
                </p:cNvPr>
                <p:cNvPicPr/>
                <p:nvPr/>
              </p:nvPicPr>
              <p:blipFill>
                <a:blip r:embed="rId213"/>
                <a:stretch>
                  <a:fillRect/>
                </a:stretch>
              </p:blipFill>
              <p:spPr>
                <a:xfrm>
                  <a:off x="10927073" y="1152705"/>
                  <a:ext cx="7128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61" name="Ink 160">
                  <a:extLst>
                    <a:ext uri="{FF2B5EF4-FFF2-40B4-BE49-F238E27FC236}">
                      <a16:creationId xmlns:a16="http://schemas.microsoft.com/office/drawing/2014/main" id="{33B85769-9BA6-9788-A8BF-96C74661A464}"/>
                    </a:ext>
                  </a:extLst>
                </p14:cNvPr>
                <p14:cNvContentPartPr/>
                <p14:nvPr/>
              </p14:nvContentPartPr>
              <p14:xfrm>
                <a:off x="10910873" y="1190145"/>
                <a:ext cx="136080" cy="44280"/>
              </p14:xfrm>
            </p:contentPart>
          </mc:Choice>
          <mc:Fallback>
            <p:pic>
              <p:nvPicPr>
                <p:cNvPr id="161" name="Ink 160">
                  <a:extLst>
                    <a:ext uri="{FF2B5EF4-FFF2-40B4-BE49-F238E27FC236}">
                      <a16:creationId xmlns:a16="http://schemas.microsoft.com/office/drawing/2014/main" id="{33B85769-9BA6-9788-A8BF-96C74661A464}"/>
                    </a:ext>
                  </a:extLst>
                </p:cNvPr>
                <p:cNvPicPr/>
                <p:nvPr/>
              </p:nvPicPr>
              <p:blipFill>
                <a:blip r:embed="rId215"/>
                <a:stretch>
                  <a:fillRect/>
                </a:stretch>
              </p:blipFill>
              <p:spPr>
                <a:xfrm>
                  <a:off x="10902233" y="1181505"/>
                  <a:ext cx="15372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62" name="Ink 161">
                  <a:extLst>
                    <a:ext uri="{FF2B5EF4-FFF2-40B4-BE49-F238E27FC236}">
                      <a16:creationId xmlns:a16="http://schemas.microsoft.com/office/drawing/2014/main" id="{775FD053-BF92-95C3-E8CA-5DB3A1864B67}"/>
                    </a:ext>
                  </a:extLst>
                </p14:cNvPr>
                <p14:cNvContentPartPr/>
                <p14:nvPr/>
              </p14:nvContentPartPr>
              <p14:xfrm>
                <a:off x="11109593" y="1193385"/>
                <a:ext cx="146880" cy="66960"/>
              </p14:xfrm>
            </p:contentPart>
          </mc:Choice>
          <mc:Fallback>
            <p:pic>
              <p:nvPicPr>
                <p:cNvPr id="162" name="Ink 161">
                  <a:extLst>
                    <a:ext uri="{FF2B5EF4-FFF2-40B4-BE49-F238E27FC236}">
                      <a16:creationId xmlns:a16="http://schemas.microsoft.com/office/drawing/2014/main" id="{775FD053-BF92-95C3-E8CA-5DB3A1864B67}"/>
                    </a:ext>
                  </a:extLst>
                </p:cNvPr>
                <p:cNvPicPr/>
                <p:nvPr/>
              </p:nvPicPr>
              <p:blipFill>
                <a:blip r:embed="rId217"/>
                <a:stretch>
                  <a:fillRect/>
                </a:stretch>
              </p:blipFill>
              <p:spPr>
                <a:xfrm>
                  <a:off x="11100953" y="1184745"/>
                  <a:ext cx="16452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63" name="Ink 162">
                  <a:extLst>
                    <a:ext uri="{FF2B5EF4-FFF2-40B4-BE49-F238E27FC236}">
                      <a16:creationId xmlns:a16="http://schemas.microsoft.com/office/drawing/2014/main" id="{F1B85050-7088-F945-4168-DE244C0AF1AC}"/>
                    </a:ext>
                  </a:extLst>
                </p14:cNvPr>
                <p14:cNvContentPartPr/>
                <p14:nvPr/>
              </p14:nvContentPartPr>
              <p14:xfrm>
                <a:off x="11314433" y="1120305"/>
                <a:ext cx="218520" cy="128160"/>
              </p14:xfrm>
            </p:contentPart>
          </mc:Choice>
          <mc:Fallback>
            <p:pic>
              <p:nvPicPr>
                <p:cNvPr id="163" name="Ink 162">
                  <a:extLst>
                    <a:ext uri="{FF2B5EF4-FFF2-40B4-BE49-F238E27FC236}">
                      <a16:creationId xmlns:a16="http://schemas.microsoft.com/office/drawing/2014/main" id="{F1B85050-7088-F945-4168-DE244C0AF1AC}"/>
                    </a:ext>
                  </a:extLst>
                </p:cNvPr>
                <p:cNvPicPr/>
                <p:nvPr/>
              </p:nvPicPr>
              <p:blipFill>
                <a:blip r:embed="rId219"/>
                <a:stretch>
                  <a:fillRect/>
                </a:stretch>
              </p:blipFill>
              <p:spPr>
                <a:xfrm>
                  <a:off x="11305433" y="1111665"/>
                  <a:ext cx="23616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64" name="Ink 163">
                  <a:extLst>
                    <a:ext uri="{FF2B5EF4-FFF2-40B4-BE49-F238E27FC236}">
                      <a16:creationId xmlns:a16="http://schemas.microsoft.com/office/drawing/2014/main" id="{290B1414-A012-6BA8-36BF-9E5CFB347A34}"/>
                    </a:ext>
                  </a:extLst>
                </p14:cNvPr>
                <p14:cNvContentPartPr/>
                <p14:nvPr/>
              </p14:nvContentPartPr>
              <p14:xfrm>
                <a:off x="11078633" y="1504425"/>
                <a:ext cx="21960" cy="102960"/>
              </p14:xfrm>
            </p:contentPart>
          </mc:Choice>
          <mc:Fallback>
            <p:pic>
              <p:nvPicPr>
                <p:cNvPr id="164" name="Ink 163">
                  <a:extLst>
                    <a:ext uri="{FF2B5EF4-FFF2-40B4-BE49-F238E27FC236}">
                      <a16:creationId xmlns:a16="http://schemas.microsoft.com/office/drawing/2014/main" id="{290B1414-A012-6BA8-36BF-9E5CFB347A34}"/>
                    </a:ext>
                  </a:extLst>
                </p:cNvPr>
                <p:cNvPicPr/>
                <p:nvPr/>
              </p:nvPicPr>
              <p:blipFill>
                <a:blip r:embed="rId221"/>
                <a:stretch>
                  <a:fillRect/>
                </a:stretch>
              </p:blipFill>
              <p:spPr>
                <a:xfrm>
                  <a:off x="11069993" y="1495425"/>
                  <a:ext cx="3960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65" name="Ink 164">
                  <a:extLst>
                    <a:ext uri="{FF2B5EF4-FFF2-40B4-BE49-F238E27FC236}">
                      <a16:creationId xmlns:a16="http://schemas.microsoft.com/office/drawing/2014/main" id="{AAEF4BB9-CD61-69F6-6B4F-1280BC4DF489}"/>
                    </a:ext>
                  </a:extLst>
                </p14:cNvPr>
                <p14:cNvContentPartPr/>
                <p14:nvPr/>
              </p14:nvContentPartPr>
              <p14:xfrm>
                <a:off x="11084753" y="1416225"/>
                <a:ext cx="25200" cy="7920"/>
              </p14:xfrm>
            </p:contentPart>
          </mc:Choice>
          <mc:Fallback>
            <p:pic>
              <p:nvPicPr>
                <p:cNvPr id="165" name="Ink 164">
                  <a:extLst>
                    <a:ext uri="{FF2B5EF4-FFF2-40B4-BE49-F238E27FC236}">
                      <a16:creationId xmlns:a16="http://schemas.microsoft.com/office/drawing/2014/main" id="{AAEF4BB9-CD61-69F6-6B4F-1280BC4DF489}"/>
                    </a:ext>
                  </a:extLst>
                </p:cNvPr>
                <p:cNvPicPr/>
                <p:nvPr/>
              </p:nvPicPr>
              <p:blipFill>
                <a:blip r:embed="rId223"/>
                <a:stretch>
                  <a:fillRect/>
                </a:stretch>
              </p:blipFill>
              <p:spPr>
                <a:xfrm>
                  <a:off x="11075753" y="1407585"/>
                  <a:ext cx="4284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66" name="Ink 165">
                  <a:extLst>
                    <a:ext uri="{FF2B5EF4-FFF2-40B4-BE49-F238E27FC236}">
                      <a16:creationId xmlns:a16="http://schemas.microsoft.com/office/drawing/2014/main" id="{72646644-3110-8C41-21BA-71720A44398D}"/>
                    </a:ext>
                  </a:extLst>
                </p14:cNvPr>
                <p14:cNvContentPartPr/>
                <p14:nvPr/>
              </p14:nvContentPartPr>
              <p14:xfrm>
                <a:off x="11180153" y="1442505"/>
                <a:ext cx="139320" cy="111600"/>
              </p14:xfrm>
            </p:contentPart>
          </mc:Choice>
          <mc:Fallback>
            <p:pic>
              <p:nvPicPr>
                <p:cNvPr id="166" name="Ink 165">
                  <a:extLst>
                    <a:ext uri="{FF2B5EF4-FFF2-40B4-BE49-F238E27FC236}">
                      <a16:creationId xmlns:a16="http://schemas.microsoft.com/office/drawing/2014/main" id="{72646644-3110-8C41-21BA-71720A44398D}"/>
                    </a:ext>
                  </a:extLst>
                </p:cNvPr>
                <p:cNvPicPr/>
                <p:nvPr/>
              </p:nvPicPr>
              <p:blipFill>
                <a:blip r:embed="rId225"/>
                <a:stretch>
                  <a:fillRect/>
                </a:stretch>
              </p:blipFill>
              <p:spPr>
                <a:xfrm>
                  <a:off x="11171153" y="1433505"/>
                  <a:ext cx="15696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67" name="Ink 166">
                  <a:extLst>
                    <a:ext uri="{FF2B5EF4-FFF2-40B4-BE49-F238E27FC236}">
                      <a16:creationId xmlns:a16="http://schemas.microsoft.com/office/drawing/2014/main" id="{10A6B825-F016-CB09-462A-402B5CBB917C}"/>
                    </a:ext>
                  </a:extLst>
                </p14:cNvPr>
                <p14:cNvContentPartPr/>
                <p14:nvPr/>
              </p14:nvContentPartPr>
              <p14:xfrm>
                <a:off x="11388233" y="1334865"/>
                <a:ext cx="39600" cy="153360"/>
              </p14:xfrm>
            </p:contentPart>
          </mc:Choice>
          <mc:Fallback>
            <p:pic>
              <p:nvPicPr>
                <p:cNvPr id="167" name="Ink 166">
                  <a:extLst>
                    <a:ext uri="{FF2B5EF4-FFF2-40B4-BE49-F238E27FC236}">
                      <a16:creationId xmlns:a16="http://schemas.microsoft.com/office/drawing/2014/main" id="{10A6B825-F016-CB09-462A-402B5CBB917C}"/>
                    </a:ext>
                  </a:extLst>
                </p:cNvPr>
                <p:cNvPicPr/>
                <p:nvPr/>
              </p:nvPicPr>
              <p:blipFill>
                <a:blip r:embed="rId227"/>
                <a:stretch>
                  <a:fillRect/>
                </a:stretch>
              </p:blipFill>
              <p:spPr>
                <a:xfrm>
                  <a:off x="11379593" y="1326225"/>
                  <a:ext cx="5724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68" name="Ink 167">
                  <a:extLst>
                    <a:ext uri="{FF2B5EF4-FFF2-40B4-BE49-F238E27FC236}">
                      <a16:creationId xmlns:a16="http://schemas.microsoft.com/office/drawing/2014/main" id="{F1FB5B15-388C-307D-B5CE-88B2F64B4CF9}"/>
                    </a:ext>
                  </a:extLst>
                </p14:cNvPr>
                <p14:cNvContentPartPr/>
                <p14:nvPr/>
              </p14:nvContentPartPr>
              <p14:xfrm>
                <a:off x="11413433" y="1388505"/>
                <a:ext cx="151560" cy="102240"/>
              </p14:xfrm>
            </p:contentPart>
          </mc:Choice>
          <mc:Fallback>
            <p:pic>
              <p:nvPicPr>
                <p:cNvPr id="168" name="Ink 167">
                  <a:extLst>
                    <a:ext uri="{FF2B5EF4-FFF2-40B4-BE49-F238E27FC236}">
                      <a16:creationId xmlns:a16="http://schemas.microsoft.com/office/drawing/2014/main" id="{F1FB5B15-388C-307D-B5CE-88B2F64B4CF9}"/>
                    </a:ext>
                  </a:extLst>
                </p:cNvPr>
                <p:cNvPicPr/>
                <p:nvPr/>
              </p:nvPicPr>
              <p:blipFill>
                <a:blip r:embed="rId229"/>
                <a:stretch>
                  <a:fillRect/>
                </a:stretch>
              </p:blipFill>
              <p:spPr>
                <a:xfrm>
                  <a:off x="11404433" y="1379865"/>
                  <a:ext cx="16920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70" name="Ink 169">
                  <a:extLst>
                    <a:ext uri="{FF2B5EF4-FFF2-40B4-BE49-F238E27FC236}">
                      <a16:creationId xmlns:a16="http://schemas.microsoft.com/office/drawing/2014/main" id="{E338B2A0-510E-1AF4-0640-E4434C6ADF97}"/>
                    </a:ext>
                  </a:extLst>
                </p14:cNvPr>
                <p14:cNvContentPartPr/>
                <p14:nvPr/>
              </p14:nvContentPartPr>
              <p14:xfrm>
                <a:off x="11161073" y="1766865"/>
                <a:ext cx="255240" cy="164160"/>
              </p14:xfrm>
            </p:contentPart>
          </mc:Choice>
          <mc:Fallback>
            <p:pic>
              <p:nvPicPr>
                <p:cNvPr id="170" name="Ink 169">
                  <a:extLst>
                    <a:ext uri="{FF2B5EF4-FFF2-40B4-BE49-F238E27FC236}">
                      <a16:creationId xmlns:a16="http://schemas.microsoft.com/office/drawing/2014/main" id="{E338B2A0-510E-1AF4-0640-E4434C6ADF97}"/>
                    </a:ext>
                  </a:extLst>
                </p:cNvPr>
                <p:cNvPicPr/>
                <p:nvPr/>
              </p:nvPicPr>
              <p:blipFill>
                <a:blip r:embed="rId231"/>
                <a:stretch>
                  <a:fillRect/>
                </a:stretch>
              </p:blipFill>
              <p:spPr>
                <a:xfrm>
                  <a:off x="11152073" y="1757865"/>
                  <a:ext cx="27288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71" name="Ink 170">
                  <a:extLst>
                    <a:ext uri="{FF2B5EF4-FFF2-40B4-BE49-F238E27FC236}">
                      <a16:creationId xmlns:a16="http://schemas.microsoft.com/office/drawing/2014/main" id="{A69B78AA-47C1-52C3-8CF5-C172235A6C1F}"/>
                    </a:ext>
                  </a:extLst>
                </p14:cNvPr>
                <p14:cNvContentPartPr/>
                <p14:nvPr/>
              </p14:nvContentPartPr>
              <p14:xfrm>
                <a:off x="11477513" y="1600545"/>
                <a:ext cx="44280" cy="201960"/>
              </p14:xfrm>
            </p:contentPart>
          </mc:Choice>
          <mc:Fallback>
            <p:pic>
              <p:nvPicPr>
                <p:cNvPr id="171" name="Ink 170">
                  <a:extLst>
                    <a:ext uri="{FF2B5EF4-FFF2-40B4-BE49-F238E27FC236}">
                      <a16:creationId xmlns:a16="http://schemas.microsoft.com/office/drawing/2014/main" id="{A69B78AA-47C1-52C3-8CF5-C172235A6C1F}"/>
                    </a:ext>
                  </a:extLst>
                </p:cNvPr>
                <p:cNvPicPr/>
                <p:nvPr/>
              </p:nvPicPr>
              <p:blipFill>
                <a:blip r:embed="rId233"/>
                <a:stretch>
                  <a:fillRect/>
                </a:stretch>
              </p:blipFill>
              <p:spPr>
                <a:xfrm>
                  <a:off x="11468873" y="1591905"/>
                  <a:ext cx="6192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72" name="Ink 171">
                  <a:extLst>
                    <a:ext uri="{FF2B5EF4-FFF2-40B4-BE49-F238E27FC236}">
                      <a16:creationId xmlns:a16="http://schemas.microsoft.com/office/drawing/2014/main" id="{C9A51A3A-2DCD-9510-084E-FA3F1DB6E5B9}"/>
                    </a:ext>
                  </a:extLst>
                </p14:cNvPr>
                <p14:cNvContentPartPr/>
                <p14:nvPr/>
              </p14:nvContentPartPr>
              <p14:xfrm>
                <a:off x="11470673" y="1644825"/>
                <a:ext cx="197640" cy="103680"/>
              </p14:xfrm>
            </p:contentPart>
          </mc:Choice>
          <mc:Fallback>
            <p:pic>
              <p:nvPicPr>
                <p:cNvPr id="172" name="Ink 171">
                  <a:extLst>
                    <a:ext uri="{FF2B5EF4-FFF2-40B4-BE49-F238E27FC236}">
                      <a16:creationId xmlns:a16="http://schemas.microsoft.com/office/drawing/2014/main" id="{C9A51A3A-2DCD-9510-084E-FA3F1DB6E5B9}"/>
                    </a:ext>
                  </a:extLst>
                </p:cNvPr>
                <p:cNvPicPr/>
                <p:nvPr/>
              </p:nvPicPr>
              <p:blipFill>
                <a:blip r:embed="rId235"/>
                <a:stretch>
                  <a:fillRect/>
                </a:stretch>
              </p:blipFill>
              <p:spPr>
                <a:xfrm>
                  <a:off x="11461673" y="1635825"/>
                  <a:ext cx="21528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73" name="Ink 172">
                  <a:extLst>
                    <a:ext uri="{FF2B5EF4-FFF2-40B4-BE49-F238E27FC236}">
                      <a16:creationId xmlns:a16="http://schemas.microsoft.com/office/drawing/2014/main" id="{3CFEEB85-94FE-9EF6-7E38-3476F1EB7FDF}"/>
                    </a:ext>
                  </a:extLst>
                </p14:cNvPr>
                <p14:cNvContentPartPr/>
                <p14:nvPr/>
              </p14:nvContentPartPr>
              <p14:xfrm>
                <a:off x="11747153" y="1627545"/>
                <a:ext cx="16560" cy="167760"/>
              </p14:xfrm>
            </p:contentPart>
          </mc:Choice>
          <mc:Fallback>
            <p:pic>
              <p:nvPicPr>
                <p:cNvPr id="173" name="Ink 172">
                  <a:extLst>
                    <a:ext uri="{FF2B5EF4-FFF2-40B4-BE49-F238E27FC236}">
                      <a16:creationId xmlns:a16="http://schemas.microsoft.com/office/drawing/2014/main" id="{3CFEEB85-94FE-9EF6-7E38-3476F1EB7FDF}"/>
                    </a:ext>
                  </a:extLst>
                </p:cNvPr>
                <p:cNvPicPr/>
                <p:nvPr/>
              </p:nvPicPr>
              <p:blipFill>
                <a:blip r:embed="rId237"/>
                <a:stretch>
                  <a:fillRect/>
                </a:stretch>
              </p:blipFill>
              <p:spPr>
                <a:xfrm>
                  <a:off x="11738513" y="1618545"/>
                  <a:ext cx="342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74" name="Ink 173">
                  <a:extLst>
                    <a:ext uri="{FF2B5EF4-FFF2-40B4-BE49-F238E27FC236}">
                      <a16:creationId xmlns:a16="http://schemas.microsoft.com/office/drawing/2014/main" id="{ABF96AD0-2FCD-A134-ADA6-F5432FE05DEA}"/>
                    </a:ext>
                  </a:extLst>
                </p14:cNvPr>
                <p14:cNvContentPartPr/>
                <p14:nvPr/>
              </p14:nvContentPartPr>
              <p14:xfrm>
                <a:off x="11743193" y="1592265"/>
                <a:ext cx="94320" cy="72000"/>
              </p14:xfrm>
            </p:contentPart>
          </mc:Choice>
          <mc:Fallback>
            <p:pic>
              <p:nvPicPr>
                <p:cNvPr id="174" name="Ink 173">
                  <a:extLst>
                    <a:ext uri="{FF2B5EF4-FFF2-40B4-BE49-F238E27FC236}">
                      <a16:creationId xmlns:a16="http://schemas.microsoft.com/office/drawing/2014/main" id="{ABF96AD0-2FCD-A134-ADA6-F5432FE05DEA}"/>
                    </a:ext>
                  </a:extLst>
                </p:cNvPr>
                <p:cNvPicPr/>
                <p:nvPr/>
              </p:nvPicPr>
              <p:blipFill>
                <a:blip r:embed="rId239"/>
                <a:stretch>
                  <a:fillRect/>
                </a:stretch>
              </p:blipFill>
              <p:spPr>
                <a:xfrm>
                  <a:off x="11734193" y="1583625"/>
                  <a:ext cx="11196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75" name="Ink 174">
                  <a:extLst>
                    <a:ext uri="{FF2B5EF4-FFF2-40B4-BE49-F238E27FC236}">
                      <a16:creationId xmlns:a16="http://schemas.microsoft.com/office/drawing/2014/main" id="{E5302985-F73D-148E-7F78-857FC859BADA}"/>
                    </a:ext>
                  </a:extLst>
                </p14:cNvPr>
                <p14:cNvContentPartPr/>
                <p14:nvPr/>
              </p14:nvContentPartPr>
              <p14:xfrm>
                <a:off x="11850473" y="1413345"/>
                <a:ext cx="49320" cy="218880"/>
              </p14:xfrm>
            </p:contentPart>
          </mc:Choice>
          <mc:Fallback>
            <p:pic>
              <p:nvPicPr>
                <p:cNvPr id="175" name="Ink 174">
                  <a:extLst>
                    <a:ext uri="{FF2B5EF4-FFF2-40B4-BE49-F238E27FC236}">
                      <a16:creationId xmlns:a16="http://schemas.microsoft.com/office/drawing/2014/main" id="{E5302985-F73D-148E-7F78-857FC859BADA}"/>
                    </a:ext>
                  </a:extLst>
                </p:cNvPr>
                <p:cNvPicPr/>
                <p:nvPr/>
              </p:nvPicPr>
              <p:blipFill>
                <a:blip r:embed="rId241"/>
                <a:stretch>
                  <a:fillRect/>
                </a:stretch>
              </p:blipFill>
              <p:spPr>
                <a:xfrm>
                  <a:off x="11841473" y="1404345"/>
                  <a:ext cx="6696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76" name="Ink 175">
                  <a:extLst>
                    <a:ext uri="{FF2B5EF4-FFF2-40B4-BE49-F238E27FC236}">
                      <a16:creationId xmlns:a16="http://schemas.microsoft.com/office/drawing/2014/main" id="{75492E1F-F2E5-37AD-ECE1-453950260B5D}"/>
                    </a:ext>
                  </a:extLst>
                </p14:cNvPr>
                <p14:cNvContentPartPr/>
                <p14:nvPr/>
              </p14:nvContentPartPr>
              <p14:xfrm>
                <a:off x="11931833" y="1464465"/>
                <a:ext cx="167040" cy="107280"/>
              </p14:xfrm>
            </p:contentPart>
          </mc:Choice>
          <mc:Fallback>
            <p:pic>
              <p:nvPicPr>
                <p:cNvPr id="176" name="Ink 175">
                  <a:extLst>
                    <a:ext uri="{FF2B5EF4-FFF2-40B4-BE49-F238E27FC236}">
                      <a16:creationId xmlns:a16="http://schemas.microsoft.com/office/drawing/2014/main" id="{75492E1F-F2E5-37AD-ECE1-453950260B5D}"/>
                    </a:ext>
                  </a:extLst>
                </p:cNvPr>
                <p:cNvPicPr/>
                <p:nvPr/>
              </p:nvPicPr>
              <p:blipFill>
                <a:blip r:embed="rId243"/>
                <a:stretch>
                  <a:fillRect/>
                </a:stretch>
              </p:blipFill>
              <p:spPr>
                <a:xfrm>
                  <a:off x="11922833" y="1455825"/>
                  <a:ext cx="18468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77" name="Ink 176">
                  <a:extLst>
                    <a:ext uri="{FF2B5EF4-FFF2-40B4-BE49-F238E27FC236}">
                      <a16:creationId xmlns:a16="http://schemas.microsoft.com/office/drawing/2014/main" id="{5DAB2216-BC82-5F8B-14AE-A85A675D8216}"/>
                    </a:ext>
                  </a:extLst>
                </p14:cNvPr>
                <p14:cNvContentPartPr/>
                <p14:nvPr/>
              </p14:nvContentPartPr>
              <p14:xfrm>
                <a:off x="10166033" y="2043345"/>
                <a:ext cx="1692360" cy="2132280"/>
              </p14:xfrm>
            </p:contentPart>
          </mc:Choice>
          <mc:Fallback>
            <p:pic>
              <p:nvPicPr>
                <p:cNvPr id="177" name="Ink 176">
                  <a:extLst>
                    <a:ext uri="{FF2B5EF4-FFF2-40B4-BE49-F238E27FC236}">
                      <a16:creationId xmlns:a16="http://schemas.microsoft.com/office/drawing/2014/main" id="{5DAB2216-BC82-5F8B-14AE-A85A675D8216}"/>
                    </a:ext>
                  </a:extLst>
                </p:cNvPr>
                <p:cNvPicPr/>
                <p:nvPr/>
              </p:nvPicPr>
              <p:blipFill>
                <a:blip r:embed="rId245"/>
                <a:stretch>
                  <a:fillRect/>
                </a:stretch>
              </p:blipFill>
              <p:spPr>
                <a:xfrm>
                  <a:off x="10157033" y="2034345"/>
                  <a:ext cx="1710000" cy="21499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78" name="Ink 177">
                  <a:extLst>
                    <a:ext uri="{FF2B5EF4-FFF2-40B4-BE49-F238E27FC236}">
                      <a16:creationId xmlns:a16="http://schemas.microsoft.com/office/drawing/2014/main" id="{828D4F47-D7D4-C658-1AEE-17E583ED9176}"/>
                    </a:ext>
                  </a:extLst>
                </p14:cNvPr>
                <p14:cNvContentPartPr/>
                <p14:nvPr/>
              </p14:nvContentPartPr>
              <p14:xfrm>
                <a:off x="10118513" y="4067625"/>
                <a:ext cx="148680" cy="181800"/>
              </p14:xfrm>
            </p:contentPart>
          </mc:Choice>
          <mc:Fallback>
            <p:pic>
              <p:nvPicPr>
                <p:cNvPr id="178" name="Ink 177">
                  <a:extLst>
                    <a:ext uri="{FF2B5EF4-FFF2-40B4-BE49-F238E27FC236}">
                      <a16:creationId xmlns:a16="http://schemas.microsoft.com/office/drawing/2014/main" id="{828D4F47-D7D4-C658-1AEE-17E583ED9176}"/>
                    </a:ext>
                  </a:extLst>
                </p:cNvPr>
                <p:cNvPicPr/>
                <p:nvPr/>
              </p:nvPicPr>
              <p:blipFill>
                <a:blip r:embed="rId247"/>
                <a:stretch>
                  <a:fillRect/>
                </a:stretch>
              </p:blipFill>
              <p:spPr>
                <a:xfrm>
                  <a:off x="10109513" y="4058625"/>
                  <a:ext cx="166320" cy="199440"/>
                </a:xfrm>
                <a:prstGeom prst="rect">
                  <a:avLst/>
                </a:prstGeom>
              </p:spPr>
            </p:pic>
          </mc:Fallback>
        </mc:AlternateContent>
      </p:grpSp>
      <p:grpSp>
        <p:nvGrpSpPr>
          <p:cNvPr id="196" name="Group 195">
            <a:extLst>
              <a:ext uri="{FF2B5EF4-FFF2-40B4-BE49-F238E27FC236}">
                <a16:creationId xmlns:a16="http://schemas.microsoft.com/office/drawing/2014/main" id="{D2B3168C-6B84-DA1E-F826-43E13C6EE4EE}"/>
              </a:ext>
            </a:extLst>
          </p:cNvPr>
          <p:cNvGrpSpPr/>
          <p:nvPr/>
        </p:nvGrpSpPr>
        <p:grpSpPr>
          <a:xfrm>
            <a:off x="8527313" y="4261665"/>
            <a:ext cx="622800" cy="375120"/>
            <a:chOff x="8527313" y="4261665"/>
            <a:chExt cx="622800" cy="375120"/>
          </a:xfrm>
        </p:grpSpPr>
        <mc:AlternateContent xmlns:mc="http://schemas.openxmlformats.org/markup-compatibility/2006">
          <mc:Choice xmlns:p14="http://schemas.microsoft.com/office/powerpoint/2010/main" Requires="p14">
            <p:contentPart p14:bwMode="auto" r:id="rId248">
              <p14:nvContentPartPr>
                <p14:cNvPr id="193" name="Ink 192">
                  <a:extLst>
                    <a:ext uri="{FF2B5EF4-FFF2-40B4-BE49-F238E27FC236}">
                      <a16:creationId xmlns:a16="http://schemas.microsoft.com/office/drawing/2014/main" id="{3673AAAF-2810-0677-9A24-35BE7B0A9AC6}"/>
                    </a:ext>
                  </a:extLst>
                </p14:cNvPr>
                <p14:cNvContentPartPr/>
                <p14:nvPr/>
              </p14:nvContentPartPr>
              <p14:xfrm>
                <a:off x="8613713" y="4353465"/>
                <a:ext cx="59040" cy="283320"/>
              </p14:xfrm>
            </p:contentPart>
          </mc:Choice>
          <mc:Fallback>
            <p:pic>
              <p:nvPicPr>
                <p:cNvPr id="193" name="Ink 192">
                  <a:extLst>
                    <a:ext uri="{FF2B5EF4-FFF2-40B4-BE49-F238E27FC236}">
                      <a16:creationId xmlns:a16="http://schemas.microsoft.com/office/drawing/2014/main" id="{3673AAAF-2810-0677-9A24-35BE7B0A9AC6}"/>
                    </a:ext>
                  </a:extLst>
                </p:cNvPr>
                <p:cNvPicPr/>
                <p:nvPr/>
              </p:nvPicPr>
              <p:blipFill>
                <a:blip r:embed="rId249"/>
                <a:stretch>
                  <a:fillRect/>
                </a:stretch>
              </p:blipFill>
              <p:spPr>
                <a:xfrm>
                  <a:off x="8605073" y="4344825"/>
                  <a:ext cx="7668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94" name="Ink 193">
                  <a:extLst>
                    <a:ext uri="{FF2B5EF4-FFF2-40B4-BE49-F238E27FC236}">
                      <a16:creationId xmlns:a16="http://schemas.microsoft.com/office/drawing/2014/main" id="{98EA2329-B065-A3C6-5015-7BBC7ECAC15B}"/>
                    </a:ext>
                  </a:extLst>
                </p14:cNvPr>
                <p14:cNvContentPartPr/>
                <p14:nvPr/>
              </p14:nvContentPartPr>
              <p14:xfrm>
                <a:off x="8527313" y="4261665"/>
                <a:ext cx="313560" cy="209160"/>
              </p14:xfrm>
            </p:contentPart>
          </mc:Choice>
          <mc:Fallback>
            <p:pic>
              <p:nvPicPr>
                <p:cNvPr id="194" name="Ink 193">
                  <a:extLst>
                    <a:ext uri="{FF2B5EF4-FFF2-40B4-BE49-F238E27FC236}">
                      <a16:creationId xmlns:a16="http://schemas.microsoft.com/office/drawing/2014/main" id="{98EA2329-B065-A3C6-5015-7BBC7ECAC15B}"/>
                    </a:ext>
                  </a:extLst>
                </p:cNvPr>
                <p:cNvPicPr/>
                <p:nvPr/>
              </p:nvPicPr>
              <p:blipFill>
                <a:blip r:embed="rId251"/>
                <a:stretch>
                  <a:fillRect/>
                </a:stretch>
              </p:blipFill>
              <p:spPr>
                <a:xfrm>
                  <a:off x="8518313" y="4253025"/>
                  <a:ext cx="33120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95" name="Ink 194">
                  <a:extLst>
                    <a:ext uri="{FF2B5EF4-FFF2-40B4-BE49-F238E27FC236}">
                      <a16:creationId xmlns:a16="http://schemas.microsoft.com/office/drawing/2014/main" id="{745C2680-8D5B-6EA2-FD16-7E2400270542}"/>
                    </a:ext>
                  </a:extLst>
                </p14:cNvPr>
                <p14:cNvContentPartPr/>
                <p14:nvPr/>
              </p14:nvContentPartPr>
              <p14:xfrm>
                <a:off x="8807033" y="4477665"/>
                <a:ext cx="343080" cy="116280"/>
              </p14:xfrm>
            </p:contentPart>
          </mc:Choice>
          <mc:Fallback>
            <p:pic>
              <p:nvPicPr>
                <p:cNvPr id="195" name="Ink 194">
                  <a:extLst>
                    <a:ext uri="{FF2B5EF4-FFF2-40B4-BE49-F238E27FC236}">
                      <a16:creationId xmlns:a16="http://schemas.microsoft.com/office/drawing/2014/main" id="{745C2680-8D5B-6EA2-FD16-7E2400270542}"/>
                    </a:ext>
                  </a:extLst>
                </p:cNvPr>
                <p:cNvPicPr/>
                <p:nvPr/>
              </p:nvPicPr>
              <p:blipFill>
                <a:blip r:embed="rId253"/>
                <a:stretch>
                  <a:fillRect/>
                </a:stretch>
              </p:blipFill>
              <p:spPr>
                <a:xfrm>
                  <a:off x="8798033" y="4468665"/>
                  <a:ext cx="360720" cy="133920"/>
                </a:xfrm>
                <a:prstGeom prst="rect">
                  <a:avLst/>
                </a:prstGeom>
              </p:spPr>
            </p:pic>
          </mc:Fallback>
        </mc:AlternateContent>
      </p:grpSp>
      <p:grpSp>
        <p:nvGrpSpPr>
          <p:cNvPr id="207" name="Group 206">
            <a:extLst>
              <a:ext uri="{FF2B5EF4-FFF2-40B4-BE49-F238E27FC236}">
                <a16:creationId xmlns:a16="http://schemas.microsoft.com/office/drawing/2014/main" id="{ABCF8627-CB59-1CC9-3E45-84C4EC5EE40C}"/>
              </a:ext>
            </a:extLst>
          </p:cNvPr>
          <p:cNvGrpSpPr/>
          <p:nvPr/>
        </p:nvGrpSpPr>
        <p:grpSpPr>
          <a:xfrm>
            <a:off x="3585953" y="510465"/>
            <a:ext cx="5270040" cy="2264760"/>
            <a:chOff x="3585953" y="510465"/>
            <a:chExt cx="5270040" cy="2264760"/>
          </a:xfrm>
        </p:grpSpPr>
        <mc:AlternateContent xmlns:mc="http://schemas.openxmlformats.org/markup-compatibility/2006">
          <mc:Choice xmlns:p14="http://schemas.microsoft.com/office/powerpoint/2010/main" Requires="p14">
            <p:contentPart p14:bwMode="auto" r:id="rId254">
              <p14:nvContentPartPr>
                <p14:cNvPr id="54" name="Ink 53">
                  <a:extLst>
                    <a:ext uri="{FF2B5EF4-FFF2-40B4-BE49-F238E27FC236}">
                      <a16:creationId xmlns:a16="http://schemas.microsoft.com/office/drawing/2014/main" id="{10636642-91D1-906A-10C0-72872D937768}"/>
                    </a:ext>
                  </a:extLst>
                </p14:cNvPr>
                <p14:cNvContentPartPr/>
                <p14:nvPr/>
              </p14:nvContentPartPr>
              <p14:xfrm>
                <a:off x="3838313" y="1472025"/>
                <a:ext cx="13320" cy="319680"/>
              </p14:xfrm>
            </p:contentPart>
          </mc:Choice>
          <mc:Fallback>
            <p:pic>
              <p:nvPicPr>
                <p:cNvPr id="54" name="Ink 53">
                  <a:extLst>
                    <a:ext uri="{FF2B5EF4-FFF2-40B4-BE49-F238E27FC236}">
                      <a16:creationId xmlns:a16="http://schemas.microsoft.com/office/drawing/2014/main" id="{10636642-91D1-906A-10C0-72872D937768}"/>
                    </a:ext>
                  </a:extLst>
                </p:cNvPr>
                <p:cNvPicPr/>
                <p:nvPr/>
              </p:nvPicPr>
              <p:blipFill>
                <a:blip r:embed="rId255"/>
                <a:stretch>
                  <a:fillRect/>
                </a:stretch>
              </p:blipFill>
              <p:spPr>
                <a:xfrm>
                  <a:off x="3829313" y="1463385"/>
                  <a:ext cx="30960" cy="33732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55" name="Ink 54">
                  <a:extLst>
                    <a:ext uri="{FF2B5EF4-FFF2-40B4-BE49-F238E27FC236}">
                      <a16:creationId xmlns:a16="http://schemas.microsoft.com/office/drawing/2014/main" id="{6E0A0E66-E51C-2284-874B-04FE6D55A7A3}"/>
                    </a:ext>
                  </a:extLst>
                </p14:cNvPr>
                <p14:cNvContentPartPr/>
                <p14:nvPr/>
              </p14:nvContentPartPr>
              <p14:xfrm>
                <a:off x="3585953" y="1411905"/>
                <a:ext cx="482400" cy="211680"/>
              </p14:xfrm>
            </p:contentPart>
          </mc:Choice>
          <mc:Fallback>
            <p:pic>
              <p:nvPicPr>
                <p:cNvPr id="55" name="Ink 54">
                  <a:extLst>
                    <a:ext uri="{FF2B5EF4-FFF2-40B4-BE49-F238E27FC236}">
                      <a16:creationId xmlns:a16="http://schemas.microsoft.com/office/drawing/2014/main" id="{6E0A0E66-E51C-2284-874B-04FE6D55A7A3}"/>
                    </a:ext>
                  </a:extLst>
                </p:cNvPr>
                <p:cNvPicPr/>
                <p:nvPr/>
              </p:nvPicPr>
              <p:blipFill>
                <a:blip r:embed="rId257"/>
                <a:stretch>
                  <a:fillRect/>
                </a:stretch>
              </p:blipFill>
              <p:spPr>
                <a:xfrm>
                  <a:off x="3576953" y="1402905"/>
                  <a:ext cx="50004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56" name="Ink 55">
                  <a:extLst>
                    <a:ext uri="{FF2B5EF4-FFF2-40B4-BE49-F238E27FC236}">
                      <a16:creationId xmlns:a16="http://schemas.microsoft.com/office/drawing/2014/main" id="{547DE6E4-3937-68B8-0BBD-E0EED1451840}"/>
                    </a:ext>
                  </a:extLst>
                </p14:cNvPr>
                <p14:cNvContentPartPr/>
                <p14:nvPr/>
              </p14:nvContentPartPr>
              <p14:xfrm>
                <a:off x="3940553" y="1623225"/>
                <a:ext cx="262440" cy="133560"/>
              </p14:xfrm>
            </p:contentPart>
          </mc:Choice>
          <mc:Fallback>
            <p:pic>
              <p:nvPicPr>
                <p:cNvPr id="56" name="Ink 55">
                  <a:extLst>
                    <a:ext uri="{FF2B5EF4-FFF2-40B4-BE49-F238E27FC236}">
                      <a16:creationId xmlns:a16="http://schemas.microsoft.com/office/drawing/2014/main" id="{547DE6E4-3937-68B8-0BBD-E0EED1451840}"/>
                    </a:ext>
                  </a:extLst>
                </p:cNvPr>
                <p:cNvPicPr/>
                <p:nvPr/>
              </p:nvPicPr>
              <p:blipFill>
                <a:blip r:embed="rId259"/>
                <a:stretch>
                  <a:fillRect/>
                </a:stretch>
              </p:blipFill>
              <p:spPr>
                <a:xfrm>
                  <a:off x="3931913" y="1614225"/>
                  <a:ext cx="2800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57" name="Ink 56">
                  <a:extLst>
                    <a:ext uri="{FF2B5EF4-FFF2-40B4-BE49-F238E27FC236}">
                      <a16:creationId xmlns:a16="http://schemas.microsoft.com/office/drawing/2014/main" id="{F99DFE26-329A-85EF-EF51-F556C03E25E8}"/>
                    </a:ext>
                  </a:extLst>
                </p14:cNvPr>
                <p14:cNvContentPartPr/>
                <p14:nvPr/>
              </p14:nvContentPartPr>
              <p14:xfrm>
                <a:off x="4195793" y="1636905"/>
                <a:ext cx="132840" cy="101160"/>
              </p14:xfrm>
            </p:contentPart>
          </mc:Choice>
          <mc:Fallback>
            <p:pic>
              <p:nvPicPr>
                <p:cNvPr id="57" name="Ink 56">
                  <a:extLst>
                    <a:ext uri="{FF2B5EF4-FFF2-40B4-BE49-F238E27FC236}">
                      <a16:creationId xmlns:a16="http://schemas.microsoft.com/office/drawing/2014/main" id="{F99DFE26-329A-85EF-EF51-F556C03E25E8}"/>
                    </a:ext>
                  </a:extLst>
                </p:cNvPr>
                <p:cNvPicPr/>
                <p:nvPr/>
              </p:nvPicPr>
              <p:blipFill>
                <a:blip r:embed="rId261"/>
                <a:stretch>
                  <a:fillRect/>
                </a:stretch>
              </p:blipFill>
              <p:spPr>
                <a:xfrm>
                  <a:off x="4186793" y="1628265"/>
                  <a:ext cx="1504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58" name="Ink 57">
                  <a:extLst>
                    <a:ext uri="{FF2B5EF4-FFF2-40B4-BE49-F238E27FC236}">
                      <a16:creationId xmlns:a16="http://schemas.microsoft.com/office/drawing/2014/main" id="{3EECA013-F10F-BF9D-40BD-374CD68D4938}"/>
                    </a:ext>
                  </a:extLst>
                </p14:cNvPr>
                <p14:cNvContentPartPr/>
                <p14:nvPr/>
              </p14:nvContentPartPr>
              <p14:xfrm>
                <a:off x="4353833" y="1628625"/>
                <a:ext cx="154080" cy="81000"/>
              </p14:xfrm>
            </p:contentPart>
          </mc:Choice>
          <mc:Fallback>
            <p:pic>
              <p:nvPicPr>
                <p:cNvPr id="58" name="Ink 57">
                  <a:extLst>
                    <a:ext uri="{FF2B5EF4-FFF2-40B4-BE49-F238E27FC236}">
                      <a16:creationId xmlns:a16="http://schemas.microsoft.com/office/drawing/2014/main" id="{3EECA013-F10F-BF9D-40BD-374CD68D4938}"/>
                    </a:ext>
                  </a:extLst>
                </p:cNvPr>
                <p:cNvPicPr/>
                <p:nvPr/>
              </p:nvPicPr>
              <p:blipFill>
                <a:blip r:embed="rId263"/>
                <a:stretch>
                  <a:fillRect/>
                </a:stretch>
              </p:blipFill>
              <p:spPr>
                <a:xfrm>
                  <a:off x="4344833" y="1619625"/>
                  <a:ext cx="17172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59" name="Ink 58">
                  <a:extLst>
                    <a:ext uri="{FF2B5EF4-FFF2-40B4-BE49-F238E27FC236}">
                      <a16:creationId xmlns:a16="http://schemas.microsoft.com/office/drawing/2014/main" id="{B401DD39-D5B9-146D-B4FD-08F2360BC2BE}"/>
                    </a:ext>
                  </a:extLst>
                </p14:cNvPr>
                <p14:cNvContentPartPr/>
                <p14:nvPr/>
              </p14:nvContentPartPr>
              <p14:xfrm>
                <a:off x="4542113" y="1594425"/>
                <a:ext cx="50040" cy="331920"/>
              </p14:xfrm>
            </p:contentPart>
          </mc:Choice>
          <mc:Fallback>
            <p:pic>
              <p:nvPicPr>
                <p:cNvPr id="59" name="Ink 58">
                  <a:extLst>
                    <a:ext uri="{FF2B5EF4-FFF2-40B4-BE49-F238E27FC236}">
                      <a16:creationId xmlns:a16="http://schemas.microsoft.com/office/drawing/2014/main" id="{B401DD39-D5B9-146D-B4FD-08F2360BC2BE}"/>
                    </a:ext>
                  </a:extLst>
                </p:cNvPr>
                <p:cNvPicPr/>
                <p:nvPr/>
              </p:nvPicPr>
              <p:blipFill>
                <a:blip r:embed="rId265"/>
                <a:stretch>
                  <a:fillRect/>
                </a:stretch>
              </p:blipFill>
              <p:spPr>
                <a:xfrm>
                  <a:off x="4533113" y="1585425"/>
                  <a:ext cx="67680" cy="3495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60" name="Ink 59">
                  <a:extLst>
                    <a:ext uri="{FF2B5EF4-FFF2-40B4-BE49-F238E27FC236}">
                      <a16:creationId xmlns:a16="http://schemas.microsoft.com/office/drawing/2014/main" id="{B8EF0FD3-135D-AC4B-4112-D8E8DE769E81}"/>
                    </a:ext>
                  </a:extLst>
                </p14:cNvPr>
                <p14:cNvContentPartPr/>
                <p14:nvPr/>
              </p14:nvContentPartPr>
              <p14:xfrm>
                <a:off x="4526633" y="1574265"/>
                <a:ext cx="116640" cy="92160"/>
              </p14:xfrm>
            </p:contentPart>
          </mc:Choice>
          <mc:Fallback>
            <p:pic>
              <p:nvPicPr>
                <p:cNvPr id="60" name="Ink 59">
                  <a:extLst>
                    <a:ext uri="{FF2B5EF4-FFF2-40B4-BE49-F238E27FC236}">
                      <a16:creationId xmlns:a16="http://schemas.microsoft.com/office/drawing/2014/main" id="{B8EF0FD3-135D-AC4B-4112-D8E8DE769E81}"/>
                    </a:ext>
                  </a:extLst>
                </p:cNvPr>
                <p:cNvPicPr/>
                <p:nvPr/>
              </p:nvPicPr>
              <p:blipFill>
                <a:blip r:embed="rId267"/>
                <a:stretch>
                  <a:fillRect/>
                </a:stretch>
              </p:blipFill>
              <p:spPr>
                <a:xfrm>
                  <a:off x="4517633" y="1565625"/>
                  <a:ext cx="13428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61" name="Ink 60">
                  <a:extLst>
                    <a:ext uri="{FF2B5EF4-FFF2-40B4-BE49-F238E27FC236}">
                      <a16:creationId xmlns:a16="http://schemas.microsoft.com/office/drawing/2014/main" id="{65E131FC-B9B4-169B-DF14-3EBB90786170}"/>
                    </a:ext>
                  </a:extLst>
                </p14:cNvPr>
                <p14:cNvContentPartPr/>
                <p14:nvPr/>
              </p14:nvContentPartPr>
              <p14:xfrm>
                <a:off x="4694753" y="1577145"/>
                <a:ext cx="88560" cy="96120"/>
              </p14:xfrm>
            </p:contentPart>
          </mc:Choice>
          <mc:Fallback>
            <p:pic>
              <p:nvPicPr>
                <p:cNvPr id="61" name="Ink 60">
                  <a:extLst>
                    <a:ext uri="{FF2B5EF4-FFF2-40B4-BE49-F238E27FC236}">
                      <a16:creationId xmlns:a16="http://schemas.microsoft.com/office/drawing/2014/main" id="{65E131FC-B9B4-169B-DF14-3EBB90786170}"/>
                    </a:ext>
                  </a:extLst>
                </p:cNvPr>
                <p:cNvPicPr/>
                <p:nvPr/>
              </p:nvPicPr>
              <p:blipFill>
                <a:blip r:embed="rId269"/>
                <a:stretch>
                  <a:fillRect/>
                </a:stretch>
              </p:blipFill>
              <p:spPr>
                <a:xfrm>
                  <a:off x="4686113" y="1568145"/>
                  <a:ext cx="10620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62" name="Ink 61">
                  <a:extLst>
                    <a:ext uri="{FF2B5EF4-FFF2-40B4-BE49-F238E27FC236}">
                      <a16:creationId xmlns:a16="http://schemas.microsoft.com/office/drawing/2014/main" id="{A014F047-C567-3306-72AE-940B17447F69}"/>
                    </a:ext>
                  </a:extLst>
                </p14:cNvPr>
                <p14:cNvContentPartPr/>
                <p14:nvPr/>
              </p14:nvContentPartPr>
              <p14:xfrm>
                <a:off x="4868273" y="1590105"/>
                <a:ext cx="38520" cy="365400"/>
              </p14:xfrm>
            </p:contentPart>
          </mc:Choice>
          <mc:Fallback>
            <p:pic>
              <p:nvPicPr>
                <p:cNvPr id="62" name="Ink 61">
                  <a:extLst>
                    <a:ext uri="{FF2B5EF4-FFF2-40B4-BE49-F238E27FC236}">
                      <a16:creationId xmlns:a16="http://schemas.microsoft.com/office/drawing/2014/main" id="{A014F047-C567-3306-72AE-940B17447F69}"/>
                    </a:ext>
                  </a:extLst>
                </p:cNvPr>
                <p:cNvPicPr/>
                <p:nvPr/>
              </p:nvPicPr>
              <p:blipFill>
                <a:blip r:embed="rId271"/>
                <a:stretch>
                  <a:fillRect/>
                </a:stretch>
              </p:blipFill>
              <p:spPr>
                <a:xfrm>
                  <a:off x="4859273" y="1581105"/>
                  <a:ext cx="5616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63" name="Ink 62">
                  <a:extLst>
                    <a:ext uri="{FF2B5EF4-FFF2-40B4-BE49-F238E27FC236}">
                      <a16:creationId xmlns:a16="http://schemas.microsoft.com/office/drawing/2014/main" id="{56C0BEC0-23CD-4FDA-342E-56ADDAFC7601}"/>
                    </a:ext>
                  </a:extLst>
                </p14:cNvPr>
                <p14:cNvContentPartPr/>
                <p14:nvPr/>
              </p14:nvContentPartPr>
              <p14:xfrm>
                <a:off x="4833713" y="1555185"/>
                <a:ext cx="173880" cy="107280"/>
              </p14:xfrm>
            </p:contentPart>
          </mc:Choice>
          <mc:Fallback>
            <p:pic>
              <p:nvPicPr>
                <p:cNvPr id="63" name="Ink 62">
                  <a:extLst>
                    <a:ext uri="{FF2B5EF4-FFF2-40B4-BE49-F238E27FC236}">
                      <a16:creationId xmlns:a16="http://schemas.microsoft.com/office/drawing/2014/main" id="{56C0BEC0-23CD-4FDA-342E-56ADDAFC7601}"/>
                    </a:ext>
                  </a:extLst>
                </p:cNvPr>
                <p:cNvPicPr/>
                <p:nvPr/>
              </p:nvPicPr>
              <p:blipFill>
                <a:blip r:embed="rId273"/>
                <a:stretch>
                  <a:fillRect/>
                </a:stretch>
              </p:blipFill>
              <p:spPr>
                <a:xfrm>
                  <a:off x="4824713" y="1546545"/>
                  <a:ext cx="19152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64" name="Ink 63">
                  <a:extLst>
                    <a:ext uri="{FF2B5EF4-FFF2-40B4-BE49-F238E27FC236}">
                      <a16:creationId xmlns:a16="http://schemas.microsoft.com/office/drawing/2014/main" id="{35C689B8-3DE8-1D4C-36D4-54E13E97A846}"/>
                    </a:ext>
                  </a:extLst>
                </p14:cNvPr>
                <p14:cNvContentPartPr/>
                <p14:nvPr/>
              </p14:nvContentPartPr>
              <p14:xfrm>
                <a:off x="5008673" y="1329105"/>
                <a:ext cx="69840" cy="293400"/>
              </p14:xfrm>
            </p:contentPart>
          </mc:Choice>
          <mc:Fallback>
            <p:pic>
              <p:nvPicPr>
                <p:cNvPr id="64" name="Ink 63">
                  <a:extLst>
                    <a:ext uri="{FF2B5EF4-FFF2-40B4-BE49-F238E27FC236}">
                      <a16:creationId xmlns:a16="http://schemas.microsoft.com/office/drawing/2014/main" id="{35C689B8-3DE8-1D4C-36D4-54E13E97A846}"/>
                    </a:ext>
                  </a:extLst>
                </p:cNvPr>
                <p:cNvPicPr/>
                <p:nvPr/>
              </p:nvPicPr>
              <p:blipFill>
                <a:blip r:embed="rId275"/>
                <a:stretch>
                  <a:fillRect/>
                </a:stretch>
              </p:blipFill>
              <p:spPr>
                <a:xfrm>
                  <a:off x="4999673" y="1320105"/>
                  <a:ext cx="8748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65" name="Ink 64">
                  <a:extLst>
                    <a:ext uri="{FF2B5EF4-FFF2-40B4-BE49-F238E27FC236}">
                      <a16:creationId xmlns:a16="http://schemas.microsoft.com/office/drawing/2014/main" id="{8D7E77BC-532B-6F92-5ADE-9E2FDD848F28}"/>
                    </a:ext>
                  </a:extLst>
                </p14:cNvPr>
                <p14:cNvContentPartPr/>
                <p14:nvPr/>
              </p14:nvContentPartPr>
              <p14:xfrm>
                <a:off x="4985993" y="1480665"/>
                <a:ext cx="157680" cy="140400"/>
              </p14:xfrm>
            </p:contentPart>
          </mc:Choice>
          <mc:Fallback>
            <p:pic>
              <p:nvPicPr>
                <p:cNvPr id="65" name="Ink 64">
                  <a:extLst>
                    <a:ext uri="{FF2B5EF4-FFF2-40B4-BE49-F238E27FC236}">
                      <a16:creationId xmlns:a16="http://schemas.microsoft.com/office/drawing/2014/main" id="{8D7E77BC-532B-6F92-5ADE-9E2FDD848F28}"/>
                    </a:ext>
                  </a:extLst>
                </p:cNvPr>
                <p:cNvPicPr/>
                <p:nvPr/>
              </p:nvPicPr>
              <p:blipFill>
                <a:blip r:embed="rId277"/>
                <a:stretch>
                  <a:fillRect/>
                </a:stretch>
              </p:blipFill>
              <p:spPr>
                <a:xfrm>
                  <a:off x="4977353" y="1472025"/>
                  <a:ext cx="1753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66" name="Ink 65">
                  <a:extLst>
                    <a:ext uri="{FF2B5EF4-FFF2-40B4-BE49-F238E27FC236}">
                      <a16:creationId xmlns:a16="http://schemas.microsoft.com/office/drawing/2014/main" id="{FAF407F5-6083-CB45-1CFD-B840A80A099B}"/>
                    </a:ext>
                  </a:extLst>
                </p14:cNvPr>
                <p14:cNvContentPartPr/>
                <p14:nvPr/>
              </p14:nvContentPartPr>
              <p14:xfrm>
                <a:off x="5114513" y="1400385"/>
                <a:ext cx="24120" cy="23760"/>
              </p14:xfrm>
            </p:contentPart>
          </mc:Choice>
          <mc:Fallback>
            <p:pic>
              <p:nvPicPr>
                <p:cNvPr id="66" name="Ink 65">
                  <a:extLst>
                    <a:ext uri="{FF2B5EF4-FFF2-40B4-BE49-F238E27FC236}">
                      <a16:creationId xmlns:a16="http://schemas.microsoft.com/office/drawing/2014/main" id="{FAF407F5-6083-CB45-1CFD-B840A80A099B}"/>
                    </a:ext>
                  </a:extLst>
                </p:cNvPr>
                <p:cNvPicPr/>
                <p:nvPr/>
              </p:nvPicPr>
              <p:blipFill>
                <a:blip r:embed="rId279"/>
                <a:stretch>
                  <a:fillRect/>
                </a:stretch>
              </p:blipFill>
              <p:spPr>
                <a:xfrm>
                  <a:off x="5105873" y="1391385"/>
                  <a:ext cx="4176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67" name="Ink 66">
                  <a:extLst>
                    <a:ext uri="{FF2B5EF4-FFF2-40B4-BE49-F238E27FC236}">
                      <a16:creationId xmlns:a16="http://schemas.microsoft.com/office/drawing/2014/main" id="{8FE44D40-AC15-AFA1-4A08-19B063420EC3}"/>
                    </a:ext>
                  </a:extLst>
                </p14:cNvPr>
                <p14:cNvContentPartPr/>
                <p14:nvPr/>
              </p14:nvContentPartPr>
              <p14:xfrm>
                <a:off x="5212793" y="1466625"/>
                <a:ext cx="146520" cy="120600"/>
              </p14:xfrm>
            </p:contentPart>
          </mc:Choice>
          <mc:Fallback>
            <p:pic>
              <p:nvPicPr>
                <p:cNvPr id="67" name="Ink 66">
                  <a:extLst>
                    <a:ext uri="{FF2B5EF4-FFF2-40B4-BE49-F238E27FC236}">
                      <a16:creationId xmlns:a16="http://schemas.microsoft.com/office/drawing/2014/main" id="{8FE44D40-AC15-AFA1-4A08-19B063420EC3}"/>
                    </a:ext>
                  </a:extLst>
                </p:cNvPr>
                <p:cNvPicPr/>
                <p:nvPr/>
              </p:nvPicPr>
              <p:blipFill>
                <a:blip r:embed="rId281"/>
                <a:stretch>
                  <a:fillRect/>
                </a:stretch>
              </p:blipFill>
              <p:spPr>
                <a:xfrm>
                  <a:off x="5203793" y="1457985"/>
                  <a:ext cx="16416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68" name="Ink 67">
                  <a:extLst>
                    <a:ext uri="{FF2B5EF4-FFF2-40B4-BE49-F238E27FC236}">
                      <a16:creationId xmlns:a16="http://schemas.microsoft.com/office/drawing/2014/main" id="{2DC9175C-5D7D-EFA7-73E6-2A33D7D74B31}"/>
                    </a:ext>
                  </a:extLst>
                </p14:cNvPr>
                <p14:cNvContentPartPr/>
                <p14:nvPr/>
              </p14:nvContentPartPr>
              <p14:xfrm>
                <a:off x="4258433" y="2004825"/>
                <a:ext cx="60120" cy="240480"/>
              </p14:xfrm>
            </p:contentPart>
          </mc:Choice>
          <mc:Fallback>
            <p:pic>
              <p:nvPicPr>
                <p:cNvPr id="68" name="Ink 67">
                  <a:extLst>
                    <a:ext uri="{FF2B5EF4-FFF2-40B4-BE49-F238E27FC236}">
                      <a16:creationId xmlns:a16="http://schemas.microsoft.com/office/drawing/2014/main" id="{2DC9175C-5D7D-EFA7-73E6-2A33D7D74B31}"/>
                    </a:ext>
                  </a:extLst>
                </p:cNvPr>
                <p:cNvPicPr/>
                <p:nvPr/>
              </p:nvPicPr>
              <p:blipFill>
                <a:blip r:embed="rId283"/>
                <a:stretch>
                  <a:fillRect/>
                </a:stretch>
              </p:blipFill>
              <p:spPr>
                <a:xfrm>
                  <a:off x="4249433" y="1995825"/>
                  <a:ext cx="7776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69" name="Ink 68">
                  <a:extLst>
                    <a:ext uri="{FF2B5EF4-FFF2-40B4-BE49-F238E27FC236}">
                      <a16:creationId xmlns:a16="http://schemas.microsoft.com/office/drawing/2014/main" id="{68F86917-4E20-F2A9-C6D0-5E811788E30E}"/>
                    </a:ext>
                  </a:extLst>
                </p14:cNvPr>
                <p14:cNvContentPartPr/>
                <p14:nvPr/>
              </p14:nvContentPartPr>
              <p14:xfrm>
                <a:off x="4251593" y="1978545"/>
                <a:ext cx="147600" cy="97200"/>
              </p14:xfrm>
            </p:contentPart>
          </mc:Choice>
          <mc:Fallback>
            <p:pic>
              <p:nvPicPr>
                <p:cNvPr id="69" name="Ink 68">
                  <a:extLst>
                    <a:ext uri="{FF2B5EF4-FFF2-40B4-BE49-F238E27FC236}">
                      <a16:creationId xmlns:a16="http://schemas.microsoft.com/office/drawing/2014/main" id="{68F86917-4E20-F2A9-C6D0-5E811788E30E}"/>
                    </a:ext>
                  </a:extLst>
                </p:cNvPr>
                <p:cNvPicPr/>
                <p:nvPr/>
              </p:nvPicPr>
              <p:blipFill>
                <a:blip r:embed="rId285"/>
                <a:stretch>
                  <a:fillRect/>
                </a:stretch>
              </p:blipFill>
              <p:spPr>
                <a:xfrm>
                  <a:off x="4242593" y="1969545"/>
                  <a:ext cx="1652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70" name="Ink 69">
                  <a:extLst>
                    <a:ext uri="{FF2B5EF4-FFF2-40B4-BE49-F238E27FC236}">
                      <a16:creationId xmlns:a16="http://schemas.microsoft.com/office/drawing/2014/main" id="{006F20D1-CD7B-0566-AA4B-5378229771EC}"/>
                    </a:ext>
                  </a:extLst>
                </p14:cNvPr>
                <p14:cNvContentPartPr/>
                <p14:nvPr/>
              </p14:nvContentPartPr>
              <p14:xfrm>
                <a:off x="4462193" y="1982145"/>
                <a:ext cx="299520" cy="123840"/>
              </p14:xfrm>
            </p:contentPart>
          </mc:Choice>
          <mc:Fallback>
            <p:pic>
              <p:nvPicPr>
                <p:cNvPr id="70" name="Ink 69">
                  <a:extLst>
                    <a:ext uri="{FF2B5EF4-FFF2-40B4-BE49-F238E27FC236}">
                      <a16:creationId xmlns:a16="http://schemas.microsoft.com/office/drawing/2014/main" id="{006F20D1-CD7B-0566-AA4B-5378229771EC}"/>
                    </a:ext>
                  </a:extLst>
                </p:cNvPr>
                <p:cNvPicPr/>
                <p:nvPr/>
              </p:nvPicPr>
              <p:blipFill>
                <a:blip r:embed="rId287"/>
                <a:stretch>
                  <a:fillRect/>
                </a:stretch>
              </p:blipFill>
              <p:spPr>
                <a:xfrm>
                  <a:off x="4453193" y="1973505"/>
                  <a:ext cx="31716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71" name="Ink 70">
                  <a:extLst>
                    <a:ext uri="{FF2B5EF4-FFF2-40B4-BE49-F238E27FC236}">
                      <a16:creationId xmlns:a16="http://schemas.microsoft.com/office/drawing/2014/main" id="{6CA8A07C-8B63-5141-D002-79D78A894307}"/>
                    </a:ext>
                  </a:extLst>
                </p14:cNvPr>
                <p14:cNvContentPartPr/>
                <p14:nvPr/>
              </p14:nvContentPartPr>
              <p14:xfrm>
                <a:off x="4787273" y="1836345"/>
                <a:ext cx="38520" cy="211320"/>
              </p14:xfrm>
            </p:contentPart>
          </mc:Choice>
          <mc:Fallback>
            <p:pic>
              <p:nvPicPr>
                <p:cNvPr id="71" name="Ink 70">
                  <a:extLst>
                    <a:ext uri="{FF2B5EF4-FFF2-40B4-BE49-F238E27FC236}">
                      <a16:creationId xmlns:a16="http://schemas.microsoft.com/office/drawing/2014/main" id="{6CA8A07C-8B63-5141-D002-79D78A894307}"/>
                    </a:ext>
                  </a:extLst>
                </p:cNvPr>
                <p:cNvPicPr/>
                <p:nvPr/>
              </p:nvPicPr>
              <p:blipFill>
                <a:blip r:embed="rId289"/>
                <a:stretch>
                  <a:fillRect/>
                </a:stretch>
              </p:blipFill>
              <p:spPr>
                <a:xfrm>
                  <a:off x="4778273" y="1827705"/>
                  <a:ext cx="5616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72" name="Ink 71">
                  <a:extLst>
                    <a:ext uri="{FF2B5EF4-FFF2-40B4-BE49-F238E27FC236}">
                      <a16:creationId xmlns:a16="http://schemas.microsoft.com/office/drawing/2014/main" id="{D7591A96-AE1C-506F-5370-4790BA9DB662}"/>
                    </a:ext>
                  </a:extLst>
                </p14:cNvPr>
                <p14:cNvContentPartPr/>
                <p14:nvPr/>
              </p14:nvContentPartPr>
              <p14:xfrm>
                <a:off x="4736153" y="1875945"/>
                <a:ext cx="158760" cy="24840"/>
              </p14:xfrm>
            </p:contentPart>
          </mc:Choice>
          <mc:Fallback>
            <p:pic>
              <p:nvPicPr>
                <p:cNvPr id="72" name="Ink 71">
                  <a:extLst>
                    <a:ext uri="{FF2B5EF4-FFF2-40B4-BE49-F238E27FC236}">
                      <a16:creationId xmlns:a16="http://schemas.microsoft.com/office/drawing/2014/main" id="{D7591A96-AE1C-506F-5370-4790BA9DB662}"/>
                    </a:ext>
                  </a:extLst>
                </p:cNvPr>
                <p:cNvPicPr/>
                <p:nvPr/>
              </p:nvPicPr>
              <p:blipFill>
                <a:blip r:embed="rId291"/>
                <a:stretch>
                  <a:fillRect/>
                </a:stretch>
              </p:blipFill>
              <p:spPr>
                <a:xfrm>
                  <a:off x="4727153" y="1867305"/>
                  <a:ext cx="1764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73" name="Ink 72">
                  <a:extLst>
                    <a:ext uri="{FF2B5EF4-FFF2-40B4-BE49-F238E27FC236}">
                      <a16:creationId xmlns:a16="http://schemas.microsoft.com/office/drawing/2014/main" id="{5DE2CF62-4171-20B1-3EBB-5CD98044BCDA}"/>
                    </a:ext>
                  </a:extLst>
                </p14:cNvPr>
                <p14:cNvContentPartPr/>
                <p14:nvPr/>
              </p14:nvContentPartPr>
              <p14:xfrm>
                <a:off x="4911113" y="1936785"/>
                <a:ext cx="174240" cy="120960"/>
              </p14:xfrm>
            </p:contentPart>
          </mc:Choice>
          <mc:Fallback>
            <p:pic>
              <p:nvPicPr>
                <p:cNvPr id="73" name="Ink 72">
                  <a:extLst>
                    <a:ext uri="{FF2B5EF4-FFF2-40B4-BE49-F238E27FC236}">
                      <a16:creationId xmlns:a16="http://schemas.microsoft.com/office/drawing/2014/main" id="{5DE2CF62-4171-20B1-3EBB-5CD98044BCDA}"/>
                    </a:ext>
                  </a:extLst>
                </p:cNvPr>
                <p:cNvPicPr/>
                <p:nvPr/>
              </p:nvPicPr>
              <p:blipFill>
                <a:blip r:embed="rId293"/>
                <a:stretch>
                  <a:fillRect/>
                </a:stretch>
              </p:blipFill>
              <p:spPr>
                <a:xfrm>
                  <a:off x="4902113" y="1927785"/>
                  <a:ext cx="19188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74" name="Ink 73">
                  <a:extLst>
                    <a:ext uri="{FF2B5EF4-FFF2-40B4-BE49-F238E27FC236}">
                      <a16:creationId xmlns:a16="http://schemas.microsoft.com/office/drawing/2014/main" id="{ABAF6A23-9D31-DCCB-2C92-94D3C11E2CFD}"/>
                    </a:ext>
                  </a:extLst>
                </p14:cNvPr>
                <p14:cNvContentPartPr/>
                <p14:nvPr/>
              </p14:nvContentPartPr>
              <p14:xfrm>
                <a:off x="5139713" y="1947945"/>
                <a:ext cx="12240" cy="65880"/>
              </p14:xfrm>
            </p:contentPart>
          </mc:Choice>
          <mc:Fallback>
            <p:pic>
              <p:nvPicPr>
                <p:cNvPr id="74" name="Ink 73">
                  <a:extLst>
                    <a:ext uri="{FF2B5EF4-FFF2-40B4-BE49-F238E27FC236}">
                      <a16:creationId xmlns:a16="http://schemas.microsoft.com/office/drawing/2014/main" id="{ABAF6A23-9D31-DCCB-2C92-94D3C11E2CFD}"/>
                    </a:ext>
                  </a:extLst>
                </p:cNvPr>
                <p:cNvPicPr/>
                <p:nvPr/>
              </p:nvPicPr>
              <p:blipFill>
                <a:blip r:embed="rId295"/>
                <a:stretch>
                  <a:fillRect/>
                </a:stretch>
              </p:blipFill>
              <p:spPr>
                <a:xfrm>
                  <a:off x="5130713" y="1938945"/>
                  <a:ext cx="2988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75" name="Ink 74">
                  <a:extLst>
                    <a:ext uri="{FF2B5EF4-FFF2-40B4-BE49-F238E27FC236}">
                      <a16:creationId xmlns:a16="http://schemas.microsoft.com/office/drawing/2014/main" id="{E1CE92D0-2026-7359-D38A-062829ACE644}"/>
                    </a:ext>
                  </a:extLst>
                </p14:cNvPr>
                <p14:cNvContentPartPr/>
                <p14:nvPr/>
              </p14:nvContentPartPr>
              <p14:xfrm>
                <a:off x="5136113" y="1832025"/>
                <a:ext cx="1440" cy="3600"/>
              </p14:xfrm>
            </p:contentPart>
          </mc:Choice>
          <mc:Fallback>
            <p:pic>
              <p:nvPicPr>
                <p:cNvPr id="75" name="Ink 74">
                  <a:extLst>
                    <a:ext uri="{FF2B5EF4-FFF2-40B4-BE49-F238E27FC236}">
                      <a16:creationId xmlns:a16="http://schemas.microsoft.com/office/drawing/2014/main" id="{E1CE92D0-2026-7359-D38A-062829ACE644}"/>
                    </a:ext>
                  </a:extLst>
                </p:cNvPr>
                <p:cNvPicPr/>
                <p:nvPr/>
              </p:nvPicPr>
              <p:blipFill>
                <a:blip r:embed="rId297"/>
                <a:stretch>
                  <a:fillRect/>
                </a:stretch>
              </p:blipFill>
              <p:spPr>
                <a:xfrm>
                  <a:off x="5127473" y="1823385"/>
                  <a:ext cx="1908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76" name="Ink 75">
                  <a:extLst>
                    <a:ext uri="{FF2B5EF4-FFF2-40B4-BE49-F238E27FC236}">
                      <a16:creationId xmlns:a16="http://schemas.microsoft.com/office/drawing/2014/main" id="{F6E72CD3-2560-68F4-D7EA-CFDD1FF754C8}"/>
                    </a:ext>
                  </a:extLst>
                </p14:cNvPr>
                <p14:cNvContentPartPr/>
                <p14:nvPr/>
              </p14:nvContentPartPr>
              <p14:xfrm>
                <a:off x="5227913" y="1914825"/>
                <a:ext cx="125280" cy="86760"/>
              </p14:xfrm>
            </p:contentPart>
          </mc:Choice>
          <mc:Fallback>
            <p:pic>
              <p:nvPicPr>
                <p:cNvPr id="76" name="Ink 75">
                  <a:extLst>
                    <a:ext uri="{FF2B5EF4-FFF2-40B4-BE49-F238E27FC236}">
                      <a16:creationId xmlns:a16="http://schemas.microsoft.com/office/drawing/2014/main" id="{F6E72CD3-2560-68F4-D7EA-CFDD1FF754C8}"/>
                    </a:ext>
                  </a:extLst>
                </p:cNvPr>
                <p:cNvPicPr/>
                <p:nvPr/>
              </p:nvPicPr>
              <p:blipFill>
                <a:blip r:embed="rId299"/>
                <a:stretch>
                  <a:fillRect/>
                </a:stretch>
              </p:blipFill>
              <p:spPr>
                <a:xfrm>
                  <a:off x="5218913" y="1905825"/>
                  <a:ext cx="14292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77" name="Ink 76">
                  <a:extLst>
                    <a:ext uri="{FF2B5EF4-FFF2-40B4-BE49-F238E27FC236}">
                      <a16:creationId xmlns:a16="http://schemas.microsoft.com/office/drawing/2014/main" id="{A75D2026-DDC3-2F8A-81CA-044F666F6D51}"/>
                    </a:ext>
                  </a:extLst>
                </p14:cNvPr>
                <p14:cNvContentPartPr/>
                <p14:nvPr/>
              </p14:nvContentPartPr>
              <p14:xfrm>
                <a:off x="5360033" y="1841745"/>
                <a:ext cx="135360" cy="129960"/>
              </p14:xfrm>
            </p:contentPart>
          </mc:Choice>
          <mc:Fallback>
            <p:pic>
              <p:nvPicPr>
                <p:cNvPr id="77" name="Ink 76">
                  <a:extLst>
                    <a:ext uri="{FF2B5EF4-FFF2-40B4-BE49-F238E27FC236}">
                      <a16:creationId xmlns:a16="http://schemas.microsoft.com/office/drawing/2014/main" id="{A75D2026-DDC3-2F8A-81CA-044F666F6D51}"/>
                    </a:ext>
                  </a:extLst>
                </p:cNvPr>
                <p:cNvPicPr/>
                <p:nvPr/>
              </p:nvPicPr>
              <p:blipFill>
                <a:blip r:embed="rId301"/>
                <a:stretch>
                  <a:fillRect/>
                </a:stretch>
              </p:blipFill>
              <p:spPr>
                <a:xfrm>
                  <a:off x="5351033" y="1833105"/>
                  <a:ext cx="15300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79" name="Ink 78">
                  <a:extLst>
                    <a:ext uri="{FF2B5EF4-FFF2-40B4-BE49-F238E27FC236}">
                      <a16:creationId xmlns:a16="http://schemas.microsoft.com/office/drawing/2014/main" id="{9CBD9093-0D41-AD69-A363-EDBEEAAC941F}"/>
                    </a:ext>
                  </a:extLst>
                </p14:cNvPr>
                <p14:cNvContentPartPr/>
                <p14:nvPr/>
              </p14:nvContentPartPr>
              <p14:xfrm>
                <a:off x="3862433" y="2280225"/>
                <a:ext cx="257400" cy="495000"/>
              </p14:xfrm>
            </p:contentPart>
          </mc:Choice>
          <mc:Fallback>
            <p:pic>
              <p:nvPicPr>
                <p:cNvPr id="79" name="Ink 78">
                  <a:extLst>
                    <a:ext uri="{FF2B5EF4-FFF2-40B4-BE49-F238E27FC236}">
                      <a16:creationId xmlns:a16="http://schemas.microsoft.com/office/drawing/2014/main" id="{9CBD9093-0D41-AD69-A363-EDBEEAAC941F}"/>
                    </a:ext>
                  </a:extLst>
                </p:cNvPr>
                <p:cNvPicPr/>
                <p:nvPr/>
              </p:nvPicPr>
              <p:blipFill>
                <a:blip r:embed="rId303"/>
                <a:stretch>
                  <a:fillRect/>
                </a:stretch>
              </p:blipFill>
              <p:spPr>
                <a:xfrm>
                  <a:off x="3853433" y="2271225"/>
                  <a:ext cx="275040" cy="51264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80" name="Ink 79">
                  <a:extLst>
                    <a:ext uri="{FF2B5EF4-FFF2-40B4-BE49-F238E27FC236}">
                      <a16:creationId xmlns:a16="http://schemas.microsoft.com/office/drawing/2014/main" id="{1FB1B5FD-0592-AF07-74C9-D5E108F24A33}"/>
                    </a:ext>
                  </a:extLst>
                </p14:cNvPr>
                <p14:cNvContentPartPr/>
                <p14:nvPr/>
              </p14:nvContentPartPr>
              <p14:xfrm>
                <a:off x="4144313" y="2481465"/>
                <a:ext cx="20520" cy="133200"/>
              </p14:xfrm>
            </p:contentPart>
          </mc:Choice>
          <mc:Fallback>
            <p:pic>
              <p:nvPicPr>
                <p:cNvPr id="80" name="Ink 79">
                  <a:extLst>
                    <a:ext uri="{FF2B5EF4-FFF2-40B4-BE49-F238E27FC236}">
                      <a16:creationId xmlns:a16="http://schemas.microsoft.com/office/drawing/2014/main" id="{1FB1B5FD-0592-AF07-74C9-D5E108F24A33}"/>
                    </a:ext>
                  </a:extLst>
                </p:cNvPr>
                <p:cNvPicPr/>
                <p:nvPr/>
              </p:nvPicPr>
              <p:blipFill>
                <a:blip r:embed="rId305"/>
                <a:stretch>
                  <a:fillRect/>
                </a:stretch>
              </p:blipFill>
              <p:spPr>
                <a:xfrm>
                  <a:off x="4135673" y="2472825"/>
                  <a:ext cx="3816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81" name="Ink 80">
                  <a:extLst>
                    <a:ext uri="{FF2B5EF4-FFF2-40B4-BE49-F238E27FC236}">
                      <a16:creationId xmlns:a16="http://schemas.microsoft.com/office/drawing/2014/main" id="{11F85880-5DEC-F4C1-A80E-AF29FB29AB52}"/>
                    </a:ext>
                  </a:extLst>
                </p14:cNvPr>
                <p14:cNvContentPartPr/>
                <p14:nvPr/>
              </p14:nvContentPartPr>
              <p14:xfrm>
                <a:off x="4121633" y="2417385"/>
                <a:ext cx="185400" cy="219600"/>
              </p14:xfrm>
            </p:contentPart>
          </mc:Choice>
          <mc:Fallback>
            <p:pic>
              <p:nvPicPr>
                <p:cNvPr id="81" name="Ink 80">
                  <a:extLst>
                    <a:ext uri="{FF2B5EF4-FFF2-40B4-BE49-F238E27FC236}">
                      <a16:creationId xmlns:a16="http://schemas.microsoft.com/office/drawing/2014/main" id="{11F85880-5DEC-F4C1-A80E-AF29FB29AB52}"/>
                    </a:ext>
                  </a:extLst>
                </p:cNvPr>
                <p:cNvPicPr/>
                <p:nvPr/>
              </p:nvPicPr>
              <p:blipFill>
                <a:blip r:embed="rId307"/>
                <a:stretch>
                  <a:fillRect/>
                </a:stretch>
              </p:blipFill>
              <p:spPr>
                <a:xfrm>
                  <a:off x="4112993" y="2408745"/>
                  <a:ext cx="20304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82" name="Ink 81">
                  <a:extLst>
                    <a:ext uri="{FF2B5EF4-FFF2-40B4-BE49-F238E27FC236}">
                      <a16:creationId xmlns:a16="http://schemas.microsoft.com/office/drawing/2014/main" id="{FA03046A-846F-08A4-716A-BE5EF1879817}"/>
                    </a:ext>
                  </a:extLst>
                </p14:cNvPr>
                <p14:cNvContentPartPr/>
                <p14:nvPr/>
              </p14:nvContentPartPr>
              <p14:xfrm>
                <a:off x="4377593" y="2424225"/>
                <a:ext cx="112320" cy="167760"/>
              </p14:xfrm>
            </p:contentPart>
          </mc:Choice>
          <mc:Fallback>
            <p:pic>
              <p:nvPicPr>
                <p:cNvPr id="82" name="Ink 81">
                  <a:extLst>
                    <a:ext uri="{FF2B5EF4-FFF2-40B4-BE49-F238E27FC236}">
                      <a16:creationId xmlns:a16="http://schemas.microsoft.com/office/drawing/2014/main" id="{FA03046A-846F-08A4-716A-BE5EF1879817}"/>
                    </a:ext>
                  </a:extLst>
                </p:cNvPr>
                <p:cNvPicPr/>
                <p:nvPr/>
              </p:nvPicPr>
              <p:blipFill>
                <a:blip r:embed="rId309"/>
                <a:stretch>
                  <a:fillRect/>
                </a:stretch>
              </p:blipFill>
              <p:spPr>
                <a:xfrm>
                  <a:off x="4368953" y="2415225"/>
                  <a:ext cx="12996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83" name="Ink 82">
                  <a:extLst>
                    <a:ext uri="{FF2B5EF4-FFF2-40B4-BE49-F238E27FC236}">
                      <a16:creationId xmlns:a16="http://schemas.microsoft.com/office/drawing/2014/main" id="{3B04D119-2167-FA21-420A-A0B4F4A7DDE8}"/>
                    </a:ext>
                  </a:extLst>
                </p14:cNvPr>
                <p14:cNvContentPartPr/>
                <p14:nvPr/>
              </p14:nvContentPartPr>
              <p14:xfrm>
                <a:off x="4373993" y="2499825"/>
                <a:ext cx="99360" cy="30240"/>
              </p14:xfrm>
            </p:contentPart>
          </mc:Choice>
          <mc:Fallback>
            <p:pic>
              <p:nvPicPr>
                <p:cNvPr id="83" name="Ink 82">
                  <a:extLst>
                    <a:ext uri="{FF2B5EF4-FFF2-40B4-BE49-F238E27FC236}">
                      <a16:creationId xmlns:a16="http://schemas.microsoft.com/office/drawing/2014/main" id="{3B04D119-2167-FA21-420A-A0B4F4A7DDE8}"/>
                    </a:ext>
                  </a:extLst>
                </p:cNvPr>
                <p:cNvPicPr/>
                <p:nvPr/>
              </p:nvPicPr>
              <p:blipFill>
                <a:blip r:embed="rId311"/>
                <a:stretch>
                  <a:fillRect/>
                </a:stretch>
              </p:blipFill>
              <p:spPr>
                <a:xfrm>
                  <a:off x="4365353" y="2490825"/>
                  <a:ext cx="11700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84" name="Ink 83">
                  <a:extLst>
                    <a:ext uri="{FF2B5EF4-FFF2-40B4-BE49-F238E27FC236}">
                      <a16:creationId xmlns:a16="http://schemas.microsoft.com/office/drawing/2014/main" id="{11689251-16A5-7567-4E08-31149F3E9853}"/>
                    </a:ext>
                  </a:extLst>
                </p14:cNvPr>
                <p14:cNvContentPartPr/>
                <p14:nvPr/>
              </p14:nvContentPartPr>
              <p14:xfrm>
                <a:off x="4543193" y="2451585"/>
                <a:ext cx="187200" cy="98640"/>
              </p14:xfrm>
            </p:contentPart>
          </mc:Choice>
          <mc:Fallback>
            <p:pic>
              <p:nvPicPr>
                <p:cNvPr id="84" name="Ink 83">
                  <a:extLst>
                    <a:ext uri="{FF2B5EF4-FFF2-40B4-BE49-F238E27FC236}">
                      <a16:creationId xmlns:a16="http://schemas.microsoft.com/office/drawing/2014/main" id="{11689251-16A5-7567-4E08-31149F3E9853}"/>
                    </a:ext>
                  </a:extLst>
                </p:cNvPr>
                <p:cNvPicPr/>
                <p:nvPr/>
              </p:nvPicPr>
              <p:blipFill>
                <a:blip r:embed="rId313"/>
                <a:stretch>
                  <a:fillRect/>
                </a:stretch>
              </p:blipFill>
              <p:spPr>
                <a:xfrm>
                  <a:off x="4534193" y="2442945"/>
                  <a:ext cx="20484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85" name="Ink 84">
                  <a:extLst>
                    <a:ext uri="{FF2B5EF4-FFF2-40B4-BE49-F238E27FC236}">
                      <a16:creationId xmlns:a16="http://schemas.microsoft.com/office/drawing/2014/main" id="{68E49372-C37D-5ADC-7235-64287B641D2A}"/>
                    </a:ext>
                  </a:extLst>
                </p14:cNvPr>
                <p14:cNvContentPartPr/>
                <p14:nvPr/>
              </p14:nvContentPartPr>
              <p14:xfrm>
                <a:off x="4825433" y="2534025"/>
                <a:ext cx="11160" cy="113040"/>
              </p14:xfrm>
            </p:contentPart>
          </mc:Choice>
          <mc:Fallback>
            <p:pic>
              <p:nvPicPr>
                <p:cNvPr id="85" name="Ink 84">
                  <a:extLst>
                    <a:ext uri="{FF2B5EF4-FFF2-40B4-BE49-F238E27FC236}">
                      <a16:creationId xmlns:a16="http://schemas.microsoft.com/office/drawing/2014/main" id="{68E49372-C37D-5ADC-7235-64287B641D2A}"/>
                    </a:ext>
                  </a:extLst>
                </p:cNvPr>
                <p:cNvPicPr/>
                <p:nvPr/>
              </p:nvPicPr>
              <p:blipFill>
                <a:blip r:embed="rId315"/>
                <a:stretch>
                  <a:fillRect/>
                </a:stretch>
              </p:blipFill>
              <p:spPr>
                <a:xfrm>
                  <a:off x="4816433" y="2525385"/>
                  <a:ext cx="2880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86" name="Ink 85">
                  <a:extLst>
                    <a:ext uri="{FF2B5EF4-FFF2-40B4-BE49-F238E27FC236}">
                      <a16:creationId xmlns:a16="http://schemas.microsoft.com/office/drawing/2014/main" id="{B7F0856F-E540-FF52-31BE-17E8440E3D02}"/>
                    </a:ext>
                  </a:extLst>
                </p14:cNvPr>
                <p14:cNvContentPartPr/>
                <p14:nvPr/>
              </p14:nvContentPartPr>
              <p14:xfrm>
                <a:off x="4961153" y="2360505"/>
                <a:ext cx="50400" cy="162000"/>
              </p14:xfrm>
            </p:contentPart>
          </mc:Choice>
          <mc:Fallback>
            <p:pic>
              <p:nvPicPr>
                <p:cNvPr id="86" name="Ink 85">
                  <a:extLst>
                    <a:ext uri="{FF2B5EF4-FFF2-40B4-BE49-F238E27FC236}">
                      <a16:creationId xmlns:a16="http://schemas.microsoft.com/office/drawing/2014/main" id="{B7F0856F-E540-FF52-31BE-17E8440E3D02}"/>
                    </a:ext>
                  </a:extLst>
                </p:cNvPr>
                <p:cNvPicPr/>
                <p:nvPr/>
              </p:nvPicPr>
              <p:blipFill>
                <a:blip r:embed="rId317"/>
                <a:stretch>
                  <a:fillRect/>
                </a:stretch>
              </p:blipFill>
              <p:spPr>
                <a:xfrm>
                  <a:off x="4952153" y="2351505"/>
                  <a:ext cx="6804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87" name="Ink 86">
                  <a:extLst>
                    <a:ext uri="{FF2B5EF4-FFF2-40B4-BE49-F238E27FC236}">
                      <a16:creationId xmlns:a16="http://schemas.microsoft.com/office/drawing/2014/main" id="{564AE0B2-F30B-2EDC-07AE-1F186DCBA68E}"/>
                    </a:ext>
                  </a:extLst>
                </p14:cNvPr>
                <p14:cNvContentPartPr/>
                <p14:nvPr/>
              </p14:nvContentPartPr>
              <p14:xfrm>
                <a:off x="4984913" y="2323785"/>
                <a:ext cx="180000" cy="242640"/>
              </p14:xfrm>
            </p:contentPart>
          </mc:Choice>
          <mc:Fallback>
            <p:pic>
              <p:nvPicPr>
                <p:cNvPr id="87" name="Ink 86">
                  <a:extLst>
                    <a:ext uri="{FF2B5EF4-FFF2-40B4-BE49-F238E27FC236}">
                      <a16:creationId xmlns:a16="http://schemas.microsoft.com/office/drawing/2014/main" id="{564AE0B2-F30B-2EDC-07AE-1F186DCBA68E}"/>
                    </a:ext>
                  </a:extLst>
                </p:cNvPr>
                <p:cNvPicPr/>
                <p:nvPr/>
              </p:nvPicPr>
              <p:blipFill>
                <a:blip r:embed="rId319"/>
                <a:stretch>
                  <a:fillRect/>
                </a:stretch>
              </p:blipFill>
              <p:spPr>
                <a:xfrm>
                  <a:off x="4975913" y="2315145"/>
                  <a:ext cx="19764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88" name="Ink 87">
                  <a:extLst>
                    <a:ext uri="{FF2B5EF4-FFF2-40B4-BE49-F238E27FC236}">
                      <a16:creationId xmlns:a16="http://schemas.microsoft.com/office/drawing/2014/main" id="{AEDA2DBE-E1CB-412F-F4A9-FD67EC685895}"/>
                    </a:ext>
                  </a:extLst>
                </p14:cNvPr>
                <p14:cNvContentPartPr/>
                <p14:nvPr/>
              </p14:nvContentPartPr>
              <p14:xfrm>
                <a:off x="5194433" y="2426745"/>
                <a:ext cx="187560" cy="86760"/>
              </p14:xfrm>
            </p:contentPart>
          </mc:Choice>
          <mc:Fallback>
            <p:pic>
              <p:nvPicPr>
                <p:cNvPr id="88" name="Ink 87">
                  <a:extLst>
                    <a:ext uri="{FF2B5EF4-FFF2-40B4-BE49-F238E27FC236}">
                      <a16:creationId xmlns:a16="http://schemas.microsoft.com/office/drawing/2014/main" id="{AEDA2DBE-E1CB-412F-F4A9-FD67EC685895}"/>
                    </a:ext>
                  </a:extLst>
                </p:cNvPr>
                <p:cNvPicPr/>
                <p:nvPr/>
              </p:nvPicPr>
              <p:blipFill>
                <a:blip r:embed="rId321"/>
                <a:stretch>
                  <a:fillRect/>
                </a:stretch>
              </p:blipFill>
              <p:spPr>
                <a:xfrm>
                  <a:off x="5185433" y="2417745"/>
                  <a:ext cx="20520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89" name="Ink 88">
                  <a:extLst>
                    <a:ext uri="{FF2B5EF4-FFF2-40B4-BE49-F238E27FC236}">
                      <a16:creationId xmlns:a16="http://schemas.microsoft.com/office/drawing/2014/main" id="{E97F7F80-1D14-248E-8BD6-ED0C535E3F7C}"/>
                    </a:ext>
                  </a:extLst>
                </p14:cNvPr>
                <p14:cNvContentPartPr/>
                <p14:nvPr/>
              </p14:nvContentPartPr>
              <p14:xfrm>
                <a:off x="5403953" y="2215785"/>
                <a:ext cx="25200" cy="286200"/>
              </p14:xfrm>
            </p:contentPart>
          </mc:Choice>
          <mc:Fallback>
            <p:pic>
              <p:nvPicPr>
                <p:cNvPr id="89" name="Ink 88">
                  <a:extLst>
                    <a:ext uri="{FF2B5EF4-FFF2-40B4-BE49-F238E27FC236}">
                      <a16:creationId xmlns:a16="http://schemas.microsoft.com/office/drawing/2014/main" id="{E97F7F80-1D14-248E-8BD6-ED0C535E3F7C}"/>
                    </a:ext>
                  </a:extLst>
                </p:cNvPr>
                <p:cNvPicPr/>
                <p:nvPr/>
              </p:nvPicPr>
              <p:blipFill>
                <a:blip r:embed="rId323"/>
                <a:stretch>
                  <a:fillRect/>
                </a:stretch>
              </p:blipFill>
              <p:spPr>
                <a:xfrm>
                  <a:off x="5395313" y="2207145"/>
                  <a:ext cx="4284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90" name="Ink 89">
                  <a:extLst>
                    <a:ext uri="{FF2B5EF4-FFF2-40B4-BE49-F238E27FC236}">
                      <a16:creationId xmlns:a16="http://schemas.microsoft.com/office/drawing/2014/main" id="{A273B6BB-1D04-14C9-F40A-79D3BF1C8567}"/>
                    </a:ext>
                  </a:extLst>
                </p14:cNvPr>
                <p14:cNvContentPartPr/>
                <p14:nvPr/>
              </p14:nvContentPartPr>
              <p14:xfrm>
                <a:off x="5458313" y="2303625"/>
                <a:ext cx="182880" cy="129240"/>
              </p14:xfrm>
            </p:contentPart>
          </mc:Choice>
          <mc:Fallback>
            <p:pic>
              <p:nvPicPr>
                <p:cNvPr id="90" name="Ink 89">
                  <a:extLst>
                    <a:ext uri="{FF2B5EF4-FFF2-40B4-BE49-F238E27FC236}">
                      <a16:creationId xmlns:a16="http://schemas.microsoft.com/office/drawing/2014/main" id="{A273B6BB-1D04-14C9-F40A-79D3BF1C8567}"/>
                    </a:ext>
                  </a:extLst>
                </p:cNvPr>
                <p:cNvPicPr/>
                <p:nvPr/>
              </p:nvPicPr>
              <p:blipFill>
                <a:blip r:embed="rId325"/>
                <a:stretch>
                  <a:fillRect/>
                </a:stretch>
              </p:blipFill>
              <p:spPr>
                <a:xfrm>
                  <a:off x="5449673" y="2294985"/>
                  <a:ext cx="20052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92" name="Ink 91">
                  <a:extLst>
                    <a:ext uri="{FF2B5EF4-FFF2-40B4-BE49-F238E27FC236}">
                      <a16:creationId xmlns:a16="http://schemas.microsoft.com/office/drawing/2014/main" id="{6EA01B17-C8AE-60AD-5D14-3AF23441B00C}"/>
                    </a:ext>
                  </a:extLst>
                </p14:cNvPr>
                <p14:cNvContentPartPr/>
                <p14:nvPr/>
              </p14:nvContentPartPr>
              <p14:xfrm>
                <a:off x="5681513" y="2147385"/>
                <a:ext cx="276840" cy="592920"/>
              </p14:xfrm>
            </p:contentPart>
          </mc:Choice>
          <mc:Fallback>
            <p:pic>
              <p:nvPicPr>
                <p:cNvPr id="92" name="Ink 91">
                  <a:extLst>
                    <a:ext uri="{FF2B5EF4-FFF2-40B4-BE49-F238E27FC236}">
                      <a16:creationId xmlns:a16="http://schemas.microsoft.com/office/drawing/2014/main" id="{6EA01B17-C8AE-60AD-5D14-3AF23441B00C}"/>
                    </a:ext>
                  </a:extLst>
                </p:cNvPr>
                <p:cNvPicPr/>
                <p:nvPr/>
              </p:nvPicPr>
              <p:blipFill>
                <a:blip r:embed="rId327"/>
                <a:stretch>
                  <a:fillRect/>
                </a:stretch>
              </p:blipFill>
              <p:spPr>
                <a:xfrm>
                  <a:off x="5672513" y="2138385"/>
                  <a:ext cx="294480" cy="61056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181" name="Ink 180">
                  <a:extLst>
                    <a:ext uri="{FF2B5EF4-FFF2-40B4-BE49-F238E27FC236}">
                      <a16:creationId xmlns:a16="http://schemas.microsoft.com/office/drawing/2014/main" id="{E3136BA0-4528-DDDC-F498-1FE5198E7663}"/>
                    </a:ext>
                  </a:extLst>
                </p14:cNvPr>
                <p14:cNvContentPartPr/>
                <p14:nvPr/>
              </p14:nvContentPartPr>
              <p14:xfrm>
                <a:off x="5457593" y="912585"/>
                <a:ext cx="2976840" cy="817920"/>
              </p14:xfrm>
            </p:contentPart>
          </mc:Choice>
          <mc:Fallback>
            <p:pic>
              <p:nvPicPr>
                <p:cNvPr id="181" name="Ink 180">
                  <a:extLst>
                    <a:ext uri="{FF2B5EF4-FFF2-40B4-BE49-F238E27FC236}">
                      <a16:creationId xmlns:a16="http://schemas.microsoft.com/office/drawing/2014/main" id="{E3136BA0-4528-DDDC-F498-1FE5198E7663}"/>
                    </a:ext>
                  </a:extLst>
                </p:cNvPr>
                <p:cNvPicPr/>
                <p:nvPr/>
              </p:nvPicPr>
              <p:blipFill>
                <a:blip r:embed="rId329"/>
                <a:stretch>
                  <a:fillRect/>
                </a:stretch>
              </p:blipFill>
              <p:spPr>
                <a:xfrm>
                  <a:off x="5448953" y="903945"/>
                  <a:ext cx="2994480" cy="83556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182" name="Ink 181">
                  <a:extLst>
                    <a:ext uri="{FF2B5EF4-FFF2-40B4-BE49-F238E27FC236}">
                      <a16:creationId xmlns:a16="http://schemas.microsoft.com/office/drawing/2014/main" id="{60DFE48B-428B-53E5-11E1-0BAFE6A829FD}"/>
                    </a:ext>
                  </a:extLst>
                </p14:cNvPr>
                <p14:cNvContentPartPr/>
                <p14:nvPr/>
              </p14:nvContentPartPr>
              <p14:xfrm>
                <a:off x="8235353" y="1592265"/>
                <a:ext cx="269280" cy="232920"/>
              </p14:xfrm>
            </p:contentPart>
          </mc:Choice>
          <mc:Fallback>
            <p:pic>
              <p:nvPicPr>
                <p:cNvPr id="182" name="Ink 181">
                  <a:extLst>
                    <a:ext uri="{FF2B5EF4-FFF2-40B4-BE49-F238E27FC236}">
                      <a16:creationId xmlns:a16="http://schemas.microsoft.com/office/drawing/2014/main" id="{60DFE48B-428B-53E5-11E1-0BAFE6A829FD}"/>
                    </a:ext>
                  </a:extLst>
                </p:cNvPr>
                <p:cNvPicPr/>
                <p:nvPr/>
              </p:nvPicPr>
              <p:blipFill>
                <a:blip r:embed="rId331"/>
                <a:stretch>
                  <a:fillRect/>
                </a:stretch>
              </p:blipFill>
              <p:spPr>
                <a:xfrm>
                  <a:off x="8226713" y="1583265"/>
                  <a:ext cx="28692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184" name="Ink 183">
                  <a:extLst>
                    <a:ext uri="{FF2B5EF4-FFF2-40B4-BE49-F238E27FC236}">
                      <a16:creationId xmlns:a16="http://schemas.microsoft.com/office/drawing/2014/main" id="{3C01AA74-81D2-ABA1-37F4-8FFE7280D423}"/>
                    </a:ext>
                  </a:extLst>
                </p14:cNvPr>
                <p14:cNvContentPartPr/>
                <p14:nvPr/>
              </p14:nvContentPartPr>
              <p14:xfrm>
                <a:off x="6656753" y="531345"/>
                <a:ext cx="57600" cy="257400"/>
              </p14:xfrm>
            </p:contentPart>
          </mc:Choice>
          <mc:Fallback>
            <p:pic>
              <p:nvPicPr>
                <p:cNvPr id="184" name="Ink 183">
                  <a:extLst>
                    <a:ext uri="{FF2B5EF4-FFF2-40B4-BE49-F238E27FC236}">
                      <a16:creationId xmlns:a16="http://schemas.microsoft.com/office/drawing/2014/main" id="{3C01AA74-81D2-ABA1-37F4-8FFE7280D423}"/>
                    </a:ext>
                  </a:extLst>
                </p:cNvPr>
                <p:cNvPicPr/>
                <p:nvPr/>
              </p:nvPicPr>
              <p:blipFill>
                <a:blip r:embed="rId333"/>
                <a:stretch>
                  <a:fillRect/>
                </a:stretch>
              </p:blipFill>
              <p:spPr>
                <a:xfrm>
                  <a:off x="6647753" y="522345"/>
                  <a:ext cx="7524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185" name="Ink 184">
                  <a:extLst>
                    <a:ext uri="{FF2B5EF4-FFF2-40B4-BE49-F238E27FC236}">
                      <a16:creationId xmlns:a16="http://schemas.microsoft.com/office/drawing/2014/main" id="{3A495099-3B03-0B9C-26E0-877C477619EC}"/>
                    </a:ext>
                  </a:extLst>
                </p14:cNvPr>
                <p14:cNvContentPartPr/>
                <p14:nvPr/>
              </p14:nvContentPartPr>
              <p14:xfrm>
                <a:off x="6561353" y="510465"/>
                <a:ext cx="503640" cy="324360"/>
              </p14:xfrm>
            </p:contentPart>
          </mc:Choice>
          <mc:Fallback>
            <p:pic>
              <p:nvPicPr>
                <p:cNvPr id="185" name="Ink 184">
                  <a:extLst>
                    <a:ext uri="{FF2B5EF4-FFF2-40B4-BE49-F238E27FC236}">
                      <a16:creationId xmlns:a16="http://schemas.microsoft.com/office/drawing/2014/main" id="{3A495099-3B03-0B9C-26E0-877C477619EC}"/>
                    </a:ext>
                  </a:extLst>
                </p:cNvPr>
                <p:cNvPicPr/>
                <p:nvPr/>
              </p:nvPicPr>
              <p:blipFill>
                <a:blip r:embed="rId335"/>
                <a:stretch>
                  <a:fillRect/>
                </a:stretch>
              </p:blipFill>
              <p:spPr>
                <a:xfrm>
                  <a:off x="6552353" y="501825"/>
                  <a:ext cx="52128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186" name="Ink 185">
                  <a:extLst>
                    <a:ext uri="{FF2B5EF4-FFF2-40B4-BE49-F238E27FC236}">
                      <a16:creationId xmlns:a16="http://schemas.microsoft.com/office/drawing/2014/main" id="{D537F40B-BCD5-BB56-6751-5E82E93BB8BD}"/>
                    </a:ext>
                  </a:extLst>
                </p14:cNvPr>
                <p14:cNvContentPartPr/>
                <p14:nvPr/>
              </p14:nvContentPartPr>
              <p14:xfrm>
                <a:off x="7085873" y="680385"/>
                <a:ext cx="15120" cy="139320"/>
              </p14:xfrm>
            </p:contentPart>
          </mc:Choice>
          <mc:Fallback>
            <p:pic>
              <p:nvPicPr>
                <p:cNvPr id="186" name="Ink 185">
                  <a:extLst>
                    <a:ext uri="{FF2B5EF4-FFF2-40B4-BE49-F238E27FC236}">
                      <a16:creationId xmlns:a16="http://schemas.microsoft.com/office/drawing/2014/main" id="{D537F40B-BCD5-BB56-6751-5E82E93BB8BD}"/>
                    </a:ext>
                  </a:extLst>
                </p:cNvPr>
                <p:cNvPicPr/>
                <p:nvPr/>
              </p:nvPicPr>
              <p:blipFill>
                <a:blip r:embed="rId337"/>
                <a:stretch>
                  <a:fillRect/>
                </a:stretch>
              </p:blipFill>
              <p:spPr>
                <a:xfrm>
                  <a:off x="7077233" y="671385"/>
                  <a:ext cx="3276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187" name="Ink 186">
                  <a:extLst>
                    <a:ext uri="{FF2B5EF4-FFF2-40B4-BE49-F238E27FC236}">
                      <a16:creationId xmlns:a16="http://schemas.microsoft.com/office/drawing/2014/main" id="{9031AB8F-E43F-C197-16AB-482309037AA0}"/>
                    </a:ext>
                  </a:extLst>
                </p14:cNvPr>
                <p14:cNvContentPartPr/>
                <p14:nvPr/>
              </p14:nvContentPartPr>
              <p14:xfrm>
                <a:off x="7119713" y="553665"/>
                <a:ext cx="360" cy="57240"/>
              </p14:xfrm>
            </p:contentPart>
          </mc:Choice>
          <mc:Fallback>
            <p:pic>
              <p:nvPicPr>
                <p:cNvPr id="187" name="Ink 186">
                  <a:extLst>
                    <a:ext uri="{FF2B5EF4-FFF2-40B4-BE49-F238E27FC236}">
                      <a16:creationId xmlns:a16="http://schemas.microsoft.com/office/drawing/2014/main" id="{9031AB8F-E43F-C197-16AB-482309037AA0}"/>
                    </a:ext>
                  </a:extLst>
                </p:cNvPr>
                <p:cNvPicPr/>
                <p:nvPr/>
              </p:nvPicPr>
              <p:blipFill>
                <a:blip r:embed="rId339"/>
                <a:stretch>
                  <a:fillRect/>
                </a:stretch>
              </p:blipFill>
              <p:spPr>
                <a:xfrm>
                  <a:off x="7111073" y="545025"/>
                  <a:ext cx="1800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188" name="Ink 187">
                  <a:extLst>
                    <a:ext uri="{FF2B5EF4-FFF2-40B4-BE49-F238E27FC236}">
                      <a16:creationId xmlns:a16="http://schemas.microsoft.com/office/drawing/2014/main" id="{A65D49B8-2F99-ED8A-9023-37E3211D10E4}"/>
                    </a:ext>
                  </a:extLst>
                </p14:cNvPr>
                <p14:cNvContentPartPr/>
                <p14:nvPr/>
              </p14:nvContentPartPr>
              <p14:xfrm>
                <a:off x="7179473" y="660945"/>
                <a:ext cx="595800" cy="129240"/>
              </p14:xfrm>
            </p:contentPart>
          </mc:Choice>
          <mc:Fallback>
            <p:pic>
              <p:nvPicPr>
                <p:cNvPr id="188" name="Ink 187">
                  <a:extLst>
                    <a:ext uri="{FF2B5EF4-FFF2-40B4-BE49-F238E27FC236}">
                      <a16:creationId xmlns:a16="http://schemas.microsoft.com/office/drawing/2014/main" id="{A65D49B8-2F99-ED8A-9023-37E3211D10E4}"/>
                    </a:ext>
                  </a:extLst>
                </p:cNvPr>
                <p:cNvPicPr/>
                <p:nvPr/>
              </p:nvPicPr>
              <p:blipFill>
                <a:blip r:embed="rId341"/>
                <a:stretch>
                  <a:fillRect/>
                </a:stretch>
              </p:blipFill>
              <p:spPr>
                <a:xfrm>
                  <a:off x="7170473" y="651945"/>
                  <a:ext cx="61344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189" name="Ink 188">
                  <a:extLst>
                    <a:ext uri="{FF2B5EF4-FFF2-40B4-BE49-F238E27FC236}">
                      <a16:creationId xmlns:a16="http://schemas.microsoft.com/office/drawing/2014/main" id="{D0FD9394-253C-13AB-352B-82475F2D71A6}"/>
                    </a:ext>
                  </a:extLst>
                </p14:cNvPr>
                <p14:cNvContentPartPr/>
                <p14:nvPr/>
              </p14:nvContentPartPr>
              <p14:xfrm>
                <a:off x="7742513" y="587145"/>
                <a:ext cx="6480" cy="4680"/>
              </p14:xfrm>
            </p:contentPart>
          </mc:Choice>
          <mc:Fallback>
            <p:pic>
              <p:nvPicPr>
                <p:cNvPr id="189" name="Ink 188">
                  <a:extLst>
                    <a:ext uri="{FF2B5EF4-FFF2-40B4-BE49-F238E27FC236}">
                      <a16:creationId xmlns:a16="http://schemas.microsoft.com/office/drawing/2014/main" id="{D0FD9394-253C-13AB-352B-82475F2D71A6}"/>
                    </a:ext>
                  </a:extLst>
                </p:cNvPr>
                <p:cNvPicPr/>
                <p:nvPr/>
              </p:nvPicPr>
              <p:blipFill>
                <a:blip r:embed="rId297"/>
                <a:stretch>
                  <a:fillRect/>
                </a:stretch>
              </p:blipFill>
              <p:spPr>
                <a:xfrm>
                  <a:off x="7733513" y="578145"/>
                  <a:ext cx="2412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190" name="Ink 189">
                  <a:extLst>
                    <a:ext uri="{FF2B5EF4-FFF2-40B4-BE49-F238E27FC236}">
                      <a16:creationId xmlns:a16="http://schemas.microsoft.com/office/drawing/2014/main" id="{AE9A830F-9168-20F0-DB8B-E13D00CAEC91}"/>
                    </a:ext>
                  </a:extLst>
                </p14:cNvPr>
                <p14:cNvContentPartPr/>
                <p14:nvPr/>
              </p14:nvContentPartPr>
              <p14:xfrm>
                <a:off x="7825673" y="655905"/>
                <a:ext cx="173520" cy="266040"/>
              </p14:xfrm>
            </p:contentPart>
          </mc:Choice>
          <mc:Fallback>
            <p:pic>
              <p:nvPicPr>
                <p:cNvPr id="190" name="Ink 189">
                  <a:extLst>
                    <a:ext uri="{FF2B5EF4-FFF2-40B4-BE49-F238E27FC236}">
                      <a16:creationId xmlns:a16="http://schemas.microsoft.com/office/drawing/2014/main" id="{AE9A830F-9168-20F0-DB8B-E13D00CAEC91}"/>
                    </a:ext>
                  </a:extLst>
                </p:cNvPr>
                <p:cNvPicPr/>
                <p:nvPr/>
              </p:nvPicPr>
              <p:blipFill>
                <a:blip r:embed="rId344"/>
                <a:stretch>
                  <a:fillRect/>
                </a:stretch>
              </p:blipFill>
              <p:spPr>
                <a:xfrm>
                  <a:off x="7817033" y="647265"/>
                  <a:ext cx="19116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191" name="Ink 190">
                  <a:extLst>
                    <a:ext uri="{FF2B5EF4-FFF2-40B4-BE49-F238E27FC236}">
                      <a16:creationId xmlns:a16="http://schemas.microsoft.com/office/drawing/2014/main" id="{85B70D0E-E785-D5BC-70A9-68E403ABD726}"/>
                    </a:ext>
                  </a:extLst>
                </p14:cNvPr>
                <p14:cNvContentPartPr/>
                <p14:nvPr/>
              </p14:nvContentPartPr>
              <p14:xfrm>
                <a:off x="7995953" y="631785"/>
                <a:ext cx="371880" cy="248040"/>
              </p14:xfrm>
            </p:contentPart>
          </mc:Choice>
          <mc:Fallback>
            <p:pic>
              <p:nvPicPr>
                <p:cNvPr id="191" name="Ink 190">
                  <a:extLst>
                    <a:ext uri="{FF2B5EF4-FFF2-40B4-BE49-F238E27FC236}">
                      <a16:creationId xmlns:a16="http://schemas.microsoft.com/office/drawing/2014/main" id="{85B70D0E-E785-D5BC-70A9-68E403ABD726}"/>
                    </a:ext>
                  </a:extLst>
                </p:cNvPr>
                <p:cNvPicPr/>
                <p:nvPr/>
              </p:nvPicPr>
              <p:blipFill>
                <a:blip r:embed="rId346"/>
                <a:stretch>
                  <a:fillRect/>
                </a:stretch>
              </p:blipFill>
              <p:spPr>
                <a:xfrm>
                  <a:off x="7986953" y="623145"/>
                  <a:ext cx="38952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197" name="Ink 196">
                  <a:extLst>
                    <a:ext uri="{FF2B5EF4-FFF2-40B4-BE49-F238E27FC236}">
                      <a16:creationId xmlns:a16="http://schemas.microsoft.com/office/drawing/2014/main" id="{3C488C4F-C095-EEF0-41DD-CEBFC125D54E}"/>
                    </a:ext>
                  </a:extLst>
                </p14:cNvPr>
                <p14:cNvContentPartPr/>
                <p14:nvPr/>
              </p14:nvContentPartPr>
              <p14:xfrm>
                <a:off x="7935473" y="1908345"/>
                <a:ext cx="53640" cy="171720"/>
              </p14:xfrm>
            </p:contentPart>
          </mc:Choice>
          <mc:Fallback>
            <p:pic>
              <p:nvPicPr>
                <p:cNvPr id="197" name="Ink 196">
                  <a:extLst>
                    <a:ext uri="{FF2B5EF4-FFF2-40B4-BE49-F238E27FC236}">
                      <a16:creationId xmlns:a16="http://schemas.microsoft.com/office/drawing/2014/main" id="{3C488C4F-C095-EEF0-41DD-CEBFC125D54E}"/>
                    </a:ext>
                  </a:extLst>
                </p:cNvPr>
                <p:cNvPicPr/>
                <p:nvPr/>
              </p:nvPicPr>
              <p:blipFill>
                <a:blip r:embed="rId348"/>
                <a:stretch>
                  <a:fillRect/>
                </a:stretch>
              </p:blipFill>
              <p:spPr>
                <a:xfrm>
                  <a:off x="7926473" y="1899345"/>
                  <a:ext cx="7128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198" name="Ink 197">
                  <a:extLst>
                    <a:ext uri="{FF2B5EF4-FFF2-40B4-BE49-F238E27FC236}">
                      <a16:creationId xmlns:a16="http://schemas.microsoft.com/office/drawing/2014/main" id="{8D994710-F0FF-340A-402C-2F94866B30F8}"/>
                    </a:ext>
                  </a:extLst>
                </p14:cNvPr>
                <p14:cNvContentPartPr/>
                <p14:nvPr/>
              </p14:nvContentPartPr>
              <p14:xfrm>
                <a:off x="7918553" y="1862265"/>
                <a:ext cx="171720" cy="43200"/>
              </p14:xfrm>
            </p:contentPart>
          </mc:Choice>
          <mc:Fallback>
            <p:pic>
              <p:nvPicPr>
                <p:cNvPr id="198" name="Ink 197">
                  <a:extLst>
                    <a:ext uri="{FF2B5EF4-FFF2-40B4-BE49-F238E27FC236}">
                      <a16:creationId xmlns:a16="http://schemas.microsoft.com/office/drawing/2014/main" id="{8D994710-F0FF-340A-402C-2F94866B30F8}"/>
                    </a:ext>
                  </a:extLst>
                </p:cNvPr>
                <p:cNvPicPr/>
                <p:nvPr/>
              </p:nvPicPr>
              <p:blipFill>
                <a:blip r:embed="rId350"/>
                <a:stretch>
                  <a:fillRect/>
                </a:stretch>
              </p:blipFill>
              <p:spPr>
                <a:xfrm>
                  <a:off x="7909913" y="1853265"/>
                  <a:ext cx="18936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199" name="Ink 198">
                  <a:extLst>
                    <a:ext uri="{FF2B5EF4-FFF2-40B4-BE49-F238E27FC236}">
                      <a16:creationId xmlns:a16="http://schemas.microsoft.com/office/drawing/2014/main" id="{FCCF4DD6-7CDA-8AE7-F1EB-16254B9F2623}"/>
                    </a:ext>
                  </a:extLst>
                </p14:cNvPr>
                <p14:cNvContentPartPr/>
                <p14:nvPr/>
              </p14:nvContentPartPr>
              <p14:xfrm>
                <a:off x="7943753" y="1903665"/>
                <a:ext cx="282600" cy="168120"/>
              </p14:xfrm>
            </p:contentPart>
          </mc:Choice>
          <mc:Fallback>
            <p:pic>
              <p:nvPicPr>
                <p:cNvPr id="199" name="Ink 198">
                  <a:extLst>
                    <a:ext uri="{FF2B5EF4-FFF2-40B4-BE49-F238E27FC236}">
                      <a16:creationId xmlns:a16="http://schemas.microsoft.com/office/drawing/2014/main" id="{FCCF4DD6-7CDA-8AE7-F1EB-16254B9F2623}"/>
                    </a:ext>
                  </a:extLst>
                </p:cNvPr>
                <p:cNvPicPr/>
                <p:nvPr/>
              </p:nvPicPr>
              <p:blipFill>
                <a:blip r:embed="rId352"/>
                <a:stretch>
                  <a:fillRect/>
                </a:stretch>
              </p:blipFill>
              <p:spPr>
                <a:xfrm>
                  <a:off x="7934753" y="1895025"/>
                  <a:ext cx="30024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200" name="Ink 199">
                  <a:extLst>
                    <a:ext uri="{FF2B5EF4-FFF2-40B4-BE49-F238E27FC236}">
                      <a16:creationId xmlns:a16="http://schemas.microsoft.com/office/drawing/2014/main" id="{AAC1533C-1F39-ABF0-CC5C-28F019813A87}"/>
                    </a:ext>
                  </a:extLst>
                </p14:cNvPr>
                <p14:cNvContentPartPr/>
                <p14:nvPr/>
              </p14:nvContentPartPr>
              <p14:xfrm>
                <a:off x="8270993" y="1881345"/>
                <a:ext cx="278280" cy="124560"/>
              </p14:xfrm>
            </p:contentPart>
          </mc:Choice>
          <mc:Fallback>
            <p:pic>
              <p:nvPicPr>
                <p:cNvPr id="200" name="Ink 199">
                  <a:extLst>
                    <a:ext uri="{FF2B5EF4-FFF2-40B4-BE49-F238E27FC236}">
                      <a16:creationId xmlns:a16="http://schemas.microsoft.com/office/drawing/2014/main" id="{AAC1533C-1F39-ABF0-CC5C-28F019813A87}"/>
                    </a:ext>
                  </a:extLst>
                </p:cNvPr>
                <p:cNvPicPr/>
                <p:nvPr/>
              </p:nvPicPr>
              <p:blipFill>
                <a:blip r:embed="rId354"/>
                <a:stretch>
                  <a:fillRect/>
                </a:stretch>
              </p:blipFill>
              <p:spPr>
                <a:xfrm>
                  <a:off x="8262353" y="1872705"/>
                  <a:ext cx="29592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201" name="Ink 200">
                  <a:extLst>
                    <a:ext uri="{FF2B5EF4-FFF2-40B4-BE49-F238E27FC236}">
                      <a16:creationId xmlns:a16="http://schemas.microsoft.com/office/drawing/2014/main" id="{7BB983AA-4D3A-55A7-A7C6-5D5CE705ABBC}"/>
                    </a:ext>
                  </a:extLst>
                </p14:cNvPr>
                <p14:cNvContentPartPr/>
                <p14:nvPr/>
              </p14:nvContentPartPr>
              <p14:xfrm>
                <a:off x="7920353" y="2302545"/>
                <a:ext cx="215280" cy="100080"/>
              </p14:xfrm>
            </p:contentPart>
          </mc:Choice>
          <mc:Fallback>
            <p:pic>
              <p:nvPicPr>
                <p:cNvPr id="201" name="Ink 200">
                  <a:extLst>
                    <a:ext uri="{FF2B5EF4-FFF2-40B4-BE49-F238E27FC236}">
                      <a16:creationId xmlns:a16="http://schemas.microsoft.com/office/drawing/2014/main" id="{7BB983AA-4D3A-55A7-A7C6-5D5CE705ABBC}"/>
                    </a:ext>
                  </a:extLst>
                </p:cNvPr>
                <p:cNvPicPr/>
                <p:nvPr/>
              </p:nvPicPr>
              <p:blipFill>
                <a:blip r:embed="rId356"/>
                <a:stretch>
                  <a:fillRect/>
                </a:stretch>
              </p:blipFill>
              <p:spPr>
                <a:xfrm>
                  <a:off x="7911713" y="2293905"/>
                  <a:ext cx="23292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202" name="Ink 201">
                  <a:extLst>
                    <a:ext uri="{FF2B5EF4-FFF2-40B4-BE49-F238E27FC236}">
                      <a16:creationId xmlns:a16="http://schemas.microsoft.com/office/drawing/2014/main" id="{69B35FE0-3E55-DA41-52BD-2A7CA2449AB4}"/>
                    </a:ext>
                  </a:extLst>
                </p14:cNvPr>
                <p14:cNvContentPartPr/>
                <p14:nvPr/>
              </p14:nvContentPartPr>
              <p14:xfrm>
                <a:off x="8129153" y="2208225"/>
                <a:ext cx="119880" cy="146880"/>
              </p14:xfrm>
            </p:contentPart>
          </mc:Choice>
          <mc:Fallback>
            <p:pic>
              <p:nvPicPr>
                <p:cNvPr id="202" name="Ink 201">
                  <a:extLst>
                    <a:ext uri="{FF2B5EF4-FFF2-40B4-BE49-F238E27FC236}">
                      <a16:creationId xmlns:a16="http://schemas.microsoft.com/office/drawing/2014/main" id="{69B35FE0-3E55-DA41-52BD-2A7CA2449AB4}"/>
                    </a:ext>
                  </a:extLst>
                </p:cNvPr>
                <p:cNvPicPr/>
                <p:nvPr/>
              </p:nvPicPr>
              <p:blipFill>
                <a:blip r:embed="rId358"/>
                <a:stretch>
                  <a:fillRect/>
                </a:stretch>
              </p:blipFill>
              <p:spPr>
                <a:xfrm>
                  <a:off x="8120153" y="2199585"/>
                  <a:ext cx="13752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203" name="Ink 202">
                  <a:extLst>
                    <a:ext uri="{FF2B5EF4-FFF2-40B4-BE49-F238E27FC236}">
                      <a16:creationId xmlns:a16="http://schemas.microsoft.com/office/drawing/2014/main" id="{695E094E-604F-DAF2-8B5B-472CC0243752}"/>
                    </a:ext>
                  </a:extLst>
                </p14:cNvPr>
                <p14:cNvContentPartPr/>
                <p14:nvPr/>
              </p14:nvContentPartPr>
              <p14:xfrm>
                <a:off x="8285393" y="2194185"/>
                <a:ext cx="135000" cy="68760"/>
              </p14:xfrm>
            </p:contentPart>
          </mc:Choice>
          <mc:Fallback>
            <p:pic>
              <p:nvPicPr>
                <p:cNvPr id="203" name="Ink 202">
                  <a:extLst>
                    <a:ext uri="{FF2B5EF4-FFF2-40B4-BE49-F238E27FC236}">
                      <a16:creationId xmlns:a16="http://schemas.microsoft.com/office/drawing/2014/main" id="{695E094E-604F-DAF2-8B5B-472CC0243752}"/>
                    </a:ext>
                  </a:extLst>
                </p:cNvPr>
                <p:cNvPicPr/>
                <p:nvPr/>
              </p:nvPicPr>
              <p:blipFill>
                <a:blip r:embed="rId360"/>
                <a:stretch>
                  <a:fillRect/>
                </a:stretch>
              </p:blipFill>
              <p:spPr>
                <a:xfrm>
                  <a:off x="8276393" y="2185545"/>
                  <a:ext cx="15264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204" name="Ink 203">
                  <a:extLst>
                    <a:ext uri="{FF2B5EF4-FFF2-40B4-BE49-F238E27FC236}">
                      <a16:creationId xmlns:a16="http://schemas.microsoft.com/office/drawing/2014/main" id="{A0870A3A-581D-590A-CE6C-BF7545233851}"/>
                    </a:ext>
                  </a:extLst>
                </p14:cNvPr>
                <p14:cNvContentPartPr/>
                <p14:nvPr/>
              </p14:nvContentPartPr>
              <p14:xfrm>
                <a:off x="8416433" y="2114625"/>
                <a:ext cx="89640" cy="95040"/>
              </p14:xfrm>
            </p:contentPart>
          </mc:Choice>
          <mc:Fallback>
            <p:pic>
              <p:nvPicPr>
                <p:cNvPr id="204" name="Ink 203">
                  <a:extLst>
                    <a:ext uri="{FF2B5EF4-FFF2-40B4-BE49-F238E27FC236}">
                      <a16:creationId xmlns:a16="http://schemas.microsoft.com/office/drawing/2014/main" id="{A0870A3A-581D-590A-CE6C-BF7545233851}"/>
                    </a:ext>
                  </a:extLst>
                </p:cNvPr>
                <p:cNvPicPr/>
                <p:nvPr/>
              </p:nvPicPr>
              <p:blipFill>
                <a:blip r:embed="rId362"/>
                <a:stretch>
                  <a:fillRect/>
                </a:stretch>
              </p:blipFill>
              <p:spPr>
                <a:xfrm>
                  <a:off x="8407433" y="2105985"/>
                  <a:ext cx="10728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206" name="Ink 205">
                  <a:extLst>
                    <a:ext uri="{FF2B5EF4-FFF2-40B4-BE49-F238E27FC236}">
                      <a16:creationId xmlns:a16="http://schemas.microsoft.com/office/drawing/2014/main" id="{26EAE9B2-867D-6232-9B6F-FA68E12D1C32}"/>
                    </a:ext>
                  </a:extLst>
                </p14:cNvPr>
                <p14:cNvContentPartPr/>
                <p14:nvPr/>
              </p14:nvContentPartPr>
              <p14:xfrm>
                <a:off x="8518673" y="1845345"/>
                <a:ext cx="337320" cy="298800"/>
              </p14:xfrm>
            </p:contentPart>
          </mc:Choice>
          <mc:Fallback>
            <p:pic>
              <p:nvPicPr>
                <p:cNvPr id="206" name="Ink 205">
                  <a:extLst>
                    <a:ext uri="{FF2B5EF4-FFF2-40B4-BE49-F238E27FC236}">
                      <a16:creationId xmlns:a16="http://schemas.microsoft.com/office/drawing/2014/main" id="{26EAE9B2-867D-6232-9B6F-FA68E12D1C32}"/>
                    </a:ext>
                  </a:extLst>
                </p:cNvPr>
                <p:cNvPicPr/>
                <p:nvPr/>
              </p:nvPicPr>
              <p:blipFill>
                <a:blip r:embed="rId364"/>
                <a:stretch>
                  <a:fillRect/>
                </a:stretch>
              </p:blipFill>
              <p:spPr>
                <a:xfrm>
                  <a:off x="8510033" y="1836345"/>
                  <a:ext cx="354960" cy="316440"/>
                </a:xfrm>
                <a:prstGeom prst="rect">
                  <a:avLst/>
                </a:prstGeom>
              </p:spPr>
            </p:pic>
          </mc:Fallback>
        </mc:AlternateContent>
      </p:grpSp>
      <p:grpSp>
        <p:nvGrpSpPr>
          <p:cNvPr id="216" name="Group 215">
            <a:extLst>
              <a:ext uri="{FF2B5EF4-FFF2-40B4-BE49-F238E27FC236}">
                <a16:creationId xmlns:a16="http://schemas.microsoft.com/office/drawing/2014/main" id="{E39F53B5-7A9C-718C-62DB-34E8277D8A4E}"/>
              </a:ext>
            </a:extLst>
          </p:cNvPr>
          <p:cNvGrpSpPr/>
          <p:nvPr/>
        </p:nvGrpSpPr>
        <p:grpSpPr>
          <a:xfrm>
            <a:off x="9215633" y="4151865"/>
            <a:ext cx="2020320" cy="565920"/>
            <a:chOff x="9215633" y="4151865"/>
            <a:chExt cx="2020320" cy="565920"/>
          </a:xfrm>
        </p:grpSpPr>
        <mc:AlternateContent xmlns:mc="http://schemas.openxmlformats.org/markup-compatibility/2006">
          <mc:Choice xmlns:p14="http://schemas.microsoft.com/office/powerpoint/2010/main" Requires="p14">
            <p:contentPart p14:bwMode="auto" r:id="rId365">
              <p14:nvContentPartPr>
                <p14:cNvPr id="208" name="Ink 207">
                  <a:extLst>
                    <a:ext uri="{FF2B5EF4-FFF2-40B4-BE49-F238E27FC236}">
                      <a16:creationId xmlns:a16="http://schemas.microsoft.com/office/drawing/2014/main" id="{A20FA874-B4FF-4B33-DB67-F421D9DBA028}"/>
                    </a:ext>
                  </a:extLst>
                </p14:cNvPr>
                <p14:cNvContentPartPr/>
                <p14:nvPr/>
              </p14:nvContentPartPr>
              <p14:xfrm>
                <a:off x="9215633" y="4446705"/>
                <a:ext cx="206280" cy="153000"/>
              </p14:xfrm>
            </p:contentPart>
          </mc:Choice>
          <mc:Fallback>
            <p:pic>
              <p:nvPicPr>
                <p:cNvPr id="208" name="Ink 207">
                  <a:extLst>
                    <a:ext uri="{FF2B5EF4-FFF2-40B4-BE49-F238E27FC236}">
                      <a16:creationId xmlns:a16="http://schemas.microsoft.com/office/drawing/2014/main" id="{A20FA874-B4FF-4B33-DB67-F421D9DBA028}"/>
                    </a:ext>
                  </a:extLst>
                </p:cNvPr>
                <p:cNvPicPr/>
                <p:nvPr/>
              </p:nvPicPr>
              <p:blipFill>
                <a:blip r:embed="rId366"/>
                <a:stretch>
                  <a:fillRect/>
                </a:stretch>
              </p:blipFill>
              <p:spPr>
                <a:xfrm>
                  <a:off x="9206633" y="4437705"/>
                  <a:ext cx="22392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209" name="Ink 208">
                  <a:extLst>
                    <a:ext uri="{FF2B5EF4-FFF2-40B4-BE49-F238E27FC236}">
                      <a16:creationId xmlns:a16="http://schemas.microsoft.com/office/drawing/2014/main" id="{EE877C0E-0B84-388B-BE28-5DA481E64C2D}"/>
                    </a:ext>
                  </a:extLst>
                </p14:cNvPr>
                <p14:cNvContentPartPr/>
                <p14:nvPr/>
              </p14:nvContentPartPr>
              <p14:xfrm>
                <a:off x="9489953" y="4420065"/>
                <a:ext cx="379800" cy="122040"/>
              </p14:xfrm>
            </p:contentPart>
          </mc:Choice>
          <mc:Fallback>
            <p:pic>
              <p:nvPicPr>
                <p:cNvPr id="209" name="Ink 208">
                  <a:extLst>
                    <a:ext uri="{FF2B5EF4-FFF2-40B4-BE49-F238E27FC236}">
                      <a16:creationId xmlns:a16="http://schemas.microsoft.com/office/drawing/2014/main" id="{EE877C0E-0B84-388B-BE28-5DA481E64C2D}"/>
                    </a:ext>
                  </a:extLst>
                </p:cNvPr>
                <p:cNvPicPr/>
                <p:nvPr/>
              </p:nvPicPr>
              <p:blipFill>
                <a:blip r:embed="rId368"/>
                <a:stretch>
                  <a:fillRect/>
                </a:stretch>
              </p:blipFill>
              <p:spPr>
                <a:xfrm>
                  <a:off x="9481313" y="4411425"/>
                  <a:ext cx="3974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210" name="Ink 209">
                  <a:extLst>
                    <a:ext uri="{FF2B5EF4-FFF2-40B4-BE49-F238E27FC236}">
                      <a16:creationId xmlns:a16="http://schemas.microsoft.com/office/drawing/2014/main" id="{432973C0-3CBD-51C7-FD9F-3F220E3FDDD4}"/>
                    </a:ext>
                  </a:extLst>
                </p14:cNvPr>
                <p14:cNvContentPartPr/>
                <p14:nvPr/>
              </p14:nvContentPartPr>
              <p14:xfrm>
                <a:off x="9967673" y="4413585"/>
                <a:ext cx="46440" cy="304200"/>
              </p14:xfrm>
            </p:contentPart>
          </mc:Choice>
          <mc:Fallback>
            <p:pic>
              <p:nvPicPr>
                <p:cNvPr id="210" name="Ink 209">
                  <a:extLst>
                    <a:ext uri="{FF2B5EF4-FFF2-40B4-BE49-F238E27FC236}">
                      <a16:creationId xmlns:a16="http://schemas.microsoft.com/office/drawing/2014/main" id="{432973C0-3CBD-51C7-FD9F-3F220E3FDDD4}"/>
                    </a:ext>
                  </a:extLst>
                </p:cNvPr>
                <p:cNvPicPr/>
                <p:nvPr/>
              </p:nvPicPr>
              <p:blipFill>
                <a:blip r:embed="rId370"/>
                <a:stretch>
                  <a:fillRect/>
                </a:stretch>
              </p:blipFill>
              <p:spPr>
                <a:xfrm>
                  <a:off x="9958673" y="4404585"/>
                  <a:ext cx="64080" cy="32184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211" name="Ink 210">
                  <a:extLst>
                    <a:ext uri="{FF2B5EF4-FFF2-40B4-BE49-F238E27FC236}">
                      <a16:creationId xmlns:a16="http://schemas.microsoft.com/office/drawing/2014/main" id="{FCB74828-55D8-948E-9579-B3F0E7335180}"/>
                    </a:ext>
                  </a:extLst>
                </p14:cNvPr>
                <p14:cNvContentPartPr/>
                <p14:nvPr/>
              </p14:nvContentPartPr>
              <p14:xfrm>
                <a:off x="9928433" y="4415385"/>
                <a:ext cx="158760" cy="97560"/>
              </p14:xfrm>
            </p:contentPart>
          </mc:Choice>
          <mc:Fallback>
            <p:pic>
              <p:nvPicPr>
                <p:cNvPr id="211" name="Ink 210">
                  <a:extLst>
                    <a:ext uri="{FF2B5EF4-FFF2-40B4-BE49-F238E27FC236}">
                      <a16:creationId xmlns:a16="http://schemas.microsoft.com/office/drawing/2014/main" id="{FCB74828-55D8-948E-9579-B3F0E7335180}"/>
                    </a:ext>
                  </a:extLst>
                </p:cNvPr>
                <p:cNvPicPr/>
                <p:nvPr/>
              </p:nvPicPr>
              <p:blipFill>
                <a:blip r:embed="rId372"/>
                <a:stretch>
                  <a:fillRect/>
                </a:stretch>
              </p:blipFill>
              <p:spPr>
                <a:xfrm>
                  <a:off x="9919793" y="4406745"/>
                  <a:ext cx="17640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212" name="Ink 211">
                  <a:extLst>
                    <a:ext uri="{FF2B5EF4-FFF2-40B4-BE49-F238E27FC236}">
                      <a16:creationId xmlns:a16="http://schemas.microsoft.com/office/drawing/2014/main" id="{4EAD3511-DEC6-FA97-BB41-FDD989263DFD}"/>
                    </a:ext>
                  </a:extLst>
                </p14:cNvPr>
                <p14:cNvContentPartPr/>
                <p14:nvPr/>
              </p14:nvContentPartPr>
              <p14:xfrm>
                <a:off x="10114193" y="4356705"/>
                <a:ext cx="311040" cy="129600"/>
              </p14:xfrm>
            </p:contentPart>
          </mc:Choice>
          <mc:Fallback>
            <p:pic>
              <p:nvPicPr>
                <p:cNvPr id="212" name="Ink 211">
                  <a:extLst>
                    <a:ext uri="{FF2B5EF4-FFF2-40B4-BE49-F238E27FC236}">
                      <a16:creationId xmlns:a16="http://schemas.microsoft.com/office/drawing/2014/main" id="{4EAD3511-DEC6-FA97-BB41-FDD989263DFD}"/>
                    </a:ext>
                  </a:extLst>
                </p:cNvPr>
                <p:cNvPicPr/>
                <p:nvPr/>
              </p:nvPicPr>
              <p:blipFill>
                <a:blip r:embed="rId374"/>
                <a:stretch>
                  <a:fillRect/>
                </a:stretch>
              </p:blipFill>
              <p:spPr>
                <a:xfrm>
                  <a:off x="10105553" y="4348065"/>
                  <a:ext cx="32868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213" name="Ink 212">
                  <a:extLst>
                    <a:ext uri="{FF2B5EF4-FFF2-40B4-BE49-F238E27FC236}">
                      <a16:creationId xmlns:a16="http://schemas.microsoft.com/office/drawing/2014/main" id="{437837DD-052E-2354-15D6-7CCEBEC90FF3}"/>
                    </a:ext>
                  </a:extLst>
                </p14:cNvPr>
                <p14:cNvContentPartPr/>
                <p14:nvPr/>
              </p14:nvContentPartPr>
              <p14:xfrm>
                <a:off x="10466273" y="4308105"/>
                <a:ext cx="138960" cy="151200"/>
              </p14:xfrm>
            </p:contentPart>
          </mc:Choice>
          <mc:Fallback>
            <p:pic>
              <p:nvPicPr>
                <p:cNvPr id="213" name="Ink 212">
                  <a:extLst>
                    <a:ext uri="{FF2B5EF4-FFF2-40B4-BE49-F238E27FC236}">
                      <a16:creationId xmlns:a16="http://schemas.microsoft.com/office/drawing/2014/main" id="{437837DD-052E-2354-15D6-7CCEBEC90FF3}"/>
                    </a:ext>
                  </a:extLst>
                </p:cNvPr>
                <p:cNvPicPr/>
                <p:nvPr/>
              </p:nvPicPr>
              <p:blipFill>
                <a:blip r:embed="rId376"/>
                <a:stretch>
                  <a:fillRect/>
                </a:stretch>
              </p:blipFill>
              <p:spPr>
                <a:xfrm>
                  <a:off x="10457633" y="4299465"/>
                  <a:ext cx="15660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214" name="Ink 213">
                  <a:extLst>
                    <a:ext uri="{FF2B5EF4-FFF2-40B4-BE49-F238E27FC236}">
                      <a16:creationId xmlns:a16="http://schemas.microsoft.com/office/drawing/2014/main" id="{53199C6A-DC31-53DF-9979-13F536EDB236}"/>
                    </a:ext>
                  </a:extLst>
                </p14:cNvPr>
                <p14:cNvContentPartPr/>
                <p14:nvPr/>
              </p14:nvContentPartPr>
              <p14:xfrm>
                <a:off x="10707113" y="4341945"/>
                <a:ext cx="216000" cy="41040"/>
              </p14:xfrm>
            </p:contentPart>
          </mc:Choice>
          <mc:Fallback>
            <p:pic>
              <p:nvPicPr>
                <p:cNvPr id="214" name="Ink 213">
                  <a:extLst>
                    <a:ext uri="{FF2B5EF4-FFF2-40B4-BE49-F238E27FC236}">
                      <a16:creationId xmlns:a16="http://schemas.microsoft.com/office/drawing/2014/main" id="{53199C6A-DC31-53DF-9979-13F536EDB236}"/>
                    </a:ext>
                  </a:extLst>
                </p:cNvPr>
                <p:cNvPicPr/>
                <p:nvPr/>
              </p:nvPicPr>
              <p:blipFill>
                <a:blip r:embed="rId378"/>
                <a:stretch>
                  <a:fillRect/>
                </a:stretch>
              </p:blipFill>
              <p:spPr>
                <a:xfrm>
                  <a:off x="10698473" y="4332945"/>
                  <a:ext cx="23364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215" name="Ink 214">
                  <a:extLst>
                    <a:ext uri="{FF2B5EF4-FFF2-40B4-BE49-F238E27FC236}">
                      <a16:creationId xmlns:a16="http://schemas.microsoft.com/office/drawing/2014/main" id="{5F96071C-A719-B084-8115-583A65B245F3}"/>
                    </a:ext>
                  </a:extLst>
                </p14:cNvPr>
                <p14:cNvContentPartPr/>
                <p14:nvPr/>
              </p14:nvContentPartPr>
              <p14:xfrm>
                <a:off x="11052353" y="4151865"/>
                <a:ext cx="183600" cy="360720"/>
              </p14:xfrm>
            </p:contentPart>
          </mc:Choice>
          <mc:Fallback>
            <p:pic>
              <p:nvPicPr>
                <p:cNvPr id="215" name="Ink 214">
                  <a:extLst>
                    <a:ext uri="{FF2B5EF4-FFF2-40B4-BE49-F238E27FC236}">
                      <a16:creationId xmlns:a16="http://schemas.microsoft.com/office/drawing/2014/main" id="{5F96071C-A719-B084-8115-583A65B245F3}"/>
                    </a:ext>
                  </a:extLst>
                </p:cNvPr>
                <p:cNvPicPr/>
                <p:nvPr/>
              </p:nvPicPr>
              <p:blipFill>
                <a:blip r:embed="rId380"/>
                <a:stretch>
                  <a:fillRect/>
                </a:stretch>
              </p:blipFill>
              <p:spPr>
                <a:xfrm>
                  <a:off x="11043713" y="4142865"/>
                  <a:ext cx="201240" cy="378360"/>
                </a:xfrm>
                <a:prstGeom prst="rect">
                  <a:avLst/>
                </a:prstGeom>
              </p:spPr>
            </p:pic>
          </mc:Fallback>
        </mc:AlternateContent>
      </p:grpSp>
      <p:grpSp>
        <p:nvGrpSpPr>
          <p:cNvPr id="227" name="Group 226">
            <a:extLst>
              <a:ext uri="{FF2B5EF4-FFF2-40B4-BE49-F238E27FC236}">
                <a16:creationId xmlns:a16="http://schemas.microsoft.com/office/drawing/2014/main" id="{5F3693FD-D27D-B04A-AA3B-26015F4EE45C}"/>
              </a:ext>
            </a:extLst>
          </p:cNvPr>
          <p:cNvGrpSpPr/>
          <p:nvPr/>
        </p:nvGrpSpPr>
        <p:grpSpPr>
          <a:xfrm>
            <a:off x="9659513" y="4848465"/>
            <a:ext cx="261000" cy="694440"/>
            <a:chOff x="9659513" y="4848465"/>
            <a:chExt cx="261000" cy="694440"/>
          </a:xfrm>
        </p:grpSpPr>
        <mc:AlternateContent xmlns:mc="http://schemas.openxmlformats.org/markup-compatibility/2006">
          <mc:Choice xmlns:p14="http://schemas.microsoft.com/office/powerpoint/2010/main" Requires="p14">
            <p:contentPart p14:bwMode="auto" r:id="rId381">
              <p14:nvContentPartPr>
                <p14:cNvPr id="217" name="Ink 216">
                  <a:extLst>
                    <a:ext uri="{FF2B5EF4-FFF2-40B4-BE49-F238E27FC236}">
                      <a16:creationId xmlns:a16="http://schemas.microsoft.com/office/drawing/2014/main" id="{E6CB254F-9929-A786-5206-8CB58CD3F268}"/>
                    </a:ext>
                  </a:extLst>
                </p14:cNvPr>
                <p14:cNvContentPartPr/>
                <p14:nvPr/>
              </p14:nvContentPartPr>
              <p14:xfrm>
                <a:off x="9699833" y="4848465"/>
                <a:ext cx="104040" cy="688680"/>
              </p14:xfrm>
            </p:contentPart>
          </mc:Choice>
          <mc:Fallback>
            <p:pic>
              <p:nvPicPr>
                <p:cNvPr id="217" name="Ink 216">
                  <a:extLst>
                    <a:ext uri="{FF2B5EF4-FFF2-40B4-BE49-F238E27FC236}">
                      <a16:creationId xmlns:a16="http://schemas.microsoft.com/office/drawing/2014/main" id="{E6CB254F-9929-A786-5206-8CB58CD3F268}"/>
                    </a:ext>
                  </a:extLst>
                </p:cNvPr>
                <p:cNvPicPr/>
                <p:nvPr/>
              </p:nvPicPr>
              <p:blipFill>
                <a:blip r:embed="rId382"/>
                <a:stretch>
                  <a:fillRect/>
                </a:stretch>
              </p:blipFill>
              <p:spPr>
                <a:xfrm>
                  <a:off x="9691193" y="4839825"/>
                  <a:ext cx="121680" cy="70632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218" name="Ink 217">
                  <a:extLst>
                    <a:ext uri="{FF2B5EF4-FFF2-40B4-BE49-F238E27FC236}">
                      <a16:creationId xmlns:a16="http://schemas.microsoft.com/office/drawing/2014/main" id="{D04A9DB3-3CF0-0CD0-A1A9-326D24E19E41}"/>
                    </a:ext>
                  </a:extLst>
                </p14:cNvPr>
                <p14:cNvContentPartPr/>
                <p14:nvPr/>
              </p14:nvContentPartPr>
              <p14:xfrm>
                <a:off x="9659513" y="5349945"/>
                <a:ext cx="261000" cy="192960"/>
              </p14:xfrm>
            </p:contentPart>
          </mc:Choice>
          <mc:Fallback>
            <p:pic>
              <p:nvPicPr>
                <p:cNvPr id="218" name="Ink 217">
                  <a:extLst>
                    <a:ext uri="{FF2B5EF4-FFF2-40B4-BE49-F238E27FC236}">
                      <a16:creationId xmlns:a16="http://schemas.microsoft.com/office/drawing/2014/main" id="{D04A9DB3-3CF0-0CD0-A1A9-326D24E19E41}"/>
                    </a:ext>
                  </a:extLst>
                </p:cNvPr>
                <p:cNvPicPr/>
                <p:nvPr/>
              </p:nvPicPr>
              <p:blipFill>
                <a:blip r:embed="rId384"/>
                <a:stretch>
                  <a:fillRect/>
                </a:stretch>
              </p:blipFill>
              <p:spPr>
                <a:xfrm>
                  <a:off x="9650513" y="5341305"/>
                  <a:ext cx="278640" cy="210600"/>
                </a:xfrm>
                <a:prstGeom prst="rect">
                  <a:avLst/>
                </a:prstGeom>
              </p:spPr>
            </p:pic>
          </mc:Fallback>
        </mc:AlternateContent>
      </p:grpSp>
      <p:grpSp>
        <p:nvGrpSpPr>
          <p:cNvPr id="226" name="Group 225">
            <a:extLst>
              <a:ext uri="{FF2B5EF4-FFF2-40B4-BE49-F238E27FC236}">
                <a16:creationId xmlns:a16="http://schemas.microsoft.com/office/drawing/2014/main" id="{457ED442-60C1-13B4-AC9C-BB336A7B4EB6}"/>
              </a:ext>
            </a:extLst>
          </p:cNvPr>
          <p:cNvGrpSpPr/>
          <p:nvPr/>
        </p:nvGrpSpPr>
        <p:grpSpPr>
          <a:xfrm>
            <a:off x="8839433" y="5735865"/>
            <a:ext cx="1836000" cy="554400"/>
            <a:chOff x="8839433" y="5735865"/>
            <a:chExt cx="1836000" cy="554400"/>
          </a:xfrm>
        </p:grpSpPr>
        <mc:AlternateContent xmlns:mc="http://schemas.openxmlformats.org/markup-compatibility/2006">
          <mc:Choice xmlns:p14="http://schemas.microsoft.com/office/powerpoint/2010/main" Requires="p14">
            <p:contentPart p14:bwMode="auto" r:id="rId385">
              <p14:nvContentPartPr>
                <p14:cNvPr id="219" name="Ink 218">
                  <a:extLst>
                    <a:ext uri="{FF2B5EF4-FFF2-40B4-BE49-F238E27FC236}">
                      <a16:creationId xmlns:a16="http://schemas.microsoft.com/office/drawing/2014/main" id="{8E8D4089-6171-B724-A34C-74558A77B415}"/>
                    </a:ext>
                  </a:extLst>
                </p14:cNvPr>
                <p14:cNvContentPartPr/>
                <p14:nvPr/>
              </p14:nvContentPartPr>
              <p14:xfrm>
                <a:off x="8839433" y="5881305"/>
                <a:ext cx="361080" cy="297360"/>
              </p14:xfrm>
            </p:contentPart>
          </mc:Choice>
          <mc:Fallback>
            <p:pic>
              <p:nvPicPr>
                <p:cNvPr id="219" name="Ink 218">
                  <a:extLst>
                    <a:ext uri="{FF2B5EF4-FFF2-40B4-BE49-F238E27FC236}">
                      <a16:creationId xmlns:a16="http://schemas.microsoft.com/office/drawing/2014/main" id="{8E8D4089-6171-B724-A34C-74558A77B415}"/>
                    </a:ext>
                  </a:extLst>
                </p:cNvPr>
                <p:cNvPicPr/>
                <p:nvPr/>
              </p:nvPicPr>
              <p:blipFill>
                <a:blip r:embed="rId386"/>
                <a:stretch>
                  <a:fillRect/>
                </a:stretch>
              </p:blipFill>
              <p:spPr>
                <a:xfrm>
                  <a:off x="8830433" y="5872665"/>
                  <a:ext cx="37872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220" name="Ink 219">
                  <a:extLst>
                    <a:ext uri="{FF2B5EF4-FFF2-40B4-BE49-F238E27FC236}">
                      <a16:creationId xmlns:a16="http://schemas.microsoft.com/office/drawing/2014/main" id="{3AB5BA46-DF02-4C03-33F9-0EA6F4A8223F}"/>
                    </a:ext>
                  </a:extLst>
                </p14:cNvPr>
                <p14:cNvContentPartPr/>
                <p14:nvPr/>
              </p14:nvContentPartPr>
              <p14:xfrm>
                <a:off x="9241193" y="5968425"/>
                <a:ext cx="346320" cy="122400"/>
              </p14:xfrm>
            </p:contentPart>
          </mc:Choice>
          <mc:Fallback>
            <p:pic>
              <p:nvPicPr>
                <p:cNvPr id="220" name="Ink 219">
                  <a:extLst>
                    <a:ext uri="{FF2B5EF4-FFF2-40B4-BE49-F238E27FC236}">
                      <a16:creationId xmlns:a16="http://schemas.microsoft.com/office/drawing/2014/main" id="{3AB5BA46-DF02-4C03-33F9-0EA6F4A8223F}"/>
                    </a:ext>
                  </a:extLst>
                </p:cNvPr>
                <p:cNvPicPr/>
                <p:nvPr/>
              </p:nvPicPr>
              <p:blipFill>
                <a:blip r:embed="rId388"/>
                <a:stretch>
                  <a:fillRect/>
                </a:stretch>
              </p:blipFill>
              <p:spPr>
                <a:xfrm>
                  <a:off x="9232193" y="5959425"/>
                  <a:ext cx="36396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389">
              <p14:nvContentPartPr>
                <p14:cNvPr id="221" name="Ink 220">
                  <a:extLst>
                    <a:ext uri="{FF2B5EF4-FFF2-40B4-BE49-F238E27FC236}">
                      <a16:creationId xmlns:a16="http://schemas.microsoft.com/office/drawing/2014/main" id="{2647D6A7-539A-689A-72DA-3A822D42BB85}"/>
                    </a:ext>
                  </a:extLst>
                </p14:cNvPr>
                <p14:cNvContentPartPr/>
                <p14:nvPr/>
              </p14:nvContentPartPr>
              <p14:xfrm>
                <a:off x="9632153" y="5973825"/>
                <a:ext cx="44640" cy="316440"/>
              </p14:xfrm>
            </p:contentPart>
          </mc:Choice>
          <mc:Fallback>
            <p:pic>
              <p:nvPicPr>
                <p:cNvPr id="221" name="Ink 220">
                  <a:extLst>
                    <a:ext uri="{FF2B5EF4-FFF2-40B4-BE49-F238E27FC236}">
                      <a16:creationId xmlns:a16="http://schemas.microsoft.com/office/drawing/2014/main" id="{2647D6A7-539A-689A-72DA-3A822D42BB85}"/>
                    </a:ext>
                  </a:extLst>
                </p:cNvPr>
                <p:cNvPicPr/>
                <p:nvPr/>
              </p:nvPicPr>
              <p:blipFill>
                <a:blip r:embed="rId390"/>
                <a:stretch>
                  <a:fillRect/>
                </a:stretch>
              </p:blipFill>
              <p:spPr>
                <a:xfrm>
                  <a:off x="9623153" y="5964825"/>
                  <a:ext cx="62280" cy="334080"/>
                </a:xfrm>
                <a:prstGeom prst="rect">
                  <a:avLst/>
                </a:prstGeom>
              </p:spPr>
            </p:pic>
          </mc:Fallback>
        </mc:AlternateContent>
        <mc:AlternateContent xmlns:mc="http://schemas.openxmlformats.org/markup-compatibility/2006">
          <mc:Choice xmlns:p14="http://schemas.microsoft.com/office/powerpoint/2010/main" Requires="p14">
            <p:contentPart p14:bwMode="auto" r:id="rId391">
              <p14:nvContentPartPr>
                <p14:cNvPr id="222" name="Ink 221">
                  <a:extLst>
                    <a:ext uri="{FF2B5EF4-FFF2-40B4-BE49-F238E27FC236}">
                      <a16:creationId xmlns:a16="http://schemas.microsoft.com/office/drawing/2014/main" id="{78F401E1-88B7-0D2C-3ACC-A2E09CA5760B}"/>
                    </a:ext>
                  </a:extLst>
                </p14:cNvPr>
                <p14:cNvContentPartPr/>
                <p14:nvPr/>
              </p14:nvContentPartPr>
              <p14:xfrm>
                <a:off x="9613073" y="5961225"/>
                <a:ext cx="118440" cy="124200"/>
              </p14:xfrm>
            </p:contentPart>
          </mc:Choice>
          <mc:Fallback>
            <p:pic>
              <p:nvPicPr>
                <p:cNvPr id="222" name="Ink 221">
                  <a:extLst>
                    <a:ext uri="{FF2B5EF4-FFF2-40B4-BE49-F238E27FC236}">
                      <a16:creationId xmlns:a16="http://schemas.microsoft.com/office/drawing/2014/main" id="{78F401E1-88B7-0D2C-3ACC-A2E09CA5760B}"/>
                    </a:ext>
                  </a:extLst>
                </p:cNvPr>
                <p:cNvPicPr/>
                <p:nvPr/>
              </p:nvPicPr>
              <p:blipFill>
                <a:blip r:embed="rId392"/>
                <a:stretch>
                  <a:fillRect/>
                </a:stretch>
              </p:blipFill>
              <p:spPr>
                <a:xfrm>
                  <a:off x="9604073" y="5952585"/>
                  <a:ext cx="1360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393">
              <p14:nvContentPartPr>
                <p14:cNvPr id="223" name="Ink 222">
                  <a:extLst>
                    <a:ext uri="{FF2B5EF4-FFF2-40B4-BE49-F238E27FC236}">
                      <a16:creationId xmlns:a16="http://schemas.microsoft.com/office/drawing/2014/main" id="{71223397-16FF-1BDC-4106-86D83A811BB8}"/>
                    </a:ext>
                  </a:extLst>
                </p14:cNvPr>
                <p14:cNvContentPartPr/>
                <p14:nvPr/>
              </p14:nvContentPartPr>
              <p14:xfrm>
                <a:off x="9773273" y="5890305"/>
                <a:ext cx="267840" cy="135360"/>
              </p14:xfrm>
            </p:contentPart>
          </mc:Choice>
          <mc:Fallback>
            <p:pic>
              <p:nvPicPr>
                <p:cNvPr id="223" name="Ink 222">
                  <a:extLst>
                    <a:ext uri="{FF2B5EF4-FFF2-40B4-BE49-F238E27FC236}">
                      <a16:creationId xmlns:a16="http://schemas.microsoft.com/office/drawing/2014/main" id="{71223397-16FF-1BDC-4106-86D83A811BB8}"/>
                    </a:ext>
                  </a:extLst>
                </p:cNvPr>
                <p:cNvPicPr/>
                <p:nvPr/>
              </p:nvPicPr>
              <p:blipFill>
                <a:blip r:embed="rId394"/>
                <a:stretch>
                  <a:fillRect/>
                </a:stretch>
              </p:blipFill>
              <p:spPr>
                <a:xfrm>
                  <a:off x="9764633" y="5881305"/>
                  <a:ext cx="28548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395">
              <p14:nvContentPartPr>
                <p14:cNvPr id="224" name="Ink 223">
                  <a:extLst>
                    <a:ext uri="{FF2B5EF4-FFF2-40B4-BE49-F238E27FC236}">
                      <a16:creationId xmlns:a16="http://schemas.microsoft.com/office/drawing/2014/main" id="{5434FE65-7A76-3D65-B6C9-C9521236ED78}"/>
                    </a:ext>
                  </a:extLst>
                </p14:cNvPr>
                <p14:cNvContentPartPr/>
                <p14:nvPr/>
              </p14:nvContentPartPr>
              <p14:xfrm>
                <a:off x="10060193" y="5868705"/>
                <a:ext cx="214920" cy="137160"/>
              </p14:xfrm>
            </p:contentPart>
          </mc:Choice>
          <mc:Fallback>
            <p:pic>
              <p:nvPicPr>
                <p:cNvPr id="224" name="Ink 223">
                  <a:extLst>
                    <a:ext uri="{FF2B5EF4-FFF2-40B4-BE49-F238E27FC236}">
                      <a16:creationId xmlns:a16="http://schemas.microsoft.com/office/drawing/2014/main" id="{5434FE65-7A76-3D65-B6C9-C9521236ED78}"/>
                    </a:ext>
                  </a:extLst>
                </p:cNvPr>
                <p:cNvPicPr/>
                <p:nvPr/>
              </p:nvPicPr>
              <p:blipFill>
                <a:blip r:embed="rId396"/>
                <a:stretch>
                  <a:fillRect/>
                </a:stretch>
              </p:blipFill>
              <p:spPr>
                <a:xfrm>
                  <a:off x="10051553" y="5859705"/>
                  <a:ext cx="23256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397">
              <p14:nvContentPartPr>
                <p14:cNvPr id="225" name="Ink 224">
                  <a:extLst>
                    <a:ext uri="{FF2B5EF4-FFF2-40B4-BE49-F238E27FC236}">
                      <a16:creationId xmlns:a16="http://schemas.microsoft.com/office/drawing/2014/main" id="{E2BF1076-6F3D-92DE-04BB-C45FF57EFD40}"/>
                    </a:ext>
                  </a:extLst>
                </p14:cNvPr>
                <p14:cNvContentPartPr/>
                <p14:nvPr/>
              </p14:nvContentPartPr>
              <p14:xfrm>
                <a:off x="10475273" y="5735865"/>
                <a:ext cx="200160" cy="311760"/>
              </p14:xfrm>
            </p:contentPart>
          </mc:Choice>
          <mc:Fallback>
            <p:pic>
              <p:nvPicPr>
                <p:cNvPr id="225" name="Ink 224">
                  <a:extLst>
                    <a:ext uri="{FF2B5EF4-FFF2-40B4-BE49-F238E27FC236}">
                      <a16:creationId xmlns:a16="http://schemas.microsoft.com/office/drawing/2014/main" id="{E2BF1076-6F3D-92DE-04BB-C45FF57EFD40}"/>
                    </a:ext>
                  </a:extLst>
                </p:cNvPr>
                <p:cNvPicPr/>
                <p:nvPr/>
              </p:nvPicPr>
              <p:blipFill>
                <a:blip r:embed="rId398"/>
                <a:stretch>
                  <a:fillRect/>
                </a:stretch>
              </p:blipFill>
              <p:spPr>
                <a:xfrm>
                  <a:off x="10466633" y="5727225"/>
                  <a:ext cx="217800" cy="329400"/>
                </a:xfrm>
                <a:prstGeom prst="rect">
                  <a:avLst/>
                </a:prstGeom>
              </p:spPr>
            </p:pic>
          </mc:Fallback>
        </mc:AlternateContent>
      </p:grpSp>
      <p:grpSp>
        <p:nvGrpSpPr>
          <p:cNvPr id="259" name="Group 258">
            <a:extLst>
              <a:ext uri="{FF2B5EF4-FFF2-40B4-BE49-F238E27FC236}">
                <a16:creationId xmlns:a16="http://schemas.microsoft.com/office/drawing/2014/main" id="{36458FA9-3C58-4988-0267-65F2FF800635}"/>
              </a:ext>
            </a:extLst>
          </p:cNvPr>
          <p:cNvGrpSpPr/>
          <p:nvPr/>
        </p:nvGrpSpPr>
        <p:grpSpPr>
          <a:xfrm>
            <a:off x="211313" y="60825"/>
            <a:ext cx="4015440" cy="554040"/>
            <a:chOff x="211313" y="60825"/>
            <a:chExt cx="4015440" cy="554040"/>
          </a:xfrm>
        </p:grpSpPr>
        <mc:AlternateContent xmlns:mc="http://schemas.openxmlformats.org/markup-compatibility/2006">
          <mc:Choice xmlns:p14="http://schemas.microsoft.com/office/powerpoint/2010/main" Requires="p14">
            <p:contentPart p14:bwMode="auto" r:id="rId399">
              <p14:nvContentPartPr>
                <p14:cNvPr id="228" name="Ink 227">
                  <a:extLst>
                    <a:ext uri="{FF2B5EF4-FFF2-40B4-BE49-F238E27FC236}">
                      <a16:creationId xmlns:a16="http://schemas.microsoft.com/office/drawing/2014/main" id="{B93DEB2B-67B2-B873-8980-BCA3E1D352BD}"/>
                    </a:ext>
                  </a:extLst>
                </p14:cNvPr>
                <p14:cNvContentPartPr/>
                <p14:nvPr/>
              </p14:nvContentPartPr>
              <p14:xfrm>
                <a:off x="211313" y="282945"/>
                <a:ext cx="353880" cy="331920"/>
              </p14:xfrm>
            </p:contentPart>
          </mc:Choice>
          <mc:Fallback>
            <p:pic>
              <p:nvPicPr>
                <p:cNvPr id="228" name="Ink 227">
                  <a:extLst>
                    <a:ext uri="{FF2B5EF4-FFF2-40B4-BE49-F238E27FC236}">
                      <a16:creationId xmlns:a16="http://schemas.microsoft.com/office/drawing/2014/main" id="{B93DEB2B-67B2-B873-8980-BCA3E1D352BD}"/>
                    </a:ext>
                  </a:extLst>
                </p:cNvPr>
                <p:cNvPicPr/>
                <p:nvPr/>
              </p:nvPicPr>
              <p:blipFill>
                <a:blip r:embed="rId400"/>
                <a:stretch>
                  <a:fillRect/>
                </a:stretch>
              </p:blipFill>
              <p:spPr>
                <a:xfrm>
                  <a:off x="205193" y="276825"/>
                  <a:ext cx="36612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401">
              <p14:nvContentPartPr>
                <p14:cNvPr id="229" name="Ink 228">
                  <a:extLst>
                    <a:ext uri="{FF2B5EF4-FFF2-40B4-BE49-F238E27FC236}">
                      <a16:creationId xmlns:a16="http://schemas.microsoft.com/office/drawing/2014/main" id="{D63121A4-B21D-BA44-655B-B5ADD03F54A6}"/>
                    </a:ext>
                  </a:extLst>
                </p14:cNvPr>
                <p14:cNvContentPartPr/>
                <p14:nvPr/>
              </p14:nvContentPartPr>
              <p14:xfrm>
                <a:off x="623153" y="311745"/>
                <a:ext cx="32760" cy="214200"/>
              </p14:xfrm>
            </p:contentPart>
          </mc:Choice>
          <mc:Fallback>
            <p:pic>
              <p:nvPicPr>
                <p:cNvPr id="229" name="Ink 228">
                  <a:extLst>
                    <a:ext uri="{FF2B5EF4-FFF2-40B4-BE49-F238E27FC236}">
                      <a16:creationId xmlns:a16="http://schemas.microsoft.com/office/drawing/2014/main" id="{D63121A4-B21D-BA44-655B-B5ADD03F54A6}"/>
                    </a:ext>
                  </a:extLst>
                </p:cNvPr>
                <p:cNvPicPr/>
                <p:nvPr/>
              </p:nvPicPr>
              <p:blipFill>
                <a:blip r:embed="rId402"/>
                <a:stretch>
                  <a:fillRect/>
                </a:stretch>
              </p:blipFill>
              <p:spPr>
                <a:xfrm>
                  <a:off x="617033" y="305625"/>
                  <a:ext cx="4500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403">
              <p14:nvContentPartPr>
                <p14:cNvPr id="230" name="Ink 229">
                  <a:extLst>
                    <a:ext uri="{FF2B5EF4-FFF2-40B4-BE49-F238E27FC236}">
                      <a16:creationId xmlns:a16="http://schemas.microsoft.com/office/drawing/2014/main" id="{FA75C164-48B8-0ADB-FC5C-9E4FFDD189E4}"/>
                    </a:ext>
                  </a:extLst>
                </p14:cNvPr>
                <p14:cNvContentPartPr/>
                <p14:nvPr/>
              </p14:nvContentPartPr>
              <p14:xfrm>
                <a:off x="717473" y="299865"/>
                <a:ext cx="37800" cy="205920"/>
              </p14:xfrm>
            </p:contentPart>
          </mc:Choice>
          <mc:Fallback>
            <p:pic>
              <p:nvPicPr>
                <p:cNvPr id="230" name="Ink 229">
                  <a:extLst>
                    <a:ext uri="{FF2B5EF4-FFF2-40B4-BE49-F238E27FC236}">
                      <a16:creationId xmlns:a16="http://schemas.microsoft.com/office/drawing/2014/main" id="{FA75C164-48B8-0ADB-FC5C-9E4FFDD189E4}"/>
                    </a:ext>
                  </a:extLst>
                </p:cNvPr>
                <p:cNvPicPr/>
                <p:nvPr/>
              </p:nvPicPr>
              <p:blipFill>
                <a:blip r:embed="rId404"/>
                <a:stretch>
                  <a:fillRect/>
                </a:stretch>
              </p:blipFill>
              <p:spPr>
                <a:xfrm>
                  <a:off x="711353" y="293745"/>
                  <a:ext cx="5004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405">
              <p14:nvContentPartPr>
                <p14:cNvPr id="231" name="Ink 230">
                  <a:extLst>
                    <a:ext uri="{FF2B5EF4-FFF2-40B4-BE49-F238E27FC236}">
                      <a16:creationId xmlns:a16="http://schemas.microsoft.com/office/drawing/2014/main" id="{18230D5B-7C24-4921-1A01-FE95D472B282}"/>
                    </a:ext>
                  </a:extLst>
                </p14:cNvPr>
                <p14:cNvContentPartPr/>
                <p14:nvPr/>
              </p14:nvContentPartPr>
              <p14:xfrm>
                <a:off x="684353" y="263505"/>
                <a:ext cx="186120" cy="32400"/>
              </p14:xfrm>
            </p:contentPart>
          </mc:Choice>
          <mc:Fallback>
            <p:pic>
              <p:nvPicPr>
                <p:cNvPr id="231" name="Ink 230">
                  <a:extLst>
                    <a:ext uri="{FF2B5EF4-FFF2-40B4-BE49-F238E27FC236}">
                      <a16:creationId xmlns:a16="http://schemas.microsoft.com/office/drawing/2014/main" id="{18230D5B-7C24-4921-1A01-FE95D472B282}"/>
                    </a:ext>
                  </a:extLst>
                </p:cNvPr>
                <p:cNvPicPr/>
                <p:nvPr/>
              </p:nvPicPr>
              <p:blipFill>
                <a:blip r:embed="rId406"/>
                <a:stretch>
                  <a:fillRect/>
                </a:stretch>
              </p:blipFill>
              <p:spPr>
                <a:xfrm>
                  <a:off x="678233" y="257385"/>
                  <a:ext cx="19836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407">
              <p14:nvContentPartPr>
                <p14:cNvPr id="232" name="Ink 231">
                  <a:extLst>
                    <a:ext uri="{FF2B5EF4-FFF2-40B4-BE49-F238E27FC236}">
                      <a16:creationId xmlns:a16="http://schemas.microsoft.com/office/drawing/2014/main" id="{05B6FD6D-859B-6C00-1F67-FEEB91DB8F6F}"/>
                    </a:ext>
                  </a:extLst>
                </p14:cNvPr>
                <p14:cNvContentPartPr/>
                <p14:nvPr/>
              </p14:nvContentPartPr>
              <p14:xfrm>
                <a:off x="798473" y="352425"/>
                <a:ext cx="128160" cy="160200"/>
              </p14:xfrm>
            </p:contentPart>
          </mc:Choice>
          <mc:Fallback>
            <p:pic>
              <p:nvPicPr>
                <p:cNvPr id="232" name="Ink 231">
                  <a:extLst>
                    <a:ext uri="{FF2B5EF4-FFF2-40B4-BE49-F238E27FC236}">
                      <a16:creationId xmlns:a16="http://schemas.microsoft.com/office/drawing/2014/main" id="{05B6FD6D-859B-6C00-1F67-FEEB91DB8F6F}"/>
                    </a:ext>
                  </a:extLst>
                </p:cNvPr>
                <p:cNvPicPr/>
                <p:nvPr/>
              </p:nvPicPr>
              <p:blipFill>
                <a:blip r:embed="rId408"/>
                <a:stretch>
                  <a:fillRect/>
                </a:stretch>
              </p:blipFill>
              <p:spPr>
                <a:xfrm>
                  <a:off x="792353" y="346305"/>
                  <a:ext cx="14040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409">
              <p14:nvContentPartPr>
                <p14:cNvPr id="233" name="Ink 232">
                  <a:extLst>
                    <a:ext uri="{FF2B5EF4-FFF2-40B4-BE49-F238E27FC236}">
                      <a16:creationId xmlns:a16="http://schemas.microsoft.com/office/drawing/2014/main" id="{A40A96E8-2B12-1475-D49C-37C868CA757A}"/>
                    </a:ext>
                  </a:extLst>
                </p14:cNvPr>
                <p14:cNvContentPartPr/>
                <p14:nvPr/>
              </p14:nvContentPartPr>
              <p14:xfrm>
                <a:off x="969833" y="392025"/>
                <a:ext cx="148320" cy="110160"/>
              </p14:xfrm>
            </p:contentPart>
          </mc:Choice>
          <mc:Fallback>
            <p:pic>
              <p:nvPicPr>
                <p:cNvPr id="233" name="Ink 232">
                  <a:extLst>
                    <a:ext uri="{FF2B5EF4-FFF2-40B4-BE49-F238E27FC236}">
                      <a16:creationId xmlns:a16="http://schemas.microsoft.com/office/drawing/2014/main" id="{A40A96E8-2B12-1475-D49C-37C868CA757A}"/>
                    </a:ext>
                  </a:extLst>
                </p:cNvPr>
                <p:cNvPicPr/>
                <p:nvPr/>
              </p:nvPicPr>
              <p:blipFill>
                <a:blip r:embed="rId410"/>
                <a:stretch>
                  <a:fillRect/>
                </a:stretch>
              </p:blipFill>
              <p:spPr>
                <a:xfrm>
                  <a:off x="963713" y="385905"/>
                  <a:ext cx="16056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411">
              <p14:nvContentPartPr>
                <p14:cNvPr id="234" name="Ink 233">
                  <a:extLst>
                    <a:ext uri="{FF2B5EF4-FFF2-40B4-BE49-F238E27FC236}">
                      <a16:creationId xmlns:a16="http://schemas.microsoft.com/office/drawing/2014/main" id="{29FF7573-84AD-0364-1D4F-EC387F099B97}"/>
                    </a:ext>
                  </a:extLst>
                </p14:cNvPr>
                <p14:cNvContentPartPr/>
                <p14:nvPr/>
              </p14:nvContentPartPr>
              <p14:xfrm>
                <a:off x="1130393" y="304185"/>
                <a:ext cx="67320" cy="268200"/>
              </p14:xfrm>
            </p:contentPart>
          </mc:Choice>
          <mc:Fallback>
            <p:pic>
              <p:nvPicPr>
                <p:cNvPr id="234" name="Ink 233">
                  <a:extLst>
                    <a:ext uri="{FF2B5EF4-FFF2-40B4-BE49-F238E27FC236}">
                      <a16:creationId xmlns:a16="http://schemas.microsoft.com/office/drawing/2014/main" id="{29FF7573-84AD-0364-1D4F-EC387F099B97}"/>
                    </a:ext>
                  </a:extLst>
                </p:cNvPr>
                <p:cNvPicPr/>
                <p:nvPr/>
              </p:nvPicPr>
              <p:blipFill>
                <a:blip r:embed="rId412"/>
                <a:stretch>
                  <a:fillRect/>
                </a:stretch>
              </p:blipFill>
              <p:spPr>
                <a:xfrm>
                  <a:off x="1124273" y="298065"/>
                  <a:ext cx="7956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413">
              <p14:nvContentPartPr>
                <p14:cNvPr id="235" name="Ink 234">
                  <a:extLst>
                    <a:ext uri="{FF2B5EF4-FFF2-40B4-BE49-F238E27FC236}">
                      <a16:creationId xmlns:a16="http://schemas.microsoft.com/office/drawing/2014/main" id="{0297007E-9BCD-2643-5F01-ED6524B16434}"/>
                    </a:ext>
                  </a:extLst>
                </p14:cNvPr>
                <p14:cNvContentPartPr/>
                <p14:nvPr/>
              </p14:nvContentPartPr>
              <p14:xfrm>
                <a:off x="1247393" y="289065"/>
                <a:ext cx="36000" cy="210240"/>
              </p14:xfrm>
            </p:contentPart>
          </mc:Choice>
          <mc:Fallback>
            <p:pic>
              <p:nvPicPr>
                <p:cNvPr id="235" name="Ink 234">
                  <a:extLst>
                    <a:ext uri="{FF2B5EF4-FFF2-40B4-BE49-F238E27FC236}">
                      <a16:creationId xmlns:a16="http://schemas.microsoft.com/office/drawing/2014/main" id="{0297007E-9BCD-2643-5F01-ED6524B16434}"/>
                    </a:ext>
                  </a:extLst>
                </p:cNvPr>
                <p:cNvPicPr/>
                <p:nvPr/>
              </p:nvPicPr>
              <p:blipFill>
                <a:blip r:embed="rId414"/>
                <a:stretch>
                  <a:fillRect/>
                </a:stretch>
              </p:blipFill>
              <p:spPr>
                <a:xfrm>
                  <a:off x="1241273" y="282945"/>
                  <a:ext cx="4824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415">
              <p14:nvContentPartPr>
                <p14:cNvPr id="236" name="Ink 235">
                  <a:extLst>
                    <a:ext uri="{FF2B5EF4-FFF2-40B4-BE49-F238E27FC236}">
                      <a16:creationId xmlns:a16="http://schemas.microsoft.com/office/drawing/2014/main" id="{CE15020A-47E0-F662-7479-CB65F379C736}"/>
                    </a:ext>
                  </a:extLst>
                </p14:cNvPr>
                <p14:cNvContentPartPr/>
                <p14:nvPr/>
              </p14:nvContentPartPr>
              <p14:xfrm>
                <a:off x="1154513" y="345225"/>
                <a:ext cx="264960" cy="135000"/>
              </p14:xfrm>
            </p:contentPart>
          </mc:Choice>
          <mc:Fallback>
            <p:pic>
              <p:nvPicPr>
                <p:cNvPr id="236" name="Ink 235">
                  <a:extLst>
                    <a:ext uri="{FF2B5EF4-FFF2-40B4-BE49-F238E27FC236}">
                      <a16:creationId xmlns:a16="http://schemas.microsoft.com/office/drawing/2014/main" id="{CE15020A-47E0-F662-7479-CB65F379C736}"/>
                    </a:ext>
                  </a:extLst>
                </p:cNvPr>
                <p:cNvPicPr/>
                <p:nvPr/>
              </p:nvPicPr>
              <p:blipFill>
                <a:blip r:embed="rId416"/>
                <a:stretch>
                  <a:fillRect/>
                </a:stretch>
              </p:blipFill>
              <p:spPr>
                <a:xfrm>
                  <a:off x="1148393" y="339105"/>
                  <a:ext cx="27720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417">
              <p14:nvContentPartPr>
                <p14:cNvPr id="237" name="Ink 236">
                  <a:extLst>
                    <a:ext uri="{FF2B5EF4-FFF2-40B4-BE49-F238E27FC236}">
                      <a16:creationId xmlns:a16="http://schemas.microsoft.com/office/drawing/2014/main" id="{01C4FC34-6F29-F14E-D9CF-CCAAA3597068}"/>
                    </a:ext>
                  </a:extLst>
                </p14:cNvPr>
                <p14:cNvContentPartPr/>
                <p14:nvPr/>
              </p14:nvContentPartPr>
              <p14:xfrm>
                <a:off x="1495073" y="297705"/>
                <a:ext cx="181440" cy="159480"/>
              </p14:xfrm>
            </p:contentPart>
          </mc:Choice>
          <mc:Fallback>
            <p:pic>
              <p:nvPicPr>
                <p:cNvPr id="237" name="Ink 236">
                  <a:extLst>
                    <a:ext uri="{FF2B5EF4-FFF2-40B4-BE49-F238E27FC236}">
                      <a16:creationId xmlns:a16="http://schemas.microsoft.com/office/drawing/2014/main" id="{01C4FC34-6F29-F14E-D9CF-CCAAA3597068}"/>
                    </a:ext>
                  </a:extLst>
                </p:cNvPr>
                <p:cNvPicPr/>
                <p:nvPr/>
              </p:nvPicPr>
              <p:blipFill>
                <a:blip r:embed="rId418"/>
                <a:stretch>
                  <a:fillRect/>
                </a:stretch>
              </p:blipFill>
              <p:spPr>
                <a:xfrm>
                  <a:off x="1488953" y="291585"/>
                  <a:ext cx="1936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419">
              <p14:nvContentPartPr>
                <p14:cNvPr id="238" name="Ink 237">
                  <a:extLst>
                    <a:ext uri="{FF2B5EF4-FFF2-40B4-BE49-F238E27FC236}">
                      <a16:creationId xmlns:a16="http://schemas.microsoft.com/office/drawing/2014/main" id="{40E5AD6B-E0E5-6EBC-675E-965AFEA4DB5E}"/>
                    </a:ext>
                  </a:extLst>
                </p14:cNvPr>
                <p14:cNvContentPartPr/>
                <p14:nvPr/>
              </p14:nvContentPartPr>
              <p14:xfrm>
                <a:off x="1728353" y="273945"/>
                <a:ext cx="6480" cy="148320"/>
              </p14:xfrm>
            </p:contentPart>
          </mc:Choice>
          <mc:Fallback>
            <p:pic>
              <p:nvPicPr>
                <p:cNvPr id="238" name="Ink 237">
                  <a:extLst>
                    <a:ext uri="{FF2B5EF4-FFF2-40B4-BE49-F238E27FC236}">
                      <a16:creationId xmlns:a16="http://schemas.microsoft.com/office/drawing/2014/main" id="{40E5AD6B-E0E5-6EBC-675E-965AFEA4DB5E}"/>
                    </a:ext>
                  </a:extLst>
                </p:cNvPr>
                <p:cNvPicPr/>
                <p:nvPr/>
              </p:nvPicPr>
              <p:blipFill>
                <a:blip r:embed="rId420"/>
                <a:stretch>
                  <a:fillRect/>
                </a:stretch>
              </p:blipFill>
              <p:spPr>
                <a:xfrm>
                  <a:off x="1722233" y="267825"/>
                  <a:ext cx="1872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421">
              <p14:nvContentPartPr>
                <p14:cNvPr id="239" name="Ink 238">
                  <a:extLst>
                    <a:ext uri="{FF2B5EF4-FFF2-40B4-BE49-F238E27FC236}">
                      <a16:creationId xmlns:a16="http://schemas.microsoft.com/office/drawing/2014/main" id="{00C80BA0-103C-54B8-2C53-EAC3FD8D78D2}"/>
                    </a:ext>
                  </a:extLst>
                </p14:cNvPr>
                <p14:cNvContentPartPr/>
                <p14:nvPr/>
              </p14:nvContentPartPr>
              <p14:xfrm>
                <a:off x="1691633" y="272865"/>
                <a:ext cx="173160" cy="147240"/>
              </p14:xfrm>
            </p:contentPart>
          </mc:Choice>
          <mc:Fallback>
            <p:pic>
              <p:nvPicPr>
                <p:cNvPr id="239" name="Ink 238">
                  <a:extLst>
                    <a:ext uri="{FF2B5EF4-FFF2-40B4-BE49-F238E27FC236}">
                      <a16:creationId xmlns:a16="http://schemas.microsoft.com/office/drawing/2014/main" id="{00C80BA0-103C-54B8-2C53-EAC3FD8D78D2}"/>
                    </a:ext>
                  </a:extLst>
                </p:cNvPr>
                <p:cNvPicPr/>
                <p:nvPr/>
              </p:nvPicPr>
              <p:blipFill>
                <a:blip r:embed="rId422"/>
                <a:stretch>
                  <a:fillRect/>
                </a:stretch>
              </p:blipFill>
              <p:spPr>
                <a:xfrm>
                  <a:off x="1685513" y="266745"/>
                  <a:ext cx="18540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423">
              <p14:nvContentPartPr>
                <p14:cNvPr id="240" name="Ink 239">
                  <a:extLst>
                    <a:ext uri="{FF2B5EF4-FFF2-40B4-BE49-F238E27FC236}">
                      <a16:creationId xmlns:a16="http://schemas.microsoft.com/office/drawing/2014/main" id="{A4137136-EA8F-0D19-1A0D-4EA1C3D2E094}"/>
                    </a:ext>
                  </a:extLst>
                </p14:cNvPr>
                <p14:cNvContentPartPr/>
                <p14:nvPr/>
              </p14:nvContentPartPr>
              <p14:xfrm>
                <a:off x="1885673" y="183225"/>
                <a:ext cx="164520" cy="211320"/>
              </p14:xfrm>
            </p:contentPart>
          </mc:Choice>
          <mc:Fallback>
            <p:pic>
              <p:nvPicPr>
                <p:cNvPr id="240" name="Ink 239">
                  <a:extLst>
                    <a:ext uri="{FF2B5EF4-FFF2-40B4-BE49-F238E27FC236}">
                      <a16:creationId xmlns:a16="http://schemas.microsoft.com/office/drawing/2014/main" id="{A4137136-EA8F-0D19-1A0D-4EA1C3D2E094}"/>
                    </a:ext>
                  </a:extLst>
                </p:cNvPr>
                <p:cNvPicPr/>
                <p:nvPr/>
              </p:nvPicPr>
              <p:blipFill>
                <a:blip r:embed="rId424"/>
                <a:stretch>
                  <a:fillRect/>
                </a:stretch>
              </p:blipFill>
              <p:spPr>
                <a:xfrm>
                  <a:off x="1879553" y="177105"/>
                  <a:ext cx="17676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425">
              <p14:nvContentPartPr>
                <p14:cNvPr id="241" name="Ink 240">
                  <a:extLst>
                    <a:ext uri="{FF2B5EF4-FFF2-40B4-BE49-F238E27FC236}">
                      <a16:creationId xmlns:a16="http://schemas.microsoft.com/office/drawing/2014/main" id="{6392C7FB-9185-BCC7-BEBD-D65129356517}"/>
                    </a:ext>
                  </a:extLst>
                </p14:cNvPr>
                <p14:cNvContentPartPr/>
                <p14:nvPr/>
              </p14:nvContentPartPr>
              <p14:xfrm>
                <a:off x="2107073" y="219585"/>
                <a:ext cx="24120" cy="153720"/>
              </p14:xfrm>
            </p:contentPart>
          </mc:Choice>
          <mc:Fallback>
            <p:pic>
              <p:nvPicPr>
                <p:cNvPr id="241" name="Ink 240">
                  <a:extLst>
                    <a:ext uri="{FF2B5EF4-FFF2-40B4-BE49-F238E27FC236}">
                      <a16:creationId xmlns:a16="http://schemas.microsoft.com/office/drawing/2014/main" id="{6392C7FB-9185-BCC7-BEBD-D65129356517}"/>
                    </a:ext>
                  </a:extLst>
                </p:cNvPr>
                <p:cNvPicPr/>
                <p:nvPr/>
              </p:nvPicPr>
              <p:blipFill>
                <a:blip r:embed="rId426"/>
                <a:stretch>
                  <a:fillRect/>
                </a:stretch>
              </p:blipFill>
              <p:spPr>
                <a:xfrm>
                  <a:off x="2100953" y="213465"/>
                  <a:ext cx="3636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427">
              <p14:nvContentPartPr>
                <p14:cNvPr id="242" name="Ink 241">
                  <a:extLst>
                    <a:ext uri="{FF2B5EF4-FFF2-40B4-BE49-F238E27FC236}">
                      <a16:creationId xmlns:a16="http://schemas.microsoft.com/office/drawing/2014/main" id="{8F55421A-99DB-3A67-D7FE-331D58050679}"/>
                    </a:ext>
                  </a:extLst>
                </p14:cNvPr>
                <p14:cNvContentPartPr/>
                <p14:nvPr/>
              </p14:nvContentPartPr>
              <p14:xfrm>
                <a:off x="2219033" y="188265"/>
                <a:ext cx="135720" cy="179280"/>
              </p14:xfrm>
            </p:contentPart>
          </mc:Choice>
          <mc:Fallback>
            <p:pic>
              <p:nvPicPr>
                <p:cNvPr id="242" name="Ink 241">
                  <a:extLst>
                    <a:ext uri="{FF2B5EF4-FFF2-40B4-BE49-F238E27FC236}">
                      <a16:creationId xmlns:a16="http://schemas.microsoft.com/office/drawing/2014/main" id="{8F55421A-99DB-3A67-D7FE-331D58050679}"/>
                    </a:ext>
                  </a:extLst>
                </p:cNvPr>
                <p:cNvPicPr/>
                <p:nvPr/>
              </p:nvPicPr>
              <p:blipFill>
                <a:blip r:embed="rId428"/>
                <a:stretch>
                  <a:fillRect/>
                </a:stretch>
              </p:blipFill>
              <p:spPr>
                <a:xfrm>
                  <a:off x="2212913" y="182145"/>
                  <a:ext cx="14796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429">
              <p14:nvContentPartPr>
                <p14:cNvPr id="243" name="Ink 242">
                  <a:extLst>
                    <a:ext uri="{FF2B5EF4-FFF2-40B4-BE49-F238E27FC236}">
                      <a16:creationId xmlns:a16="http://schemas.microsoft.com/office/drawing/2014/main" id="{13FAC43C-F452-8294-E236-AF761ACD197A}"/>
                    </a:ext>
                  </a:extLst>
                </p14:cNvPr>
                <p14:cNvContentPartPr/>
                <p14:nvPr/>
              </p14:nvContentPartPr>
              <p14:xfrm>
                <a:off x="2254673" y="259185"/>
                <a:ext cx="71640" cy="35640"/>
              </p14:xfrm>
            </p:contentPart>
          </mc:Choice>
          <mc:Fallback>
            <p:pic>
              <p:nvPicPr>
                <p:cNvPr id="243" name="Ink 242">
                  <a:extLst>
                    <a:ext uri="{FF2B5EF4-FFF2-40B4-BE49-F238E27FC236}">
                      <a16:creationId xmlns:a16="http://schemas.microsoft.com/office/drawing/2014/main" id="{13FAC43C-F452-8294-E236-AF761ACD197A}"/>
                    </a:ext>
                  </a:extLst>
                </p:cNvPr>
                <p:cNvPicPr/>
                <p:nvPr/>
              </p:nvPicPr>
              <p:blipFill>
                <a:blip r:embed="rId430"/>
                <a:stretch>
                  <a:fillRect/>
                </a:stretch>
              </p:blipFill>
              <p:spPr>
                <a:xfrm>
                  <a:off x="2248553" y="253065"/>
                  <a:ext cx="8388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431">
              <p14:nvContentPartPr>
                <p14:cNvPr id="244" name="Ink 243">
                  <a:extLst>
                    <a:ext uri="{FF2B5EF4-FFF2-40B4-BE49-F238E27FC236}">
                      <a16:creationId xmlns:a16="http://schemas.microsoft.com/office/drawing/2014/main" id="{5097434C-1FA1-BE09-A89A-CA8DB3DD9379}"/>
                    </a:ext>
                  </a:extLst>
                </p14:cNvPr>
                <p14:cNvContentPartPr/>
                <p14:nvPr/>
              </p14:nvContentPartPr>
              <p14:xfrm>
                <a:off x="2408033" y="192585"/>
                <a:ext cx="158760" cy="189000"/>
              </p14:xfrm>
            </p:contentPart>
          </mc:Choice>
          <mc:Fallback>
            <p:pic>
              <p:nvPicPr>
                <p:cNvPr id="244" name="Ink 243">
                  <a:extLst>
                    <a:ext uri="{FF2B5EF4-FFF2-40B4-BE49-F238E27FC236}">
                      <a16:creationId xmlns:a16="http://schemas.microsoft.com/office/drawing/2014/main" id="{5097434C-1FA1-BE09-A89A-CA8DB3DD9379}"/>
                    </a:ext>
                  </a:extLst>
                </p:cNvPr>
                <p:cNvPicPr/>
                <p:nvPr/>
              </p:nvPicPr>
              <p:blipFill>
                <a:blip r:embed="rId432"/>
                <a:stretch>
                  <a:fillRect/>
                </a:stretch>
              </p:blipFill>
              <p:spPr>
                <a:xfrm>
                  <a:off x="2401913" y="186465"/>
                  <a:ext cx="17100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433">
              <p14:nvContentPartPr>
                <p14:cNvPr id="245" name="Ink 244">
                  <a:extLst>
                    <a:ext uri="{FF2B5EF4-FFF2-40B4-BE49-F238E27FC236}">
                      <a16:creationId xmlns:a16="http://schemas.microsoft.com/office/drawing/2014/main" id="{FC506A11-5C57-F660-D254-B1F47AA0A399}"/>
                    </a:ext>
                  </a:extLst>
                </p14:cNvPr>
                <p14:cNvContentPartPr/>
                <p14:nvPr/>
              </p14:nvContentPartPr>
              <p14:xfrm>
                <a:off x="2698913" y="75945"/>
                <a:ext cx="235080" cy="446040"/>
              </p14:xfrm>
            </p:contentPart>
          </mc:Choice>
          <mc:Fallback>
            <p:pic>
              <p:nvPicPr>
                <p:cNvPr id="245" name="Ink 244">
                  <a:extLst>
                    <a:ext uri="{FF2B5EF4-FFF2-40B4-BE49-F238E27FC236}">
                      <a16:creationId xmlns:a16="http://schemas.microsoft.com/office/drawing/2014/main" id="{FC506A11-5C57-F660-D254-B1F47AA0A399}"/>
                    </a:ext>
                  </a:extLst>
                </p:cNvPr>
                <p:cNvPicPr/>
                <p:nvPr/>
              </p:nvPicPr>
              <p:blipFill>
                <a:blip r:embed="rId434"/>
                <a:stretch>
                  <a:fillRect/>
                </a:stretch>
              </p:blipFill>
              <p:spPr>
                <a:xfrm>
                  <a:off x="2692793" y="69825"/>
                  <a:ext cx="247320" cy="458280"/>
                </a:xfrm>
                <a:prstGeom prst="rect">
                  <a:avLst/>
                </a:prstGeom>
              </p:spPr>
            </p:pic>
          </mc:Fallback>
        </mc:AlternateContent>
        <mc:AlternateContent xmlns:mc="http://schemas.openxmlformats.org/markup-compatibility/2006">
          <mc:Choice xmlns:p14="http://schemas.microsoft.com/office/powerpoint/2010/main" Requires="p14">
            <p:contentPart p14:bwMode="auto" r:id="rId435">
              <p14:nvContentPartPr>
                <p14:cNvPr id="246" name="Ink 245">
                  <a:extLst>
                    <a:ext uri="{FF2B5EF4-FFF2-40B4-BE49-F238E27FC236}">
                      <a16:creationId xmlns:a16="http://schemas.microsoft.com/office/drawing/2014/main" id="{A527923B-1C60-D236-E46C-70DD8E0FCED0}"/>
                    </a:ext>
                  </a:extLst>
                </p14:cNvPr>
                <p14:cNvContentPartPr/>
                <p14:nvPr/>
              </p14:nvContentPartPr>
              <p14:xfrm>
                <a:off x="2993033" y="236505"/>
                <a:ext cx="31320" cy="164160"/>
              </p14:xfrm>
            </p:contentPart>
          </mc:Choice>
          <mc:Fallback>
            <p:pic>
              <p:nvPicPr>
                <p:cNvPr id="246" name="Ink 245">
                  <a:extLst>
                    <a:ext uri="{FF2B5EF4-FFF2-40B4-BE49-F238E27FC236}">
                      <a16:creationId xmlns:a16="http://schemas.microsoft.com/office/drawing/2014/main" id="{A527923B-1C60-D236-E46C-70DD8E0FCED0}"/>
                    </a:ext>
                  </a:extLst>
                </p:cNvPr>
                <p:cNvPicPr/>
                <p:nvPr/>
              </p:nvPicPr>
              <p:blipFill>
                <a:blip r:embed="rId436"/>
                <a:stretch>
                  <a:fillRect/>
                </a:stretch>
              </p:blipFill>
              <p:spPr>
                <a:xfrm>
                  <a:off x="2986913" y="230385"/>
                  <a:ext cx="4356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437">
              <p14:nvContentPartPr>
                <p14:cNvPr id="247" name="Ink 246">
                  <a:extLst>
                    <a:ext uri="{FF2B5EF4-FFF2-40B4-BE49-F238E27FC236}">
                      <a16:creationId xmlns:a16="http://schemas.microsoft.com/office/drawing/2014/main" id="{604965CF-A114-C4BD-65D8-2300AF1B4015}"/>
                    </a:ext>
                  </a:extLst>
                </p14:cNvPr>
                <p14:cNvContentPartPr/>
                <p14:nvPr/>
              </p14:nvContentPartPr>
              <p14:xfrm>
                <a:off x="2897633" y="188265"/>
                <a:ext cx="204120" cy="62640"/>
              </p14:xfrm>
            </p:contentPart>
          </mc:Choice>
          <mc:Fallback>
            <p:pic>
              <p:nvPicPr>
                <p:cNvPr id="247" name="Ink 246">
                  <a:extLst>
                    <a:ext uri="{FF2B5EF4-FFF2-40B4-BE49-F238E27FC236}">
                      <a16:creationId xmlns:a16="http://schemas.microsoft.com/office/drawing/2014/main" id="{604965CF-A114-C4BD-65D8-2300AF1B4015}"/>
                    </a:ext>
                  </a:extLst>
                </p:cNvPr>
                <p:cNvPicPr/>
                <p:nvPr/>
              </p:nvPicPr>
              <p:blipFill>
                <a:blip r:embed="rId438"/>
                <a:stretch>
                  <a:fillRect/>
                </a:stretch>
              </p:blipFill>
              <p:spPr>
                <a:xfrm>
                  <a:off x="2891513" y="182145"/>
                  <a:ext cx="21636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439">
              <p14:nvContentPartPr>
                <p14:cNvPr id="248" name="Ink 247">
                  <a:extLst>
                    <a:ext uri="{FF2B5EF4-FFF2-40B4-BE49-F238E27FC236}">
                      <a16:creationId xmlns:a16="http://schemas.microsoft.com/office/drawing/2014/main" id="{1B9DDEF6-8C6A-BFEA-BBEB-AE3CE0887C75}"/>
                    </a:ext>
                  </a:extLst>
                </p14:cNvPr>
                <p14:cNvContentPartPr/>
                <p14:nvPr/>
              </p14:nvContentPartPr>
              <p14:xfrm>
                <a:off x="2936873" y="335145"/>
                <a:ext cx="334800" cy="83160"/>
              </p14:xfrm>
            </p:contentPart>
          </mc:Choice>
          <mc:Fallback>
            <p:pic>
              <p:nvPicPr>
                <p:cNvPr id="248" name="Ink 247">
                  <a:extLst>
                    <a:ext uri="{FF2B5EF4-FFF2-40B4-BE49-F238E27FC236}">
                      <a16:creationId xmlns:a16="http://schemas.microsoft.com/office/drawing/2014/main" id="{1B9DDEF6-8C6A-BFEA-BBEB-AE3CE0887C75}"/>
                    </a:ext>
                  </a:extLst>
                </p:cNvPr>
                <p:cNvPicPr/>
                <p:nvPr/>
              </p:nvPicPr>
              <p:blipFill>
                <a:blip r:embed="rId440"/>
                <a:stretch>
                  <a:fillRect/>
                </a:stretch>
              </p:blipFill>
              <p:spPr>
                <a:xfrm>
                  <a:off x="2930753" y="329025"/>
                  <a:ext cx="34704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441">
              <p14:nvContentPartPr>
                <p14:cNvPr id="249" name="Ink 248">
                  <a:extLst>
                    <a:ext uri="{FF2B5EF4-FFF2-40B4-BE49-F238E27FC236}">
                      <a16:creationId xmlns:a16="http://schemas.microsoft.com/office/drawing/2014/main" id="{F637F0F6-8E4F-7E1D-E159-31600DC95BE5}"/>
                    </a:ext>
                  </a:extLst>
                </p14:cNvPr>
                <p14:cNvContentPartPr/>
                <p14:nvPr/>
              </p14:nvContentPartPr>
              <p14:xfrm>
                <a:off x="3283553" y="163785"/>
                <a:ext cx="44280" cy="234000"/>
              </p14:xfrm>
            </p:contentPart>
          </mc:Choice>
          <mc:Fallback>
            <p:pic>
              <p:nvPicPr>
                <p:cNvPr id="249" name="Ink 248">
                  <a:extLst>
                    <a:ext uri="{FF2B5EF4-FFF2-40B4-BE49-F238E27FC236}">
                      <a16:creationId xmlns:a16="http://schemas.microsoft.com/office/drawing/2014/main" id="{F637F0F6-8E4F-7E1D-E159-31600DC95BE5}"/>
                    </a:ext>
                  </a:extLst>
                </p:cNvPr>
                <p:cNvPicPr/>
                <p:nvPr/>
              </p:nvPicPr>
              <p:blipFill>
                <a:blip r:embed="rId442"/>
                <a:stretch>
                  <a:fillRect/>
                </a:stretch>
              </p:blipFill>
              <p:spPr>
                <a:xfrm>
                  <a:off x="3277433" y="157665"/>
                  <a:ext cx="5652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443">
              <p14:nvContentPartPr>
                <p14:cNvPr id="250" name="Ink 249">
                  <a:extLst>
                    <a:ext uri="{FF2B5EF4-FFF2-40B4-BE49-F238E27FC236}">
                      <a16:creationId xmlns:a16="http://schemas.microsoft.com/office/drawing/2014/main" id="{3C939D2E-356F-E511-3231-B80AF72AB455}"/>
                    </a:ext>
                  </a:extLst>
                </p14:cNvPr>
                <p14:cNvContentPartPr/>
                <p14:nvPr/>
              </p14:nvContentPartPr>
              <p14:xfrm>
                <a:off x="3229913" y="241905"/>
                <a:ext cx="126720" cy="3600"/>
              </p14:xfrm>
            </p:contentPart>
          </mc:Choice>
          <mc:Fallback>
            <p:pic>
              <p:nvPicPr>
                <p:cNvPr id="250" name="Ink 249">
                  <a:extLst>
                    <a:ext uri="{FF2B5EF4-FFF2-40B4-BE49-F238E27FC236}">
                      <a16:creationId xmlns:a16="http://schemas.microsoft.com/office/drawing/2014/main" id="{3C939D2E-356F-E511-3231-B80AF72AB455}"/>
                    </a:ext>
                  </a:extLst>
                </p:cNvPr>
                <p:cNvPicPr/>
                <p:nvPr/>
              </p:nvPicPr>
              <p:blipFill>
                <a:blip r:embed="rId444"/>
                <a:stretch>
                  <a:fillRect/>
                </a:stretch>
              </p:blipFill>
              <p:spPr>
                <a:xfrm>
                  <a:off x="3223793" y="235785"/>
                  <a:ext cx="13896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445">
              <p14:nvContentPartPr>
                <p14:cNvPr id="251" name="Ink 250">
                  <a:extLst>
                    <a:ext uri="{FF2B5EF4-FFF2-40B4-BE49-F238E27FC236}">
                      <a16:creationId xmlns:a16="http://schemas.microsoft.com/office/drawing/2014/main" id="{E12D5F6F-5EAA-008E-EAA6-10AE7D504B06}"/>
                    </a:ext>
                  </a:extLst>
                </p14:cNvPr>
                <p14:cNvContentPartPr/>
                <p14:nvPr/>
              </p14:nvContentPartPr>
              <p14:xfrm>
                <a:off x="3333593" y="276105"/>
                <a:ext cx="186120" cy="127080"/>
              </p14:xfrm>
            </p:contentPart>
          </mc:Choice>
          <mc:Fallback>
            <p:pic>
              <p:nvPicPr>
                <p:cNvPr id="251" name="Ink 250">
                  <a:extLst>
                    <a:ext uri="{FF2B5EF4-FFF2-40B4-BE49-F238E27FC236}">
                      <a16:creationId xmlns:a16="http://schemas.microsoft.com/office/drawing/2014/main" id="{E12D5F6F-5EAA-008E-EAA6-10AE7D504B06}"/>
                    </a:ext>
                  </a:extLst>
                </p:cNvPr>
                <p:cNvPicPr/>
                <p:nvPr/>
              </p:nvPicPr>
              <p:blipFill>
                <a:blip r:embed="rId446"/>
                <a:stretch>
                  <a:fillRect/>
                </a:stretch>
              </p:blipFill>
              <p:spPr>
                <a:xfrm>
                  <a:off x="3327473" y="269985"/>
                  <a:ext cx="19836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447">
              <p14:nvContentPartPr>
                <p14:cNvPr id="252" name="Ink 251">
                  <a:extLst>
                    <a:ext uri="{FF2B5EF4-FFF2-40B4-BE49-F238E27FC236}">
                      <a16:creationId xmlns:a16="http://schemas.microsoft.com/office/drawing/2014/main" id="{FF7F4990-1071-B30A-9AAF-16E9882DD86D}"/>
                    </a:ext>
                  </a:extLst>
                </p14:cNvPr>
                <p14:cNvContentPartPr/>
                <p14:nvPr/>
              </p14:nvContentPartPr>
              <p14:xfrm>
                <a:off x="3470393" y="189345"/>
                <a:ext cx="15840" cy="17640"/>
              </p14:xfrm>
            </p:contentPart>
          </mc:Choice>
          <mc:Fallback>
            <p:pic>
              <p:nvPicPr>
                <p:cNvPr id="252" name="Ink 251">
                  <a:extLst>
                    <a:ext uri="{FF2B5EF4-FFF2-40B4-BE49-F238E27FC236}">
                      <a16:creationId xmlns:a16="http://schemas.microsoft.com/office/drawing/2014/main" id="{FF7F4990-1071-B30A-9AAF-16E9882DD86D}"/>
                    </a:ext>
                  </a:extLst>
                </p:cNvPr>
                <p:cNvPicPr/>
                <p:nvPr/>
              </p:nvPicPr>
              <p:blipFill>
                <a:blip r:embed="rId448"/>
                <a:stretch>
                  <a:fillRect/>
                </a:stretch>
              </p:blipFill>
              <p:spPr>
                <a:xfrm>
                  <a:off x="3464273" y="183225"/>
                  <a:ext cx="2808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449">
              <p14:nvContentPartPr>
                <p14:cNvPr id="253" name="Ink 252">
                  <a:extLst>
                    <a:ext uri="{FF2B5EF4-FFF2-40B4-BE49-F238E27FC236}">
                      <a16:creationId xmlns:a16="http://schemas.microsoft.com/office/drawing/2014/main" id="{BC27C2B0-98E1-4D8D-8077-5E0A57A96578}"/>
                    </a:ext>
                  </a:extLst>
                </p14:cNvPr>
                <p14:cNvContentPartPr/>
                <p14:nvPr/>
              </p14:nvContentPartPr>
              <p14:xfrm>
                <a:off x="3470393" y="189345"/>
                <a:ext cx="193320" cy="181440"/>
              </p14:xfrm>
            </p:contentPart>
          </mc:Choice>
          <mc:Fallback>
            <p:pic>
              <p:nvPicPr>
                <p:cNvPr id="253" name="Ink 252">
                  <a:extLst>
                    <a:ext uri="{FF2B5EF4-FFF2-40B4-BE49-F238E27FC236}">
                      <a16:creationId xmlns:a16="http://schemas.microsoft.com/office/drawing/2014/main" id="{BC27C2B0-98E1-4D8D-8077-5E0A57A96578}"/>
                    </a:ext>
                  </a:extLst>
                </p:cNvPr>
                <p:cNvPicPr/>
                <p:nvPr/>
              </p:nvPicPr>
              <p:blipFill>
                <a:blip r:embed="rId450"/>
                <a:stretch>
                  <a:fillRect/>
                </a:stretch>
              </p:blipFill>
              <p:spPr>
                <a:xfrm>
                  <a:off x="3464273" y="183225"/>
                  <a:ext cx="2055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451">
              <p14:nvContentPartPr>
                <p14:cNvPr id="254" name="Ink 253">
                  <a:extLst>
                    <a:ext uri="{FF2B5EF4-FFF2-40B4-BE49-F238E27FC236}">
                      <a16:creationId xmlns:a16="http://schemas.microsoft.com/office/drawing/2014/main" id="{807670E7-ED5B-D886-833D-DE9D49DB5DE4}"/>
                    </a:ext>
                  </a:extLst>
                </p14:cNvPr>
                <p14:cNvContentPartPr/>
                <p14:nvPr/>
              </p14:nvContentPartPr>
              <p14:xfrm>
                <a:off x="3707273" y="249465"/>
                <a:ext cx="108360" cy="102240"/>
              </p14:xfrm>
            </p:contentPart>
          </mc:Choice>
          <mc:Fallback>
            <p:pic>
              <p:nvPicPr>
                <p:cNvPr id="254" name="Ink 253">
                  <a:extLst>
                    <a:ext uri="{FF2B5EF4-FFF2-40B4-BE49-F238E27FC236}">
                      <a16:creationId xmlns:a16="http://schemas.microsoft.com/office/drawing/2014/main" id="{807670E7-ED5B-D886-833D-DE9D49DB5DE4}"/>
                    </a:ext>
                  </a:extLst>
                </p:cNvPr>
                <p:cNvPicPr/>
                <p:nvPr/>
              </p:nvPicPr>
              <p:blipFill>
                <a:blip r:embed="rId452"/>
                <a:stretch>
                  <a:fillRect/>
                </a:stretch>
              </p:blipFill>
              <p:spPr>
                <a:xfrm>
                  <a:off x="3701153" y="243345"/>
                  <a:ext cx="12060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453">
              <p14:nvContentPartPr>
                <p14:cNvPr id="255" name="Ink 254">
                  <a:extLst>
                    <a:ext uri="{FF2B5EF4-FFF2-40B4-BE49-F238E27FC236}">
                      <a16:creationId xmlns:a16="http://schemas.microsoft.com/office/drawing/2014/main" id="{FD9890E5-1C3C-4FC8-784E-89B73FC67EBE}"/>
                    </a:ext>
                  </a:extLst>
                </p14:cNvPr>
                <p14:cNvContentPartPr/>
                <p14:nvPr/>
              </p14:nvContentPartPr>
              <p14:xfrm>
                <a:off x="3884753" y="265665"/>
                <a:ext cx="5040" cy="89280"/>
              </p14:xfrm>
            </p:contentPart>
          </mc:Choice>
          <mc:Fallback>
            <p:pic>
              <p:nvPicPr>
                <p:cNvPr id="255" name="Ink 254">
                  <a:extLst>
                    <a:ext uri="{FF2B5EF4-FFF2-40B4-BE49-F238E27FC236}">
                      <a16:creationId xmlns:a16="http://schemas.microsoft.com/office/drawing/2014/main" id="{FD9890E5-1C3C-4FC8-784E-89B73FC67EBE}"/>
                    </a:ext>
                  </a:extLst>
                </p:cNvPr>
                <p:cNvPicPr/>
                <p:nvPr/>
              </p:nvPicPr>
              <p:blipFill>
                <a:blip r:embed="rId454"/>
                <a:stretch>
                  <a:fillRect/>
                </a:stretch>
              </p:blipFill>
              <p:spPr>
                <a:xfrm>
                  <a:off x="3878633" y="259545"/>
                  <a:ext cx="1728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455">
              <p14:nvContentPartPr>
                <p14:cNvPr id="256" name="Ink 255">
                  <a:extLst>
                    <a:ext uri="{FF2B5EF4-FFF2-40B4-BE49-F238E27FC236}">
                      <a16:creationId xmlns:a16="http://schemas.microsoft.com/office/drawing/2014/main" id="{ACC1D536-CF19-B4B6-DCC0-A65DD179AE51}"/>
                    </a:ext>
                  </a:extLst>
                </p14:cNvPr>
                <p14:cNvContentPartPr/>
                <p14:nvPr/>
              </p14:nvContentPartPr>
              <p14:xfrm>
                <a:off x="3881153" y="193665"/>
                <a:ext cx="13320" cy="5760"/>
              </p14:xfrm>
            </p:contentPart>
          </mc:Choice>
          <mc:Fallback>
            <p:pic>
              <p:nvPicPr>
                <p:cNvPr id="256" name="Ink 255">
                  <a:extLst>
                    <a:ext uri="{FF2B5EF4-FFF2-40B4-BE49-F238E27FC236}">
                      <a16:creationId xmlns:a16="http://schemas.microsoft.com/office/drawing/2014/main" id="{ACC1D536-CF19-B4B6-DCC0-A65DD179AE51}"/>
                    </a:ext>
                  </a:extLst>
                </p:cNvPr>
                <p:cNvPicPr/>
                <p:nvPr/>
              </p:nvPicPr>
              <p:blipFill>
                <a:blip r:embed="rId456"/>
                <a:stretch>
                  <a:fillRect/>
                </a:stretch>
              </p:blipFill>
              <p:spPr>
                <a:xfrm>
                  <a:off x="3875033" y="187545"/>
                  <a:ext cx="255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57">
              <p14:nvContentPartPr>
                <p14:cNvPr id="257" name="Ink 256">
                  <a:extLst>
                    <a:ext uri="{FF2B5EF4-FFF2-40B4-BE49-F238E27FC236}">
                      <a16:creationId xmlns:a16="http://schemas.microsoft.com/office/drawing/2014/main" id="{77AE6DF5-D412-8AB7-C1D6-5E6FB0E3D246}"/>
                    </a:ext>
                  </a:extLst>
                </p14:cNvPr>
                <p14:cNvContentPartPr/>
                <p14:nvPr/>
              </p14:nvContentPartPr>
              <p14:xfrm>
                <a:off x="3936953" y="233265"/>
                <a:ext cx="119520" cy="131400"/>
              </p14:xfrm>
            </p:contentPart>
          </mc:Choice>
          <mc:Fallback>
            <p:pic>
              <p:nvPicPr>
                <p:cNvPr id="257" name="Ink 256">
                  <a:extLst>
                    <a:ext uri="{FF2B5EF4-FFF2-40B4-BE49-F238E27FC236}">
                      <a16:creationId xmlns:a16="http://schemas.microsoft.com/office/drawing/2014/main" id="{77AE6DF5-D412-8AB7-C1D6-5E6FB0E3D246}"/>
                    </a:ext>
                  </a:extLst>
                </p:cNvPr>
                <p:cNvPicPr/>
                <p:nvPr/>
              </p:nvPicPr>
              <p:blipFill>
                <a:blip r:embed="rId458"/>
                <a:stretch>
                  <a:fillRect/>
                </a:stretch>
              </p:blipFill>
              <p:spPr>
                <a:xfrm>
                  <a:off x="3930833" y="227145"/>
                  <a:ext cx="13176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459">
              <p14:nvContentPartPr>
                <p14:cNvPr id="258" name="Ink 257">
                  <a:extLst>
                    <a:ext uri="{FF2B5EF4-FFF2-40B4-BE49-F238E27FC236}">
                      <a16:creationId xmlns:a16="http://schemas.microsoft.com/office/drawing/2014/main" id="{4B4B07CD-8AF0-FEB4-C3A8-E57F5FC8B213}"/>
                    </a:ext>
                  </a:extLst>
                </p14:cNvPr>
                <p14:cNvContentPartPr/>
                <p14:nvPr/>
              </p14:nvContentPartPr>
              <p14:xfrm>
                <a:off x="3985913" y="60825"/>
                <a:ext cx="240840" cy="534960"/>
              </p14:xfrm>
            </p:contentPart>
          </mc:Choice>
          <mc:Fallback>
            <p:pic>
              <p:nvPicPr>
                <p:cNvPr id="258" name="Ink 257">
                  <a:extLst>
                    <a:ext uri="{FF2B5EF4-FFF2-40B4-BE49-F238E27FC236}">
                      <a16:creationId xmlns:a16="http://schemas.microsoft.com/office/drawing/2014/main" id="{4B4B07CD-8AF0-FEB4-C3A8-E57F5FC8B213}"/>
                    </a:ext>
                  </a:extLst>
                </p:cNvPr>
                <p:cNvPicPr/>
                <p:nvPr/>
              </p:nvPicPr>
              <p:blipFill>
                <a:blip r:embed="rId460"/>
                <a:stretch>
                  <a:fillRect/>
                </a:stretch>
              </p:blipFill>
              <p:spPr>
                <a:xfrm>
                  <a:off x="3979793" y="54705"/>
                  <a:ext cx="253080" cy="547200"/>
                </a:xfrm>
                <a:prstGeom prst="rect">
                  <a:avLst/>
                </a:prstGeom>
              </p:spPr>
            </p:pic>
          </mc:Fallback>
        </mc:AlternateContent>
      </p:grpSp>
      <p:grpSp>
        <p:nvGrpSpPr>
          <p:cNvPr id="265" name="Group 264">
            <a:extLst>
              <a:ext uri="{FF2B5EF4-FFF2-40B4-BE49-F238E27FC236}">
                <a16:creationId xmlns:a16="http://schemas.microsoft.com/office/drawing/2014/main" id="{E324AEE0-5C6D-0C14-CA11-4D90F4E224A2}"/>
              </a:ext>
            </a:extLst>
          </p:cNvPr>
          <p:cNvGrpSpPr/>
          <p:nvPr/>
        </p:nvGrpSpPr>
        <p:grpSpPr>
          <a:xfrm>
            <a:off x="356753" y="6444705"/>
            <a:ext cx="1192320" cy="237600"/>
            <a:chOff x="356753" y="6444705"/>
            <a:chExt cx="1192320" cy="237600"/>
          </a:xfrm>
        </p:grpSpPr>
        <mc:AlternateContent xmlns:mc="http://schemas.openxmlformats.org/markup-compatibility/2006">
          <mc:Choice xmlns:p14="http://schemas.microsoft.com/office/powerpoint/2010/main" Requires="p14">
            <p:contentPart p14:bwMode="auto" r:id="rId461">
              <p14:nvContentPartPr>
                <p14:cNvPr id="260" name="Ink 259">
                  <a:extLst>
                    <a:ext uri="{FF2B5EF4-FFF2-40B4-BE49-F238E27FC236}">
                      <a16:creationId xmlns:a16="http://schemas.microsoft.com/office/drawing/2014/main" id="{339FE9A3-1E12-17B9-F65E-438527034E31}"/>
                    </a:ext>
                  </a:extLst>
                </p14:cNvPr>
                <p14:cNvContentPartPr/>
                <p14:nvPr/>
              </p14:nvContentPartPr>
              <p14:xfrm>
                <a:off x="356753" y="6444705"/>
                <a:ext cx="262440" cy="237600"/>
              </p14:xfrm>
            </p:contentPart>
          </mc:Choice>
          <mc:Fallback>
            <p:pic>
              <p:nvPicPr>
                <p:cNvPr id="260" name="Ink 259">
                  <a:extLst>
                    <a:ext uri="{FF2B5EF4-FFF2-40B4-BE49-F238E27FC236}">
                      <a16:creationId xmlns:a16="http://schemas.microsoft.com/office/drawing/2014/main" id="{339FE9A3-1E12-17B9-F65E-438527034E31}"/>
                    </a:ext>
                  </a:extLst>
                </p:cNvPr>
                <p:cNvPicPr/>
                <p:nvPr/>
              </p:nvPicPr>
              <p:blipFill>
                <a:blip r:embed="rId462"/>
                <a:stretch>
                  <a:fillRect/>
                </a:stretch>
              </p:blipFill>
              <p:spPr>
                <a:xfrm>
                  <a:off x="350633" y="6438585"/>
                  <a:ext cx="27468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463">
              <p14:nvContentPartPr>
                <p14:cNvPr id="261" name="Ink 260">
                  <a:extLst>
                    <a:ext uri="{FF2B5EF4-FFF2-40B4-BE49-F238E27FC236}">
                      <a16:creationId xmlns:a16="http://schemas.microsoft.com/office/drawing/2014/main" id="{D570E440-CE1C-8472-4199-6B48C21973FC}"/>
                    </a:ext>
                  </a:extLst>
                </p14:cNvPr>
                <p14:cNvContentPartPr/>
                <p14:nvPr/>
              </p14:nvContentPartPr>
              <p14:xfrm>
                <a:off x="676433" y="6602745"/>
                <a:ext cx="178200" cy="70920"/>
              </p14:xfrm>
            </p:contentPart>
          </mc:Choice>
          <mc:Fallback>
            <p:pic>
              <p:nvPicPr>
                <p:cNvPr id="261" name="Ink 260">
                  <a:extLst>
                    <a:ext uri="{FF2B5EF4-FFF2-40B4-BE49-F238E27FC236}">
                      <a16:creationId xmlns:a16="http://schemas.microsoft.com/office/drawing/2014/main" id="{D570E440-CE1C-8472-4199-6B48C21973FC}"/>
                    </a:ext>
                  </a:extLst>
                </p:cNvPr>
                <p:cNvPicPr/>
                <p:nvPr/>
              </p:nvPicPr>
              <p:blipFill>
                <a:blip r:embed="rId464"/>
                <a:stretch>
                  <a:fillRect/>
                </a:stretch>
              </p:blipFill>
              <p:spPr>
                <a:xfrm>
                  <a:off x="670313" y="6596625"/>
                  <a:ext cx="19044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465">
              <p14:nvContentPartPr>
                <p14:cNvPr id="262" name="Ink 261">
                  <a:extLst>
                    <a:ext uri="{FF2B5EF4-FFF2-40B4-BE49-F238E27FC236}">
                      <a16:creationId xmlns:a16="http://schemas.microsoft.com/office/drawing/2014/main" id="{6698A8C4-6387-1561-D928-2755268CD7AE}"/>
                    </a:ext>
                  </a:extLst>
                </p14:cNvPr>
                <p14:cNvContentPartPr/>
                <p14:nvPr/>
              </p14:nvContentPartPr>
              <p14:xfrm>
                <a:off x="843473" y="6540465"/>
                <a:ext cx="218880" cy="122760"/>
              </p14:xfrm>
            </p:contentPart>
          </mc:Choice>
          <mc:Fallback>
            <p:pic>
              <p:nvPicPr>
                <p:cNvPr id="262" name="Ink 261">
                  <a:extLst>
                    <a:ext uri="{FF2B5EF4-FFF2-40B4-BE49-F238E27FC236}">
                      <a16:creationId xmlns:a16="http://schemas.microsoft.com/office/drawing/2014/main" id="{6698A8C4-6387-1561-D928-2755268CD7AE}"/>
                    </a:ext>
                  </a:extLst>
                </p:cNvPr>
                <p:cNvPicPr/>
                <p:nvPr/>
              </p:nvPicPr>
              <p:blipFill>
                <a:blip r:embed="rId466"/>
                <a:stretch>
                  <a:fillRect/>
                </a:stretch>
              </p:blipFill>
              <p:spPr>
                <a:xfrm>
                  <a:off x="837353" y="6534345"/>
                  <a:ext cx="23112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467">
              <p14:nvContentPartPr>
                <p14:cNvPr id="263" name="Ink 262">
                  <a:extLst>
                    <a:ext uri="{FF2B5EF4-FFF2-40B4-BE49-F238E27FC236}">
                      <a16:creationId xmlns:a16="http://schemas.microsoft.com/office/drawing/2014/main" id="{064F143F-083C-6373-D8C6-285B8723B994}"/>
                    </a:ext>
                  </a:extLst>
                </p14:cNvPr>
                <p14:cNvContentPartPr/>
                <p14:nvPr/>
              </p14:nvContentPartPr>
              <p14:xfrm>
                <a:off x="1109153" y="6518505"/>
                <a:ext cx="219240" cy="116280"/>
              </p14:xfrm>
            </p:contentPart>
          </mc:Choice>
          <mc:Fallback>
            <p:pic>
              <p:nvPicPr>
                <p:cNvPr id="263" name="Ink 262">
                  <a:extLst>
                    <a:ext uri="{FF2B5EF4-FFF2-40B4-BE49-F238E27FC236}">
                      <a16:creationId xmlns:a16="http://schemas.microsoft.com/office/drawing/2014/main" id="{064F143F-083C-6373-D8C6-285B8723B994}"/>
                    </a:ext>
                  </a:extLst>
                </p:cNvPr>
                <p:cNvPicPr/>
                <p:nvPr/>
              </p:nvPicPr>
              <p:blipFill>
                <a:blip r:embed="rId468"/>
                <a:stretch>
                  <a:fillRect/>
                </a:stretch>
              </p:blipFill>
              <p:spPr>
                <a:xfrm>
                  <a:off x="1103033" y="6512385"/>
                  <a:ext cx="23148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469">
              <p14:nvContentPartPr>
                <p14:cNvPr id="264" name="Ink 263">
                  <a:extLst>
                    <a:ext uri="{FF2B5EF4-FFF2-40B4-BE49-F238E27FC236}">
                      <a16:creationId xmlns:a16="http://schemas.microsoft.com/office/drawing/2014/main" id="{C3776756-82F0-A873-AF3A-CE6B4DF76DAB}"/>
                    </a:ext>
                  </a:extLst>
                </p14:cNvPr>
                <p14:cNvContentPartPr/>
                <p14:nvPr/>
              </p14:nvContentPartPr>
              <p14:xfrm>
                <a:off x="1410473" y="6499785"/>
                <a:ext cx="138600" cy="44280"/>
              </p14:xfrm>
            </p:contentPart>
          </mc:Choice>
          <mc:Fallback>
            <p:pic>
              <p:nvPicPr>
                <p:cNvPr id="264" name="Ink 263">
                  <a:extLst>
                    <a:ext uri="{FF2B5EF4-FFF2-40B4-BE49-F238E27FC236}">
                      <a16:creationId xmlns:a16="http://schemas.microsoft.com/office/drawing/2014/main" id="{C3776756-82F0-A873-AF3A-CE6B4DF76DAB}"/>
                    </a:ext>
                  </a:extLst>
                </p:cNvPr>
                <p:cNvPicPr/>
                <p:nvPr/>
              </p:nvPicPr>
              <p:blipFill>
                <a:blip r:embed="rId470"/>
                <a:stretch>
                  <a:fillRect/>
                </a:stretch>
              </p:blipFill>
              <p:spPr>
                <a:xfrm>
                  <a:off x="1404353" y="6493665"/>
                  <a:ext cx="150840" cy="56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71">
            <p14:nvContentPartPr>
              <p14:cNvPr id="266" name="Ink 265">
                <a:extLst>
                  <a:ext uri="{FF2B5EF4-FFF2-40B4-BE49-F238E27FC236}">
                    <a16:creationId xmlns:a16="http://schemas.microsoft.com/office/drawing/2014/main" id="{A45F924A-43C8-1747-BAA5-FF7D483BC7DD}"/>
                  </a:ext>
                </a:extLst>
              </p14:cNvPr>
              <p14:cNvContentPartPr/>
              <p14:nvPr/>
            </p14:nvContentPartPr>
            <p14:xfrm>
              <a:off x="1897553" y="6318345"/>
              <a:ext cx="281160" cy="244080"/>
            </p14:xfrm>
          </p:contentPart>
        </mc:Choice>
        <mc:Fallback>
          <p:pic>
            <p:nvPicPr>
              <p:cNvPr id="266" name="Ink 265">
                <a:extLst>
                  <a:ext uri="{FF2B5EF4-FFF2-40B4-BE49-F238E27FC236}">
                    <a16:creationId xmlns:a16="http://schemas.microsoft.com/office/drawing/2014/main" id="{A45F924A-43C8-1747-BAA5-FF7D483BC7DD}"/>
                  </a:ext>
                </a:extLst>
              </p:cNvPr>
              <p:cNvPicPr/>
              <p:nvPr/>
            </p:nvPicPr>
            <p:blipFill>
              <a:blip r:embed="rId472"/>
              <a:stretch>
                <a:fillRect/>
              </a:stretch>
            </p:blipFill>
            <p:spPr>
              <a:xfrm>
                <a:off x="1891433" y="6312225"/>
                <a:ext cx="29340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473">
            <p14:nvContentPartPr>
              <p14:cNvPr id="267" name="Ink 266">
                <a:extLst>
                  <a:ext uri="{FF2B5EF4-FFF2-40B4-BE49-F238E27FC236}">
                    <a16:creationId xmlns:a16="http://schemas.microsoft.com/office/drawing/2014/main" id="{4E53676C-8ECE-FA29-96C7-4544E1F2E009}"/>
                  </a:ext>
                </a:extLst>
              </p14:cNvPr>
              <p14:cNvContentPartPr/>
              <p14:nvPr/>
            </p14:nvContentPartPr>
            <p14:xfrm>
              <a:off x="2227313" y="6383145"/>
              <a:ext cx="38520" cy="165600"/>
            </p14:xfrm>
          </p:contentPart>
        </mc:Choice>
        <mc:Fallback>
          <p:pic>
            <p:nvPicPr>
              <p:cNvPr id="267" name="Ink 266">
                <a:extLst>
                  <a:ext uri="{FF2B5EF4-FFF2-40B4-BE49-F238E27FC236}">
                    <a16:creationId xmlns:a16="http://schemas.microsoft.com/office/drawing/2014/main" id="{4E53676C-8ECE-FA29-96C7-4544E1F2E009}"/>
                  </a:ext>
                </a:extLst>
              </p:cNvPr>
              <p:cNvPicPr/>
              <p:nvPr/>
            </p:nvPicPr>
            <p:blipFill>
              <a:blip r:embed="rId474"/>
              <a:stretch>
                <a:fillRect/>
              </a:stretch>
            </p:blipFill>
            <p:spPr>
              <a:xfrm>
                <a:off x="2221193" y="6377025"/>
                <a:ext cx="5076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475">
            <p14:nvContentPartPr>
              <p14:cNvPr id="268" name="Ink 267">
                <a:extLst>
                  <a:ext uri="{FF2B5EF4-FFF2-40B4-BE49-F238E27FC236}">
                    <a16:creationId xmlns:a16="http://schemas.microsoft.com/office/drawing/2014/main" id="{9D1F38DE-688A-F7BB-F494-AD5B03D84C93}"/>
                  </a:ext>
                </a:extLst>
              </p14:cNvPr>
              <p14:cNvContentPartPr/>
              <p14:nvPr/>
            </p14:nvContentPartPr>
            <p14:xfrm>
              <a:off x="2222633" y="6326265"/>
              <a:ext cx="143280" cy="55080"/>
            </p14:xfrm>
          </p:contentPart>
        </mc:Choice>
        <mc:Fallback>
          <p:pic>
            <p:nvPicPr>
              <p:cNvPr id="268" name="Ink 267">
                <a:extLst>
                  <a:ext uri="{FF2B5EF4-FFF2-40B4-BE49-F238E27FC236}">
                    <a16:creationId xmlns:a16="http://schemas.microsoft.com/office/drawing/2014/main" id="{9D1F38DE-688A-F7BB-F494-AD5B03D84C93}"/>
                  </a:ext>
                </a:extLst>
              </p:cNvPr>
              <p:cNvPicPr/>
              <p:nvPr/>
            </p:nvPicPr>
            <p:blipFill>
              <a:blip r:embed="rId476"/>
              <a:stretch>
                <a:fillRect/>
              </a:stretch>
            </p:blipFill>
            <p:spPr>
              <a:xfrm>
                <a:off x="2216513" y="6320145"/>
                <a:ext cx="15552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477">
            <p14:nvContentPartPr>
              <p14:cNvPr id="269" name="Ink 268">
                <a:extLst>
                  <a:ext uri="{FF2B5EF4-FFF2-40B4-BE49-F238E27FC236}">
                    <a16:creationId xmlns:a16="http://schemas.microsoft.com/office/drawing/2014/main" id="{2EA9B5D6-74CB-C1E3-EF65-716DCA05E9B4}"/>
                  </a:ext>
                </a:extLst>
              </p14:cNvPr>
              <p14:cNvContentPartPr/>
              <p14:nvPr/>
            </p14:nvContentPartPr>
            <p14:xfrm>
              <a:off x="2212913" y="6423825"/>
              <a:ext cx="149040" cy="52920"/>
            </p14:xfrm>
          </p:contentPart>
        </mc:Choice>
        <mc:Fallback>
          <p:pic>
            <p:nvPicPr>
              <p:cNvPr id="269" name="Ink 268">
                <a:extLst>
                  <a:ext uri="{FF2B5EF4-FFF2-40B4-BE49-F238E27FC236}">
                    <a16:creationId xmlns:a16="http://schemas.microsoft.com/office/drawing/2014/main" id="{2EA9B5D6-74CB-C1E3-EF65-716DCA05E9B4}"/>
                  </a:ext>
                </a:extLst>
              </p:cNvPr>
              <p:cNvPicPr/>
              <p:nvPr/>
            </p:nvPicPr>
            <p:blipFill>
              <a:blip r:embed="rId478"/>
              <a:stretch>
                <a:fillRect/>
              </a:stretch>
            </p:blipFill>
            <p:spPr>
              <a:xfrm>
                <a:off x="2206793" y="6417705"/>
                <a:ext cx="1612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479">
            <p14:nvContentPartPr>
              <p14:cNvPr id="270" name="Ink 269">
                <a:extLst>
                  <a:ext uri="{FF2B5EF4-FFF2-40B4-BE49-F238E27FC236}">
                    <a16:creationId xmlns:a16="http://schemas.microsoft.com/office/drawing/2014/main" id="{F01B2A56-F57F-A777-3068-D6156763BD99}"/>
                  </a:ext>
                </a:extLst>
              </p14:cNvPr>
              <p14:cNvContentPartPr/>
              <p14:nvPr/>
            </p14:nvContentPartPr>
            <p14:xfrm>
              <a:off x="2465633" y="6254625"/>
              <a:ext cx="170640" cy="395640"/>
            </p14:xfrm>
          </p:contentPart>
        </mc:Choice>
        <mc:Fallback>
          <p:pic>
            <p:nvPicPr>
              <p:cNvPr id="270" name="Ink 269">
                <a:extLst>
                  <a:ext uri="{FF2B5EF4-FFF2-40B4-BE49-F238E27FC236}">
                    <a16:creationId xmlns:a16="http://schemas.microsoft.com/office/drawing/2014/main" id="{F01B2A56-F57F-A777-3068-D6156763BD99}"/>
                  </a:ext>
                </a:extLst>
              </p:cNvPr>
              <p:cNvPicPr/>
              <p:nvPr/>
            </p:nvPicPr>
            <p:blipFill>
              <a:blip r:embed="rId480"/>
              <a:stretch>
                <a:fillRect/>
              </a:stretch>
            </p:blipFill>
            <p:spPr>
              <a:xfrm>
                <a:off x="2459513" y="6248505"/>
                <a:ext cx="182880" cy="407880"/>
              </a:xfrm>
              <a:prstGeom prst="rect">
                <a:avLst/>
              </a:prstGeom>
            </p:spPr>
          </p:pic>
        </mc:Fallback>
      </mc:AlternateContent>
      <mc:AlternateContent xmlns:mc="http://schemas.openxmlformats.org/markup-compatibility/2006">
        <mc:Choice xmlns:p14="http://schemas.microsoft.com/office/powerpoint/2010/main" Requires="p14">
          <p:contentPart p14:bwMode="auto" r:id="rId481">
            <p14:nvContentPartPr>
              <p14:cNvPr id="271" name="Ink 270">
                <a:extLst>
                  <a:ext uri="{FF2B5EF4-FFF2-40B4-BE49-F238E27FC236}">
                    <a16:creationId xmlns:a16="http://schemas.microsoft.com/office/drawing/2014/main" id="{52FBBE9F-9CF0-F50A-DB59-1F03F3C887B9}"/>
                  </a:ext>
                </a:extLst>
              </p14:cNvPr>
              <p14:cNvContentPartPr/>
              <p14:nvPr/>
            </p14:nvContentPartPr>
            <p14:xfrm>
              <a:off x="2647793" y="6347505"/>
              <a:ext cx="460800" cy="180000"/>
            </p14:xfrm>
          </p:contentPart>
        </mc:Choice>
        <mc:Fallback>
          <p:pic>
            <p:nvPicPr>
              <p:cNvPr id="271" name="Ink 270">
                <a:extLst>
                  <a:ext uri="{FF2B5EF4-FFF2-40B4-BE49-F238E27FC236}">
                    <a16:creationId xmlns:a16="http://schemas.microsoft.com/office/drawing/2014/main" id="{52FBBE9F-9CF0-F50A-DB59-1F03F3C887B9}"/>
                  </a:ext>
                </a:extLst>
              </p:cNvPr>
              <p:cNvPicPr/>
              <p:nvPr/>
            </p:nvPicPr>
            <p:blipFill>
              <a:blip r:embed="rId482"/>
              <a:stretch>
                <a:fillRect/>
              </a:stretch>
            </p:blipFill>
            <p:spPr>
              <a:xfrm>
                <a:off x="2641673" y="6341385"/>
                <a:ext cx="4730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483">
            <p14:nvContentPartPr>
              <p14:cNvPr id="272" name="Ink 271">
                <a:extLst>
                  <a:ext uri="{FF2B5EF4-FFF2-40B4-BE49-F238E27FC236}">
                    <a16:creationId xmlns:a16="http://schemas.microsoft.com/office/drawing/2014/main" id="{11364D90-A683-D03D-8DE5-FB3D65C6DBF9}"/>
                  </a:ext>
                </a:extLst>
              </p14:cNvPr>
              <p14:cNvContentPartPr/>
              <p14:nvPr/>
            </p14:nvContentPartPr>
            <p14:xfrm>
              <a:off x="3173033" y="6386385"/>
              <a:ext cx="36360" cy="76680"/>
            </p14:xfrm>
          </p:contentPart>
        </mc:Choice>
        <mc:Fallback>
          <p:pic>
            <p:nvPicPr>
              <p:cNvPr id="272" name="Ink 271">
                <a:extLst>
                  <a:ext uri="{FF2B5EF4-FFF2-40B4-BE49-F238E27FC236}">
                    <a16:creationId xmlns:a16="http://schemas.microsoft.com/office/drawing/2014/main" id="{11364D90-A683-D03D-8DE5-FB3D65C6DBF9}"/>
                  </a:ext>
                </a:extLst>
              </p:cNvPr>
              <p:cNvPicPr/>
              <p:nvPr/>
            </p:nvPicPr>
            <p:blipFill>
              <a:blip r:embed="rId484"/>
              <a:stretch>
                <a:fillRect/>
              </a:stretch>
            </p:blipFill>
            <p:spPr>
              <a:xfrm>
                <a:off x="3166913" y="6380265"/>
                <a:ext cx="4860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485">
            <p14:nvContentPartPr>
              <p14:cNvPr id="273" name="Ink 272">
                <a:extLst>
                  <a:ext uri="{FF2B5EF4-FFF2-40B4-BE49-F238E27FC236}">
                    <a16:creationId xmlns:a16="http://schemas.microsoft.com/office/drawing/2014/main" id="{7A9CF2EE-A140-A07C-D956-65E21CD06B8C}"/>
                  </a:ext>
                </a:extLst>
              </p14:cNvPr>
              <p14:cNvContentPartPr/>
              <p14:nvPr/>
            </p14:nvContentPartPr>
            <p14:xfrm>
              <a:off x="3279953" y="6361545"/>
              <a:ext cx="104040" cy="136800"/>
            </p14:xfrm>
          </p:contentPart>
        </mc:Choice>
        <mc:Fallback>
          <p:pic>
            <p:nvPicPr>
              <p:cNvPr id="273" name="Ink 272">
                <a:extLst>
                  <a:ext uri="{FF2B5EF4-FFF2-40B4-BE49-F238E27FC236}">
                    <a16:creationId xmlns:a16="http://schemas.microsoft.com/office/drawing/2014/main" id="{7A9CF2EE-A140-A07C-D956-65E21CD06B8C}"/>
                  </a:ext>
                </a:extLst>
              </p:cNvPr>
              <p:cNvPicPr/>
              <p:nvPr/>
            </p:nvPicPr>
            <p:blipFill>
              <a:blip r:embed="rId486"/>
              <a:stretch>
                <a:fillRect/>
              </a:stretch>
            </p:blipFill>
            <p:spPr>
              <a:xfrm>
                <a:off x="3273833" y="6355425"/>
                <a:ext cx="1162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487">
            <p14:nvContentPartPr>
              <p14:cNvPr id="274" name="Ink 273">
                <a:extLst>
                  <a:ext uri="{FF2B5EF4-FFF2-40B4-BE49-F238E27FC236}">
                    <a16:creationId xmlns:a16="http://schemas.microsoft.com/office/drawing/2014/main" id="{B8701E43-B5AF-64F6-45EF-873151A3C785}"/>
                  </a:ext>
                </a:extLst>
              </p14:cNvPr>
              <p14:cNvContentPartPr/>
              <p14:nvPr/>
            </p14:nvContentPartPr>
            <p14:xfrm>
              <a:off x="3421793" y="6421665"/>
              <a:ext cx="185760" cy="81720"/>
            </p14:xfrm>
          </p:contentPart>
        </mc:Choice>
        <mc:Fallback>
          <p:pic>
            <p:nvPicPr>
              <p:cNvPr id="274" name="Ink 273">
                <a:extLst>
                  <a:ext uri="{FF2B5EF4-FFF2-40B4-BE49-F238E27FC236}">
                    <a16:creationId xmlns:a16="http://schemas.microsoft.com/office/drawing/2014/main" id="{B8701E43-B5AF-64F6-45EF-873151A3C785}"/>
                  </a:ext>
                </a:extLst>
              </p:cNvPr>
              <p:cNvPicPr/>
              <p:nvPr/>
            </p:nvPicPr>
            <p:blipFill>
              <a:blip r:embed="rId488"/>
              <a:stretch>
                <a:fillRect/>
              </a:stretch>
            </p:blipFill>
            <p:spPr>
              <a:xfrm>
                <a:off x="3415673" y="6415545"/>
                <a:ext cx="19800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489">
            <p14:nvContentPartPr>
              <p14:cNvPr id="275" name="Ink 274">
                <a:extLst>
                  <a:ext uri="{FF2B5EF4-FFF2-40B4-BE49-F238E27FC236}">
                    <a16:creationId xmlns:a16="http://schemas.microsoft.com/office/drawing/2014/main" id="{330CAAF9-5651-C791-A5B3-7DD7DBB5757B}"/>
                  </a:ext>
                </a:extLst>
              </p14:cNvPr>
              <p14:cNvContentPartPr/>
              <p14:nvPr/>
            </p14:nvContentPartPr>
            <p14:xfrm>
              <a:off x="3589193" y="6293145"/>
              <a:ext cx="30240" cy="185760"/>
            </p14:xfrm>
          </p:contentPart>
        </mc:Choice>
        <mc:Fallback>
          <p:pic>
            <p:nvPicPr>
              <p:cNvPr id="275" name="Ink 274">
                <a:extLst>
                  <a:ext uri="{FF2B5EF4-FFF2-40B4-BE49-F238E27FC236}">
                    <a16:creationId xmlns:a16="http://schemas.microsoft.com/office/drawing/2014/main" id="{330CAAF9-5651-C791-A5B3-7DD7DBB5757B}"/>
                  </a:ext>
                </a:extLst>
              </p:cNvPr>
              <p:cNvPicPr/>
              <p:nvPr/>
            </p:nvPicPr>
            <p:blipFill>
              <a:blip r:embed="rId490"/>
              <a:stretch>
                <a:fillRect/>
              </a:stretch>
            </p:blipFill>
            <p:spPr>
              <a:xfrm>
                <a:off x="3583073" y="6287025"/>
                <a:ext cx="4248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491">
            <p14:nvContentPartPr>
              <p14:cNvPr id="276" name="Ink 275">
                <a:extLst>
                  <a:ext uri="{FF2B5EF4-FFF2-40B4-BE49-F238E27FC236}">
                    <a16:creationId xmlns:a16="http://schemas.microsoft.com/office/drawing/2014/main" id="{9E5386BD-C7D8-BF46-ADD6-19AD558842FD}"/>
                  </a:ext>
                </a:extLst>
              </p14:cNvPr>
              <p14:cNvContentPartPr/>
              <p14:nvPr/>
            </p14:nvContentPartPr>
            <p14:xfrm>
              <a:off x="3614393" y="6106665"/>
              <a:ext cx="151200" cy="432360"/>
            </p14:xfrm>
          </p:contentPart>
        </mc:Choice>
        <mc:Fallback>
          <p:pic>
            <p:nvPicPr>
              <p:cNvPr id="276" name="Ink 275">
                <a:extLst>
                  <a:ext uri="{FF2B5EF4-FFF2-40B4-BE49-F238E27FC236}">
                    <a16:creationId xmlns:a16="http://schemas.microsoft.com/office/drawing/2014/main" id="{9E5386BD-C7D8-BF46-ADD6-19AD558842FD}"/>
                  </a:ext>
                </a:extLst>
              </p:cNvPr>
              <p:cNvPicPr/>
              <p:nvPr/>
            </p:nvPicPr>
            <p:blipFill>
              <a:blip r:embed="rId492"/>
              <a:stretch>
                <a:fillRect/>
              </a:stretch>
            </p:blipFill>
            <p:spPr>
              <a:xfrm>
                <a:off x="3608273" y="6100545"/>
                <a:ext cx="163440" cy="444600"/>
              </a:xfrm>
              <a:prstGeom prst="rect">
                <a:avLst/>
              </a:prstGeom>
            </p:spPr>
          </p:pic>
        </mc:Fallback>
      </mc:AlternateContent>
      <p:grpSp>
        <p:nvGrpSpPr>
          <p:cNvPr id="310" name="Group 309">
            <a:extLst>
              <a:ext uri="{FF2B5EF4-FFF2-40B4-BE49-F238E27FC236}">
                <a16:creationId xmlns:a16="http://schemas.microsoft.com/office/drawing/2014/main" id="{2215B181-D054-503F-57BF-D97E054EADE4}"/>
              </a:ext>
            </a:extLst>
          </p:cNvPr>
          <p:cNvGrpSpPr/>
          <p:nvPr/>
        </p:nvGrpSpPr>
        <p:grpSpPr>
          <a:xfrm>
            <a:off x="3979793" y="5918025"/>
            <a:ext cx="3835080" cy="772920"/>
            <a:chOff x="3979793" y="5918025"/>
            <a:chExt cx="3835080" cy="772920"/>
          </a:xfrm>
        </p:grpSpPr>
        <mc:AlternateContent xmlns:mc="http://schemas.openxmlformats.org/markup-compatibility/2006">
          <mc:Choice xmlns:p14="http://schemas.microsoft.com/office/powerpoint/2010/main" Requires="p14">
            <p:contentPart p14:bwMode="auto" r:id="rId493">
              <p14:nvContentPartPr>
                <p14:cNvPr id="277" name="Ink 276">
                  <a:extLst>
                    <a:ext uri="{FF2B5EF4-FFF2-40B4-BE49-F238E27FC236}">
                      <a16:creationId xmlns:a16="http://schemas.microsoft.com/office/drawing/2014/main" id="{CFD3A850-E508-5984-4682-4D3FFD3201B7}"/>
                    </a:ext>
                  </a:extLst>
                </p14:cNvPr>
                <p14:cNvContentPartPr/>
                <p14:nvPr/>
              </p14:nvContentPartPr>
              <p14:xfrm>
                <a:off x="3979793" y="6544785"/>
                <a:ext cx="86400" cy="146160"/>
              </p14:xfrm>
            </p:contentPart>
          </mc:Choice>
          <mc:Fallback>
            <p:pic>
              <p:nvPicPr>
                <p:cNvPr id="277" name="Ink 276">
                  <a:extLst>
                    <a:ext uri="{FF2B5EF4-FFF2-40B4-BE49-F238E27FC236}">
                      <a16:creationId xmlns:a16="http://schemas.microsoft.com/office/drawing/2014/main" id="{CFD3A850-E508-5984-4682-4D3FFD3201B7}"/>
                    </a:ext>
                  </a:extLst>
                </p:cNvPr>
                <p:cNvPicPr/>
                <p:nvPr/>
              </p:nvPicPr>
              <p:blipFill>
                <a:blip r:embed="rId494"/>
                <a:stretch>
                  <a:fillRect/>
                </a:stretch>
              </p:blipFill>
              <p:spPr>
                <a:xfrm>
                  <a:off x="3973673" y="6538665"/>
                  <a:ext cx="9864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495">
              <p14:nvContentPartPr>
                <p14:cNvPr id="278" name="Ink 277">
                  <a:extLst>
                    <a:ext uri="{FF2B5EF4-FFF2-40B4-BE49-F238E27FC236}">
                      <a16:creationId xmlns:a16="http://schemas.microsoft.com/office/drawing/2014/main" id="{BFBDB97F-4FA5-ECEE-1B39-F9698F2552C3}"/>
                    </a:ext>
                  </a:extLst>
                </p14:cNvPr>
                <p14:cNvContentPartPr/>
                <p14:nvPr/>
              </p14:nvContentPartPr>
              <p14:xfrm>
                <a:off x="4352753" y="6278025"/>
                <a:ext cx="51480" cy="140760"/>
              </p14:xfrm>
            </p:contentPart>
          </mc:Choice>
          <mc:Fallback>
            <p:pic>
              <p:nvPicPr>
                <p:cNvPr id="278" name="Ink 277">
                  <a:extLst>
                    <a:ext uri="{FF2B5EF4-FFF2-40B4-BE49-F238E27FC236}">
                      <a16:creationId xmlns:a16="http://schemas.microsoft.com/office/drawing/2014/main" id="{BFBDB97F-4FA5-ECEE-1B39-F9698F2552C3}"/>
                    </a:ext>
                  </a:extLst>
                </p:cNvPr>
                <p:cNvPicPr/>
                <p:nvPr/>
              </p:nvPicPr>
              <p:blipFill>
                <a:blip r:embed="rId496"/>
                <a:stretch>
                  <a:fillRect/>
                </a:stretch>
              </p:blipFill>
              <p:spPr>
                <a:xfrm>
                  <a:off x="4346633" y="6271905"/>
                  <a:ext cx="637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497">
              <p14:nvContentPartPr>
                <p14:cNvPr id="279" name="Ink 278">
                  <a:extLst>
                    <a:ext uri="{FF2B5EF4-FFF2-40B4-BE49-F238E27FC236}">
                      <a16:creationId xmlns:a16="http://schemas.microsoft.com/office/drawing/2014/main" id="{C87BEB98-F6CB-3004-64C3-89994AD111E6}"/>
                    </a:ext>
                  </a:extLst>
                </p14:cNvPr>
                <p14:cNvContentPartPr/>
                <p14:nvPr/>
              </p14:nvContentPartPr>
              <p14:xfrm>
                <a:off x="4275353" y="6260025"/>
                <a:ext cx="277560" cy="185760"/>
              </p14:xfrm>
            </p:contentPart>
          </mc:Choice>
          <mc:Fallback>
            <p:pic>
              <p:nvPicPr>
                <p:cNvPr id="279" name="Ink 278">
                  <a:extLst>
                    <a:ext uri="{FF2B5EF4-FFF2-40B4-BE49-F238E27FC236}">
                      <a16:creationId xmlns:a16="http://schemas.microsoft.com/office/drawing/2014/main" id="{C87BEB98-F6CB-3004-64C3-89994AD111E6}"/>
                    </a:ext>
                  </a:extLst>
                </p:cNvPr>
                <p:cNvPicPr/>
                <p:nvPr/>
              </p:nvPicPr>
              <p:blipFill>
                <a:blip r:embed="rId498"/>
                <a:stretch>
                  <a:fillRect/>
                </a:stretch>
              </p:blipFill>
              <p:spPr>
                <a:xfrm>
                  <a:off x="4269233" y="6253905"/>
                  <a:ext cx="28980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499">
              <p14:nvContentPartPr>
                <p14:cNvPr id="280" name="Ink 279">
                  <a:extLst>
                    <a:ext uri="{FF2B5EF4-FFF2-40B4-BE49-F238E27FC236}">
                      <a16:creationId xmlns:a16="http://schemas.microsoft.com/office/drawing/2014/main" id="{CCD4476C-577F-A410-97A9-CBF1FADEA459}"/>
                    </a:ext>
                  </a:extLst>
                </p14:cNvPr>
                <p14:cNvContentPartPr/>
                <p14:nvPr/>
              </p14:nvContentPartPr>
              <p14:xfrm>
                <a:off x="4616993" y="6295305"/>
                <a:ext cx="33840" cy="124560"/>
              </p14:xfrm>
            </p:contentPart>
          </mc:Choice>
          <mc:Fallback>
            <p:pic>
              <p:nvPicPr>
                <p:cNvPr id="280" name="Ink 279">
                  <a:extLst>
                    <a:ext uri="{FF2B5EF4-FFF2-40B4-BE49-F238E27FC236}">
                      <a16:creationId xmlns:a16="http://schemas.microsoft.com/office/drawing/2014/main" id="{CCD4476C-577F-A410-97A9-CBF1FADEA459}"/>
                    </a:ext>
                  </a:extLst>
                </p:cNvPr>
                <p:cNvPicPr/>
                <p:nvPr/>
              </p:nvPicPr>
              <p:blipFill>
                <a:blip r:embed="rId500"/>
                <a:stretch>
                  <a:fillRect/>
                </a:stretch>
              </p:blipFill>
              <p:spPr>
                <a:xfrm>
                  <a:off x="4610873" y="6289185"/>
                  <a:ext cx="4608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501">
              <p14:nvContentPartPr>
                <p14:cNvPr id="281" name="Ink 280">
                  <a:extLst>
                    <a:ext uri="{FF2B5EF4-FFF2-40B4-BE49-F238E27FC236}">
                      <a16:creationId xmlns:a16="http://schemas.microsoft.com/office/drawing/2014/main" id="{A4899632-6C18-CE38-7C2A-7C50C5328989}"/>
                    </a:ext>
                  </a:extLst>
                </p14:cNvPr>
                <p14:cNvContentPartPr/>
                <p14:nvPr/>
              </p14:nvContentPartPr>
              <p14:xfrm>
                <a:off x="4609793" y="6299625"/>
                <a:ext cx="201600" cy="83880"/>
              </p14:xfrm>
            </p:contentPart>
          </mc:Choice>
          <mc:Fallback>
            <p:pic>
              <p:nvPicPr>
                <p:cNvPr id="281" name="Ink 280">
                  <a:extLst>
                    <a:ext uri="{FF2B5EF4-FFF2-40B4-BE49-F238E27FC236}">
                      <a16:creationId xmlns:a16="http://schemas.microsoft.com/office/drawing/2014/main" id="{A4899632-6C18-CE38-7C2A-7C50C5328989}"/>
                    </a:ext>
                  </a:extLst>
                </p:cNvPr>
                <p:cNvPicPr/>
                <p:nvPr/>
              </p:nvPicPr>
              <p:blipFill>
                <a:blip r:embed="rId502"/>
                <a:stretch>
                  <a:fillRect/>
                </a:stretch>
              </p:blipFill>
              <p:spPr>
                <a:xfrm>
                  <a:off x="4603673" y="6293505"/>
                  <a:ext cx="21384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503">
              <p14:nvContentPartPr>
                <p14:cNvPr id="282" name="Ink 281">
                  <a:extLst>
                    <a:ext uri="{FF2B5EF4-FFF2-40B4-BE49-F238E27FC236}">
                      <a16:creationId xmlns:a16="http://schemas.microsoft.com/office/drawing/2014/main" id="{DE41A117-D3D8-009A-3F4F-F0D7D2FDDC1D}"/>
                    </a:ext>
                  </a:extLst>
                </p14:cNvPr>
                <p14:cNvContentPartPr/>
                <p14:nvPr/>
              </p14:nvContentPartPr>
              <p14:xfrm>
                <a:off x="4787273" y="6233025"/>
                <a:ext cx="25200" cy="171720"/>
              </p14:xfrm>
            </p:contentPart>
          </mc:Choice>
          <mc:Fallback>
            <p:pic>
              <p:nvPicPr>
                <p:cNvPr id="282" name="Ink 281">
                  <a:extLst>
                    <a:ext uri="{FF2B5EF4-FFF2-40B4-BE49-F238E27FC236}">
                      <a16:creationId xmlns:a16="http://schemas.microsoft.com/office/drawing/2014/main" id="{DE41A117-D3D8-009A-3F4F-F0D7D2FDDC1D}"/>
                    </a:ext>
                  </a:extLst>
                </p:cNvPr>
                <p:cNvPicPr/>
                <p:nvPr/>
              </p:nvPicPr>
              <p:blipFill>
                <a:blip r:embed="rId504"/>
                <a:stretch>
                  <a:fillRect/>
                </a:stretch>
              </p:blipFill>
              <p:spPr>
                <a:xfrm>
                  <a:off x="4781153" y="6226905"/>
                  <a:ext cx="3744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505">
              <p14:nvContentPartPr>
                <p14:cNvPr id="283" name="Ink 282">
                  <a:extLst>
                    <a:ext uri="{FF2B5EF4-FFF2-40B4-BE49-F238E27FC236}">
                      <a16:creationId xmlns:a16="http://schemas.microsoft.com/office/drawing/2014/main" id="{32547052-97CA-3453-99DE-87EF24E4CB33}"/>
                    </a:ext>
                  </a:extLst>
                </p14:cNvPr>
                <p14:cNvContentPartPr/>
                <p14:nvPr/>
              </p14:nvContentPartPr>
              <p14:xfrm>
                <a:off x="4883753" y="6224745"/>
                <a:ext cx="118080" cy="153360"/>
              </p14:xfrm>
            </p:contentPart>
          </mc:Choice>
          <mc:Fallback>
            <p:pic>
              <p:nvPicPr>
                <p:cNvPr id="283" name="Ink 282">
                  <a:extLst>
                    <a:ext uri="{FF2B5EF4-FFF2-40B4-BE49-F238E27FC236}">
                      <a16:creationId xmlns:a16="http://schemas.microsoft.com/office/drawing/2014/main" id="{32547052-97CA-3453-99DE-87EF24E4CB33}"/>
                    </a:ext>
                  </a:extLst>
                </p:cNvPr>
                <p:cNvPicPr/>
                <p:nvPr/>
              </p:nvPicPr>
              <p:blipFill>
                <a:blip r:embed="rId506"/>
                <a:stretch>
                  <a:fillRect/>
                </a:stretch>
              </p:blipFill>
              <p:spPr>
                <a:xfrm>
                  <a:off x="4877633" y="6218625"/>
                  <a:ext cx="13032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507">
              <p14:nvContentPartPr>
                <p14:cNvPr id="284" name="Ink 283">
                  <a:extLst>
                    <a:ext uri="{FF2B5EF4-FFF2-40B4-BE49-F238E27FC236}">
                      <a16:creationId xmlns:a16="http://schemas.microsoft.com/office/drawing/2014/main" id="{D7FE6888-0470-5BBC-AD58-419F34507E84}"/>
                    </a:ext>
                  </a:extLst>
                </p14:cNvPr>
                <p14:cNvContentPartPr/>
                <p14:nvPr/>
              </p14:nvContentPartPr>
              <p14:xfrm>
                <a:off x="4895633" y="6307185"/>
                <a:ext cx="109800" cy="27000"/>
              </p14:xfrm>
            </p:contentPart>
          </mc:Choice>
          <mc:Fallback>
            <p:pic>
              <p:nvPicPr>
                <p:cNvPr id="284" name="Ink 283">
                  <a:extLst>
                    <a:ext uri="{FF2B5EF4-FFF2-40B4-BE49-F238E27FC236}">
                      <a16:creationId xmlns:a16="http://schemas.microsoft.com/office/drawing/2014/main" id="{D7FE6888-0470-5BBC-AD58-419F34507E84}"/>
                    </a:ext>
                  </a:extLst>
                </p:cNvPr>
                <p:cNvPicPr/>
                <p:nvPr/>
              </p:nvPicPr>
              <p:blipFill>
                <a:blip r:embed="rId508"/>
                <a:stretch>
                  <a:fillRect/>
                </a:stretch>
              </p:blipFill>
              <p:spPr>
                <a:xfrm>
                  <a:off x="4889513" y="6301065"/>
                  <a:ext cx="12204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509">
              <p14:nvContentPartPr>
                <p14:cNvPr id="285" name="Ink 284">
                  <a:extLst>
                    <a:ext uri="{FF2B5EF4-FFF2-40B4-BE49-F238E27FC236}">
                      <a16:creationId xmlns:a16="http://schemas.microsoft.com/office/drawing/2014/main" id="{585C7F59-92F4-BB90-B738-D3B1DD3BFB47}"/>
                    </a:ext>
                  </a:extLst>
                </p14:cNvPr>
                <p14:cNvContentPartPr/>
                <p14:nvPr/>
              </p14:nvContentPartPr>
              <p14:xfrm>
                <a:off x="4189673" y="6285585"/>
                <a:ext cx="1003680" cy="144000"/>
              </p14:xfrm>
            </p:contentPart>
          </mc:Choice>
          <mc:Fallback>
            <p:pic>
              <p:nvPicPr>
                <p:cNvPr id="285" name="Ink 284">
                  <a:extLst>
                    <a:ext uri="{FF2B5EF4-FFF2-40B4-BE49-F238E27FC236}">
                      <a16:creationId xmlns:a16="http://schemas.microsoft.com/office/drawing/2014/main" id="{585C7F59-92F4-BB90-B738-D3B1DD3BFB47}"/>
                    </a:ext>
                  </a:extLst>
                </p:cNvPr>
                <p:cNvPicPr/>
                <p:nvPr/>
              </p:nvPicPr>
              <p:blipFill>
                <a:blip r:embed="rId510"/>
                <a:stretch>
                  <a:fillRect/>
                </a:stretch>
              </p:blipFill>
              <p:spPr>
                <a:xfrm>
                  <a:off x="4183553" y="6279465"/>
                  <a:ext cx="10159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511">
              <p14:nvContentPartPr>
                <p14:cNvPr id="286" name="Ink 285">
                  <a:extLst>
                    <a:ext uri="{FF2B5EF4-FFF2-40B4-BE49-F238E27FC236}">
                      <a16:creationId xmlns:a16="http://schemas.microsoft.com/office/drawing/2014/main" id="{EACD89CC-5D97-F19C-2353-686D6855F798}"/>
                    </a:ext>
                  </a:extLst>
                </p14:cNvPr>
                <p14:cNvContentPartPr/>
                <p14:nvPr/>
              </p14:nvContentPartPr>
              <p14:xfrm>
                <a:off x="5173193" y="6464505"/>
                <a:ext cx="58680" cy="126720"/>
              </p14:xfrm>
            </p:contentPart>
          </mc:Choice>
          <mc:Fallback>
            <p:pic>
              <p:nvPicPr>
                <p:cNvPr id="286" name="Ink 285">
                  <a:extLst>
                    <a:ext uri="{FF2B5EF4-FFF2-40B4-BE49-F238E27FC236}">
                      <a16:creationId xmlns:a16="http://schemas.microsoft.com/office/drawing/2014/main" id="{EACD89CC-5D97-F19C-2353-686D6855F798}"/>
                    </a:ext>
                  </a:extLst>
                </p:cNvPr>
                <p:cNvPicPr/>
                <p:nvPr/>
              </p:nvPicPr>
              <p:blipFill>
                <a:blip r:embed="rId512"/>
                <a:stretch>
                  <a:fillRect/>
                </a:stretch>
              </p:blipFill>
              <p:spPr>
                <a:xfrm>
                  <a:off x="5167073" y="6458385"/>
                  <a:ext cx="7092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513">
              <p14:nvContentPartPr>
                <p14:cNvPr id="287" name="Ink 286">
                  <a:extLst>
                    <a:ext uri="{FF2B5EF4-FFF2-40B4-BE49-F238E27FC236}">
                      <a16:creationId xmlns:a16="http://schemas.microsoft.com/office/drawing/2014/main" id="{CBA97C1D-802D-EF5A-066E-ED191F02ECA9}"/>
                    </a:ext>
                  </a:extLst>
                </p14:cNvPr>
                <p14:cNvContentPartPr/>
                <p14:nvPr/>
              </p14:nvContentPartPr>
              <p14:xfrm>
                <a:off x="5522033" y="6166785"/>
                <a:ext cx="66960" cy="214560"/>
              </p14:xfrm>
            </p:contentPart>
          </mc:Choice>
          <mc:Fallback>
            <p:pic>
              <p:nvPicPr>
                <p:cNvPr id="287" name="Ink 286">
                  <a:extLst>
                    <a:ext uri="{FF2B5EF4-FFF2-40B4-BE49-F238E27FC236}">
                      <a16:creationId xmlns:a16="http://schemas.microsoft.com/office/drawing/2014/main" id="{CBA97C1D-802D-EF5A-066E-ED191F02ECA9}"/>
                    </a:ext>
                  </a:extLst>
                </p:cNvPr>
                <p:cNvPicPr/>
                <p:nvPr/>
              </p:nvPicPr>
              <p:blipFill>
                <a:blip r:embed="rId514"/>
                <a:stretch>
                  <a:fillRect/>
                </a:stretch>
              </p:blipFill>
              <p:spPr>
                <a:xfrm>
                  <a:off x="5515913" y="6160665"/>
                  <a:ext cx="7920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515">
              <p14:nvContentPartPr>
                <p14:cNvPr id="294" name="Ink 293">
                  <a:extLst>
                    <a:ext uri="{FF2B5EF4-FFF2-40B4-BE49-F238E27FC236}">
                      <a16:creationId xmlns:a16="http://schemas.microsoft.com/office/drawing/2014/main" id="{51A14419-B8E5-CB1C-1615-F0B6D6F0B0CB}"/>
                    </a:ext>
                  </a:extLst>
                </p14:cNvPr>
                <p14:cNvContentPartPr/>
                <p14:nvPr/>
              </p14:nvContentPartPr>
              <p14:xfrm>
                <a:off x="5412233" y="6164625"/>
                <a:ext cx="386640" cy="128880"/>
              </p14:xfrm>
            </p:contentPart>
          </mc:Choice>
          <mc:Fallback>
            <p:pic>
              <p:nvPicPr>
                <p:cNvPr id="294" name="Ink 293">
                  <a:extLst>
                    <a:ext uri="{FF2B5EF4-FFF2-40B4-BE49-F238E27FC236}">
                      <a16:creationId xmlns:a16="http://schemas.microsoft.com/office/drawing/2014/main" id="{51A14419-B8E5-CB1C-1615-F0B6D6F0B0CB}"/>
                    </a:ext>
                  </a:extLst>
                </p:cNvPr>
                <p:cNvPicPr/>
                <p:nvPr/>
              </p:nvPicPr>
              <p:blipFill>
                <a:blip r:embed="rId516"/>
                <a:stretch>
                  <a:fillRect/>
                </a:stretch>
              </p:blipFill>
              <p:spPr>
                <a:xfrm>
                  <a:off x="5406113" y="6158505"/>
                  <a:ext cx="3988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517">
              <p14:nvContentPartPr>
                <p14:cNvPr id="295" name="Ink 294">
                  <a:extLst>
                    <a:ext uri="{FF2B5EF4-FFF2-40B4-BE49-F238E27FC236}">
                      <a16:creationId xmlns:a16="http://schemas.microsoft.com/office/drawing/2014/main" id="{5C06DF19-259C-F28C-4503-1B0D9EF56251}"/>
                    </a:ext>
                  </a:extLst>
                </p14:cNvPr>
                <p14:cNvContentPartPr/>
                <p14:nvPr/>
              </p14:nvContentPartPr>
              <p14:xfrm>
                <a:off x="5689793" y="6274425"/>
                <a:ext cx="296280" cy="106920"/>
              </p14:xfrm>
            </p:contentPart>
          </mc:Choice>
          <mc:Fallback>
            <p:pic>
              <p:nvPicPr>
                <p:cNvPr id="295" name="Ink 294">
                  <a:extLst>
                    <a:ext uri="{FF2B5EF4-FFF2-40B4-BE49-F238E27FC236}">
                      <a16:creationId xmlns:a16="http://schemas.microsoft.com/office/drawing/2014/main" id="{5C06DF19-259C-F28C-4503-1B0D9EF56251}"/>
                    </a:ext>
                  </a:extLst>
                </p:cNvPr>
                <p:cNvPicPr/>
                <p:nvPr/>
              </p:nvPicPr>
              <p:blipFill>
                <a:blip r:embed="rId518"/>
                <a:stretch>
                  <a:fillRect/>
                </a:stretch>
              </p:blipFill>
              <p:spPr>
                <a:xfrm>
                  <a:off x="5683673" y="6268305"/>
                  <a:ext cx="30852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519">
              <p14:nvContentPartPr>
                <p14:cNvPr id="296" name="Ink 295">
                  <a:extLst>
                    <a:ext uri="{FF2B5EF4-FFF2-40B4-BE49-F238E27FC236}">
                      <a16:creationId xmlns:a16="http://schemas.microsoft.com/office/drawing/2014/main" id="{4997AE89-148C-A7C8-275D-36CEEC28EC0B}"/>
                    </a:ext>
                  </a:extLst>
                </p14:cNvPr>
                <p14:cNvContentPartPr/>
                <p14:nvPr/>
              </p14:nvContentPartPr>
              <p14:xfrm>
                <a:off x="5980313" y="6171105"/>
                <a:ext cx="46800" cy="174240"/>
              </p14:xfrm>
            </p:contentPart>
          </mc:Choice>
          <mc:Fallback>
            <p:pic>
              <p:nvPicPr>
                <p:cNvPr id="296" name="Ink 295">
                  <a:extLst>
                    <a:ext uri="{FF2B5EF4-FFF2-40B4-BE49-F238E27FC236}">
                      <a16:creationId xmlns:a16="http://schemas.microsoft.com/office/drawing/2014/main" id="{4997AE89-148C-A7C8-275D-36CEEC28EC0B}"/>
                    </a:ext>
                  </a:extLst>
                </p:cNvPr>
                <p:cNvPicPr/>
                <p:nvPr/>
              </p:nvPicPr>
              <p:blipFill>
                <a:blip r:embed="rId520"/>
                <a:stretch>
                  <a:fillRect/>
                </a:stretch>
              </p:blipFill>
              <p:spPr>
                <a:xfrm>
                  <a:off x="5974193" y="6164985"/>
                  <a:ext cx="590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521">
              <p14:nvContentPartPr>
                <p14:cNvPr id="297" name="Ink 296">
                  <a:extLst>
                    <a:ext uri="{FF2B5EF4-FFF2-40B4-BE49-F238E27FC236}">
                      <a16:creationId xmlns:a16="http://schemas.microsoft.com/office/drawing/2014/main" id="{ECFCDD18-A1E0-D355-DD47-5D8AB7B8E1C4}"/>
                    </a:ext>
                  </a:extLst>
                </p14:cNvPr>
                <p14:cNvContentPartPr/>
                <p14:nvPr/>
              </p14:nvContentPartPr>
              <p14:xfrm>
                <a:off x="5955473" y="6216105"/>
                <a:ext cx="136080" cy="19800"/>
              </p14:xfrm>
            </p:contentPart>
          </mc:Choice>
          <mc:Fallback>
            <p:pic>
              <p:nvPicPr>
                <p:cNvPr id="297" name="Ink 296">
                  <a:extLst>
                    <a:ext uri="{FF2B5EF4-FFF2-40B4-BE49-F238E27FC236}">
                      <a16:creationId xmlns:a16="http://schemas.microsoft.com/office/drawing/2014/main" id="{ECFCDD18-A1E0-D355-DD47-5D8AB7B8E1C4}"/>
                    </a:ext>
                  </a:extLst>
                </p:cNvPr>
                <p:cNvPicPr/>
                <p:nvPr/>
              </p:nvPicPr>
              <p:blipFill>
                <a:blip r:embed="rId522"/>
                <a:stretch>
                  <a:fillRect/>
                </a:stretch>
              </p:blipFill>
              <p:spPr>
                <a:xfrm>
                  <a:off x="5949353" y="6209985"/>
                  <a:ext cx="1483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523">
              <p14:nvContentPartPr>
                <p14:cNvPr id="298" name="Ink 297">
                  <a:extLst>
                    <a:ext uri="{FF2B5EF4-FFF2-40B4-BE49-F238E27FC236}">
                      <a16:creationId xmlns:a16="http://schemas.microsoft.com/office/drawing/2014/main" id="{00E23900-0E89-EB73-A8E2-EAB6D38CD967}"/>
                    </a:ext>
                  </a:extLst>
                </p14:cNvPr>
                <p14:cNvContentPartPr/>
                <p14:nvPr/>
              </p14:nvContentPartPr>
              <p14:xfrm>
                <a:off x="6070673" y="6262185"/>
                <a:ext cx="170640" cy="94680"/>
              </p14:xfrm>
            </p:contentPart>
          </mc:Choice>
          <mc:Fallback>
            <p:pic>
              <p:nvPicPr>
                <p:cNvPr id="298" name="Ink 297">
                  <a:extLst>
                    <a:ext uri="{FF2B5EF4-FFF2-40B4-BE49-F238E27FC236}">
                      <a16:creationId xmlns:a16="http://schemas.microsoft.com/office/drawing/2014/main" id="{00E23900-0E89-EB73-A8E2-EAB6D38CD967}"/>
                    </a:ext>
                  </a:extLst>
                </p:cNvPr>
                <p:cNvPicPr/>
                <p:nvPr/>
              </p:nvPicPr>
              <p:blipFill>
                <a:blip r:embed="rId524"/>
                <a:stretch>
                  <a:fillRect/>
                </a:stretch>
              </p:blipFill>
              <p:spPr>
                <a:xfrm>
                  <a:off x="6064553" y="6256065"/>
                  <a:ext cx="1828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525">
              <p14:nvContentPartPr>
                <p14:cNvPr id="299" name="Ink 298">
                  <a:extLst>
                    <a:ext uri="{FF2B5EF4-FFF2-40B4-BE49-F238E27FC236}">
                      <a16:creationId xmlns:a16="http://schemas.microsoft.com/office/drawing/2014/main" id="{EE7D8AC8-9402-7E5E-0D58-6BF54C79E84D}"/>
                    </a:ext>
                  </a:extLst>
                </p14:cNvPr>
                <p14:cNvContentPartPr/>
                <p14:nvPr/>
              </p14:nvContentPartPr>
              <p14:xfrm>
                <a:off x="6205313" y="6197745"/>
                <a:ext cx="360" cy="12240"/>
              </p14:xfrm>
            </p:contentPart>
          </mc:Choice>
          <mc:Fallback>
            <p:pic>
              <p:nvPicPr>
                <p:cNvPr id="299" name="Ink 298">
                  <a:extLst>
                    <a:ext uri="{FF2B5EF4-FFF2-40B4-BE49-F238E27FC236}">
                      <a16:creationId xmlns:a16="http://schemas.microsoft.com/office/drawing/2014/main" id="{EE7D8AC8-9402-7E5E-0D58-6BF54C79E84D}"/>
                    </a:ext>
                  </a:extLst>
                </p:cNvPr>
                <p:cNvPicPr/>
                <p:nvPr/>
              </p:nvPicPr>
              <p:blipFill>
                <a:blip r:embed="rId526"/>
                <a:stretch>
                  <a:fillRect/>
                </a:stretch>
              </p:blipFill>
              <p:spPr>
                <a:xfrm>
                  <a:off x="6199193" y="6191625"/>
                  <a:ext cx="126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527">
              <p14:nvContentPartPr>
                <p14:cNvPr id="300" name="Ink 299">
                  <a:extLst>
                    <a:ext uri="{FF2B5EF4-FFF2-40B4-BE49-F238E27FC236}">
                      <a16:creationId xmlns:a16="http://schemas.microsoft.com/office/drawing/2014/main" id="{FABE347C-9792-C870-90F1-81395CD16E0C}"/>
                    </a:ext>
                  </a:extLst>
                </p14:cNvPr>
                <p14:cNvContentPartPr/>
                <p14:nvPr/>
              </p14:nvContentPartPr>
              <p14:xfrm>
                <a:off x="6205313" y="6197745"/>
                <a:ext cx="186120" cy="147600"/>
              </p14:xfrm>
            </p:contentPart>
          </mc:Choice>
          <mc:Fallback>
            <p:pic>
              <p:nvPicPr>
                <p:cNvPr id="300" name="Ink 299">
                  <a:extLst>
                    <a:ext uri="{FF2B5EF4-FFF2-40B4-BE49-F238E27FC236}">
                      <a16:creationId xmlns:a16="http://schemas.microsoft.com/office/drawing/2014/main" id="{FABE347C-9792-C870-90F1-81395CD16E0C}"/>
                    </a:ext>
                  </a:extLst>
                </p:cNvPr>
                <p:cNvPicPr/>
                <p:nvPr/>
              </p:nvPicPr>
              <p:blipFill>
                <a:blip r:embed="rId528"/>
                <a:stretch>
                  <a:fillRect/>
                </a:stretch>
              </p:blipFill>
              <p:spPr>
                <a:xfrm>
                  <a:off x="6199193" y="6191625"/>
                  <a:ext cx="19836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529">
              <p14:nvContentPartPr>
                <p14:cNvPr id="301" name="Ink 300">
                  <a:extLst>
                    <a:ext uri="{FF2B5EF4-FFF2-40B4-BE49-F238E27FC236}">
                      <a16:creationId xmlns:a16="http://schemas.microsoft.com/office/drawing/2014/main" id="{8BDAAA38-2B94-787C-1032-DA9F0E46275D}"/>
                    </a:ext>
                  </a:extLst>
                </p14:cNvPr>
                <p14:cNvContentPartPr/>
                <p14:nvPr/>
              </p14:nvContentPartPr>
              <p14:xfrm>
                <a:off x="6516353" y="6060585"/>
                <a:ext cx="219240" cy="336600"/>
              </p14:xfrm>
            </p:contentPart>
          </mc:Choice>
          <mc:Fallback>
            <p:pic>
              <p:nvPicPr>
                <p:cNvPr id="301" name="Ink 300">
                  <a:extLst>
                    <a:ext uri="{FF2B5EF4-FFF2-40B4-BE49-F238E27FC236}">
                      <a16:creationId xmlns:a16="http://schemas.microsoft.com/office/drawing/2014/main" id="{8BDAAA38-2B94-787C-1032-DA9F0E46275D}"/>
                    </a:ext>
                  </a:extLst>
                </p:cNvPr>
                <p:cNvPicPr/>
                <p:nvPr/>
              </p:nvPicPr>
              <p:blipFill>
                <a:blip r:embed="rId530"/>
                <a:stretch>
                  <a:fillRect/>
                </a:stretch>
              </p:blipFill>
              <p:spPr>
                <a:xfrm>
                  <a:off x="6510233" y="6054465"/>
                  <a:ext cx="231480" cy="348840"/>
                </a:xfrm>
                <a:prstGeom prst="rect">
                  <a:avLst/>
                </a:prstGeom>
              </p:spPr>
            </p:pic>
          </mc:Fallback>
        </mc:AlternateContent>
        <mc:AlternateContent xmlns:mc="http://schemas.openxmlformats.org/markup-compatibility/2006">
          <mc:Choice xmlns:p14="http://schemas.microsoft.com/office/powerpoint/2010/main" Requires="p14">
            <p:contentPart p14:bwMode="auto" r:id="rId531">
              <p14:nvContentPartPr>
                <p14:cNvPr id="302" name="Ink 301">
                  <a:extLst>
                    <a:ext uri="{FF2B5EF4-FFF2-40B4-BE49-F238E27FC236}">
                      <a16:creationId xmlns:a16="http://schemas.microsoft.com/office/drawing/2014/main" id="{1605466E-A9BB-F230-CEDF-EA689AC91ABF}"/>
                    </a:ext>
                  </a:extLst>
                </p14:cNvPr>
                <p14:cNvContentPartPr/>
                <p14:nvPr/>
              </p14:nvContentPartPr>
              <p14:xfrm>
                <a:off x="6732353" y="6150945"/>
                <a:ext cx="297360" cy="154080"/>
              </p14:xfrm>
            </p:contentPart>
          </mc:Choice>
          <mc:Fallback>
            <p:pic>
              <p:nvPicPr>
                <p:cNvPr id="302" name="Ink 301">
                  <a:extLst>
                    <a:ext uri="{FF2B5EF4-FFF2-40B4-BE49-F238E27FC236}">
                      <a16:creationId xmlns:a16="http://schemas.microsoft.com/office/drawing/2014/main" id="{1605466E-A9BB-F230-CEDF-EA689AC91ABF}"/>
                    </a:ext>
                  </a:extLst>
                </p:cNvPr>
                <p:cNvPicPr/>
                <p:nvPr/>
              </p:nvPicPr>
              <p:blipFill>
                <a:blip r:embed="rId532"/>
                <a:stretch>
                  <a:fillRect/>
                </a:stretch>
              </p:blipFill>
              <p:spPr>
                <a:xfrm>
                  <a:off x="6726233" y="6144825"/>
                  <a:ext cx="30960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533">
              <p14:nvContentPartPr>
                <p14:cNvPr id="303" name="Ink 302">
                  <a:extLst>
                    <a:ext uri="{FF2B5EF4-FFF2-40B4-BE49-F238E27FC236}">
                      <a16:creationId xmlns:a16="http://schemas.microsoft.com/office/drawing/2014/main" id="{03637294-1036-40AC-9DE7-579A3DDEC08C}"/>
                    </a:ext>
                  </a:extLst>
                </p14:cNvPr>
                <p14:cNvContentPartPr/>
                <p14:nvPr/>
              </p14:nvContentPartPr>
              <p14:xfrm>
                <a:off x="7009193" y="6108825"/>
                <a:ext cx="3960" cy="16560"/>
              </p14:xfrm>
            </p:contentPart>
          </mc:Choice>
          <mc:Fallback>
            <p:pic>
              <p:nvPicPr>
                <p:cNvPr id="303" name="Ink 302">
                  <a:extLst>
                    <a:ext uri="{FF2B5EF4-FFF2-40B4-BE49-F238E27FC236}">
                      <a16:creationId xmlns:a16="http://schemas.microsoft.com/office/drawing/2014/main" id="{03637294-1036-40AC-9DE7-579A3DDEC08C}"/>
                    </a:ext>
                  </a:extLst>
                </p:cNvPr>
                <p:cNvPicPr/>
                <p:nvPr/>
              </p:nvPicPr>
              <p:blipFill>
                <a:blip r:embed="rId534"/>
                <a:stretch>
                  <a:fillRect/>
                </a:stretch>
              </p:blipFill>
              <p:spPr>
                <a:xfrm>
                  <a:off x="7003073" y="6102705"/>
                  <a:ext cx="162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35">
              <p14:nvContentPartPr>
                <p14:cNvPr id="304" name="Ink 303">
                  <a:extLst>
                    <a:ext uri="{FF2B5EF4-FFF2-40B4-BE49-F238E27FC236}">
                      <a16:creationId xmlns:a16="http://schemas.microsoft.com/office/drawing/2014/main" id="{EEE85CBF-DAD8-1072-5F71-199B85842FF6}"/>
                    </a:ext>
                  </a:extLst>
                </p14:cNvPr>
                <p14:cNvContentPartPr/>
                <p14:nvPr/>
              </p14:nvContentPartPr>
              <p14:xfrm>
                <a:off x="7066433" y="6173985"/>
                <a:ext cx="96840" cy="102240"/>
              </p14:xfrm>
            </p:contentPart>
          </mc:Choice>
          <mc:Fallback>
            <p:pic>
              <p:nvPicPr>
                <p:cNvPr id="304" name="Ink 303">
                  <a:extLst>
                    <a:ext uri="{FF2B5EF4-FFF2-40B4-BE49-F238E27FC236}">
                      <a16:creationId xmlns:a16="http://schemas.microsoft.com/office/drawing/2014/main" id="{EEE85CBF-DAD8-1072-5F71-199B85842FF6}"/>
                    </a:ext>
                  </a:extLst>
                </p:cNvPr>
                <p:cNvPicPr/>
                <p:nvPr/>
              </p:nvPicPr>
              <p:blipFill>
                <a:blip r:embed="rId536"/>
                <a:stretch>
                  <a:fillRect/>
                </a:stretch>
              </p:blipFill>
              <p:spPr>
                <a:xfrm>
                  <a:off x="7060313" y="6167865"/>
                  <a:ext cx="10908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537">
              <p14:nvContentPartPr>
                <p14:cNvPr id="305" name="Ink 304">
                  <a:extLst>
                    <a:ext uri="{FF2B5EF4-FFF2-40B4-BE49-F238E27FC236}">
                      <a16:creationId xmlns:a16="http://schemas.microsoft.com/office/drawing/2014/main" id="{333B74AE-AFAD-44BE-F062-1EE3631C244A}"/>
                    </a:ext>
                  </a:extLst>
                </p14:cNvPr>
                <p14:cNvContentPartPr/>
                <p14:nvPr/>
              </p14:nvContentPartPr>
              <p14:xfrm>
                <a:off x="7231673" y="6037905"/>
                <a:ext cx="50400" cy="239760"/>
              </p14:xfrm>
            </p:contentPart>
          </mc:Choice>
          <mc:Fallback>
            <p:pic>
              <p:nvPicPr>
                <p:cNvPr id="305" name="Ink 304">
                  <a:extLst>
                    <a:ext uri="{FF2B5EF4-FFF2-40B4-BE49-F238E27FC236}">
                      <a16:creationId xmlns:a16="http://schemas.microsoft.com/office/drawing/2014/main" id="{333B74AE-AFAD-44BE-F062-1EE3631C244A}"/>
                    </a:ext>
                  </a:extLst>
                </p:cNvPr>
                <p:cNvPicPr/>
                <p:nvPr/>
              </p:nvPicPr>
              <p:blipFill>
                <a:blip r:embed="rId538"/>
                <a:stretch>
                  <a:fillRect/>
                </a:stretch>
              </p:blipFill>
              <p:spPr>
                <a:xfrm>
                  <a:off x="7225553" y="6031785"/>
                  <a:ext cx="626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539">
              <p14:nvContentPartPr>
                <p14:cNvPr id="306" name="Ink 305">
                  <a:extLst>
                    <a:ext uri="{FF2B5EF4-FFF2-40B4-BE49-F238E27FC236}">
                      <a16:creationId xmlns:a16="http://schemas.microsoft.com/office/drawing/2014/main" id="{D2D8447C-7442-E763-6523-60BB70B192D4}"/>
                    </a:ext>
                  </a:extLst>
                </p14:cNvPr>
                <p14:cNvContentPartPr/>
                <p14:nvPr/>
              </p14:nvContentPartPr>
              <p14:xfrm>
                <a:off x="7196033" y="6190185"/>
                <a:ext cx="226800" cy="100080"/>
              </p14:xfrm>
            </p:contentPart>
          </mc:Choice>
          <mc:Fallback>
            <p:pic>
              <p:nvPicPr>
                <p:cNvPr id="306" name="Ink 305">
                  <a:extLst>
                    <a:ext uri="{FF2B5EF4-FFF2-40B4-BE49-F238E27FC236}">
                      <a16:creationId xmlns:a16="http://schemas.microsoft.com/office/drawing/2014/main" id="{D2D8447C-7442-E763-6523-60BB70B192D4}"/>
                    </a:ext>
                  </a:extLst>
                </p:cNvPr>
                <p:cNvPicPr/>
                <p:nvPr/>
              </p:nvPicPr>
              <p:blipFill>
                <a:blip r:embed="rId540"/>
                <a:stretch>
                  <a:fillRect/>
                </a:stretch>
              </p:blipFill>
              <p:spPr>
                <a:xfrm>
                  <a:off x="7189913" y="6184065"/>
                  <a:ext cx="2390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541">
              <p14:nvContentPartPr>
                <p14:cNvPr id="307" name="Ink 306">
                  <a:extLst>
                    <a:ext uri="{FF2B5EF4-FFF2-40B4-BE49-F238E27FC236}">
                      <a16:creationId xmlns:a16="http://schemas.microsoft.com/office/drawing/2014/main" id="{877A3670-95F4-4CE4-B622-708FF4C16115}"/>
                    </a:ext>
                  </a:extLst>
                </p14:cNvPr>
                <p14:cNvContentPartPr/>
                <p14:nvPr/>
              </p14:nvContentPartPr>
              <p14:xfrm>
                <a:off x="7422113" y="6116385"/>
                <a:ext cx="68400" cy="138600"/>
              </p14:xfrm>
            </p:contentPart>
          </mc:Choice>
          <mc:Fallback>
            <p:pic>
              <p:nvPicPr>
                <p:cNvPr id="307" name="Ink 306">
                  <a:extLst>
                    <a:ext uri="{FF2B5EF4-FFF2-40B4-BE49-F238E27FC236}">
                      <a16:creationId xmlns:a16="http://schemas.microsoft.com/office/drawing/2014/main" id="{877A3670-95F4-4CE4-B622-708FF4C16115}"/>
                    </a:ext>
                  </a:extLst>
                </p:cNvPr>
                <p:cNvPicPr/>
                <p:nvPr/>
              </p:nvPicPr>
              <p:blipFill>
                <a:blip r:embed="rId542"/>
                <a:stretch>
                  <a:fillRect/>
                </a:stretch>
              </p:blipFill>
              <p:spPr>
                <a:xfrm>
                  <a:off x="7415993" y="6110265"/>
                  <a:ext cx="8064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543">
              <p14:nvContentPartPr>
                <p14:cNvPr id="308" name="Ink 307">
                  <a:extLst>
                    <a:ext uri="{FF2B5EF4-FFF2-40B4-BE49-F238E27FC236}">
                      <a16:creationId xmlns:a16="http://schemas.microsoft.com/office/drawing/2014/main" id="{E9061026-38DD-A771-48C5-EAA740D31F7D}"/>
                    </a:ext>
                  </a:extLst>
                </p14:cNvPr>
                <p14:cNvContentPartPr/>
                <p14:nvPr/>
              </p14:nvContentPartPr>
              <p14:xfrm>
                <a:off x="7547393" y="6063465"/>
                <a:ext cx="119520" cy="191520"/>
              </p14:xfrm>
            </p:contentPart>
          </mc:Choice>
          <mc:Fallback>
            <p:pic>
              <p:nvPicPr>
                <p:cNvPr id="308" name="Ink 307">
                  <a:extLst>
                    <a:ext uri="{FF2B5EF4-FFF2-40B4-BE49-F238E27FC236}">
                      <a16:creationId xmlns:a16="http://schemas.microsoft.com/office/drawing/2014/main" id="{E9061026-38DD-A771-48C5-EAA740D31F7D}"/>
                    </a:ext>
                  </a:extLst>
                </p:cNvPr>
                <p:cNvPicPr/>
                <p:nvPr/>
              </p:nvPicPr>
              <p:blipFill>
                <a:blip r:embed="rId544"/>
                <a:stretch>
                  <a:fillRect/>
                </a:stretch>
              </p:blipFill>
              <p:spPr>
                <a:xfrm>
                  <a:off x="7540913" y="6057345"/>
                  <a:ext cx="13176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545">
              <p14:nvContentPartPr>
                <p14:cNvPr id="309" name="Ink 308">
                  <a:extLst>
                    <a:ext uri="{FF2B5EF4-FFF2-40B4-BE49-F238E27FC236}">
                      <a16:creationId xmlns:a16="http://schemas.microsoft.com/office/drawing/2014/main" id="{E1ECF64A-C077-78F1-9A98-2C80BE6A53CE}"/>
                    </a:ext>
                  </a:extLst>
                </p14:cNvPr>
                <p14:cNvContentPartPr/>
                <p14:nvPr/>
              </p14:nvContentPartPr>
              <p14:xfrm>
                <a:off x="7492313" y="5918025"/>
                <a:ext cx="322560" cy="579960"/>
              </p14:xfrm>
            </p:contentPart>
          </mc:Choice>
          <mc:Fallback>
            <p:pic>
              <p:nvPicPr>
                <p:cNvPr id="309" name="Ink 308">
                  <a:extLst>
                    <a:ext uri="{FF2B5EF4-FFF2-40B4-BE49-F238E27FC236}">
                      <a16:creationId xmlns:a16="http://schemas.microsoft.com/office/drawing/2014/main" id="{E1ECF64A-C077-78F1-9A98-2C80BE6A53CE}"/>
                    </a:ext>
                  </a:extLst>
                </p:cNvPr>
                <p:cNvPicPr/>
                <p:nvPr/>
              </p:nvPicPr>
              <p:blipFill>
                <a:blip r:embed="rId546"/>
                <a:stretch>
                  <a:fillRect/>
                </a:stretch>
              </p:blipFill>
              <p:spPr>
                <a:xfrm>
                  <a:off x="7486193" y="5911905"/>
                  <a:ext cx="334800" cy="592200"/>
                </a:xfrm>
                <a:prstGeom prst="rect">
                  <a:avLst/>
                </a:prstGeom>
              </p:spPr>
            </p:pic>
          </mc:Fallback>
        </mc:AlternateContent>
      </p:grpSp>
    </p:spTree>
    <p:extLst>
      <p:ext uri="{BB962C8B-B14F-4D97-AF65-F5344CB8AC3E}">
        <p14:creationId xmlns:p14="http://schemas.microsoft.com/office/powerpoint/2010/main" val="98168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9E9CE07-686C-BA6B-D972-1F51FE935E80}"/>
              </a:ext>
            </a:extLst>
          </p:cNvPr>
          <p:cNvGrpSpPr/>
          <p:nvPr/>
        </p:nvGrpSpPr>
        <p:grpSpPr>
          <a:xfrm>
            <a:off x="3567593" y="571305"/>
            <a:ext cx="5324040" cy="4791960"/>
            <a:chOff x="3567593" y="571305"/>
            <a:chExt cx="5324040" cy="479196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8BD74DB-1CB0-6CAC-5FF6-4AA1196F74EF}"/>
                    </a:ext>
                  </a:extLst>
                </p14:cNvPr>
                <p14:cNvContentPartPr/>
                <p14:nvPr/>
              </p14:nvContentPartPr>
              <p14:xfrm>
                <a:off x="3567593" y="1907265"/>
                <a:ext cx="5324040" cy="3456000"/>
              </p14:xfrm>
            </p:contentPart>
          </mc:Choice>
          <mc:Fallback>
            <p:pic>
              <p:nvPicPr>
                <p:cNvPr id="2" name="Ink 1">
                  <a:extLst>
                    <a:ext uri="{FF2B5EF4-FFF2-40B4-BE49-F238E27FC236}">
                      <a16:creationId xmlns:a16="http://schemas.microsoft.com/office/drawing/2014/main" id="{88BD74DB-1CB0-6CAC-5FF6-4AA1196F74EF}"/>
                    </a:ext>
                  </a:extLst>
                </p:cNvPr>
                <p:cNvPicPr/>
                <p:nvPr/>
              </p:nvPicPr>
              <p:blipFill>
                <a:blip r:embed="rId3"/>
                <a:stretch>
                  <a:fillRect/>
                </a:stretch>
              </p:blipFill>
              <p:spPr>
                <a:xfrm>
                  <a:off x="3558953" y="1898265"/>
                  <a:ext cx="5341680" cy="34736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9FE3C3E-A98F-C28A-9FB2-E8C19716B1C0}"/>
                    </a:ext>
                  </a:extLst>
                </p14:cNvPr>
                <p14:cNvContentPartPr/>
                <p14:nvPr/>
              </p14:nvContentPartPr>
              <p14:xfrm>
                <a:off x="3646793" y="571305"/>
                <a:ext cx="1191600" cy="967680"/>
              </p14:xfrm>
            </p:contentPart>
          </mc:Choice>
          <mc:Fallback>
            <p:pic>
              <p:nvPicPr>
                <p:cNvPr id="3" name="Ink 2">
                  <a:extLst>
                    <a:ext uri="{FF2B5EF4-FFF2-40B4-BE49-F238E27FC236}">
                      <a16:creationId xmlns:a16="http://schemas.microsoft.com/office/drawing/2014/main" id="{59FE3C3E-A98F-C28A-9FB2-E8C19716B1C0}"/>
                    </a:ext>
                  </a:extLst>
                </p:cNvPr>
                <p:cNvPicPr/>
                <p:nvPr/>
              </p:nvPicPr>
              <p:blipFill>
                <a:blip r:embed="rId5"/>
                <a:stretch>
                  <a:fillRect/>
                </a:stretch>
              </p:blipFill>
              <p:spPr>
                <a:xfrm>
                  <a:off x="3637793" y="562665"/>
                  <a:ext cx="1209240" cy="985320"/>
                </a:xfrm>
                <a:prstGeom prst="rect">
                  <a:avLst/>
                </a:prstGeom>
              </p:spPr>
            </p:pic>
          </mc:Fallback>
        </mc:AlternateContent>
      </p:grpSp>
      <p:grpSp>
        <p:nvGrpSpPr>
          <p:cNvPr id="19" name="Group 18">
            <a:extLst>
              <a:ext uri="{FF2B5EF4-FFF2-40B4-BE49-F238E27FC236}">
                <a16:creationId xmlns:a16="http://schemas.microsoft.com/office/drawing/2014/main" id="{DE830206-DA86-300D-F53F-BC97C7BDB222}"/>
              </a:ext>
            </a:extLst>
          </p:cNvPr>
          <p:cNvGrpSpPr/>
          <p:nvPr/>
        </p:nvGrpSpPr>
        <p:grpSpPr>
          <a:xfrm>
            <a:off x="5005073" y="186105"/>
            <a:ext cx="2214000" cy="655560"/>
            <a:chOff x="5005073" y="186105"/>
            <a:chExt cx="2214000" cy="655560"/>
          </a:xfrm>
        </p:grpSpPr>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F5EB07EE-BEEF-CDEC-1027-BE9AF617B83F}"/>
                    </a:ext>
                  </a:extLst>
                </p14:cNvPr>
                <p14:cNvContentPartPr/>
                <p14:nvPr/>
              </p14:nvContentPartPr>
              <p14:xfrm>
                <a:off x="5114513" y="628905"/>
                <a:ext cx="36360" cy="212760"/>
              </p14:xfrm>
            </p:contentPart>
          </mc:Choice>
          <mc:Fallback>
            <p:pic>
              <p:nvPicPr>
                <p:cNvPr id="5" name="Ink 4">
                  <a:extLst>
                    <a:ext uri="{FF2B5EF4-FFF2-40B4-BE49-F238E27FC236}">
                      <a16:creationId xmlns:a16="http://schemas.microsoft.com/office/drawing/2014/main" id="{F5EB07EE-BEEF-CDEC-1027-BE9AF617B83F}"/>
                    </a:ext>
                  </a:extLst>
                </p:cNvPr>
                <p:cNvPicPr/>
                <p:nvPr/>
              </p:nvPicPr>
              <p:blipFill>
                <a:blip r:embed="rId7"/>
                <a:stretch>
                  <a:fillRect/>
                </a:stretch>
              </p:blipFill>
              <p:spPr>
                <a:xfrm>
                  <a:off x="5105513" y="619905"/>
                  <a:ext cx="5400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CEAFB4AD-5968-FCB5-EA46-D41802427DB6}"/>
                    </a:ext>
                  </a:extLst>
                </p14:cNvPr>
                <p14:cNvContentPartPr/>
                <p14:nvPr/>
              </p14:nvContentPartPr>
              <p14:xfrm>
                <a:off x="5005073" y="605145"/>
                <a:ext cx="241920" cy="61560"/>
              </p14:xfrm>
            </p:contentPart>
          </mc:Choice>
          <mc:Fallback>
            <p:pic>
              <p:nvPicPr>
                <p:cNvPr id="6" name="Ink 5">
                  <a:extLst>
                    <a:ext uri="{FF2B5EF4-FFF2-40B4-BE49-F238E27FC236}">
                      <a16:creationId xmlns:a16="http://schemas.microsoft.com/office/drawing/2014/main" id="{CEAFB4AD-5968-FCB5-EA46-D41802427DB6}"/>
                    </a:ext>
                  </a:extLst>
                </p:cNvPr>
                <p:cNvPicPr/>
                <p:nvPr/>
              </p:nvPicPr>
              <p:blipFill>
                <a:blip r:embed="rId9"/>
                <a:stretch>
                  <a:fillRect/>
                </a:stretch>
              </p:blipFill>
              <p:spPr>
                <a:xfrm>
                  <a:off x="4996433" y="596505"/>
                  <a:ext cx="25956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0426D8FE-25BE-4E49-2392-203D8005DDA3}"/>
                    </a:ext>
                  </a:extLst>
                </p14:cNvPr>
                <p14:cNvContentPartPr/>
                <p14:nvPr/>
              </p14:nvContentPartPr>
              <p14:xfrm>
                <a:off x="5297033" y="727545"/>
                <a:ext cx="131400" cy="38880"/>
              </p14:xfrm>
            </p:contentPart>
          </mc:Choice>
          <mc:Fallback>
            <p:pic>
              <p:nvPicPr>
                <p:cNvPr id="7" name="Ink 6">
                  <a:extLst>
                    <a:ext uri="{FF2B5EF4-FFF2-40B4-BE49-F238E27FC236}">
                      <a16:creationId xmlns:a16="http://schemas.microsoft.com/office/drawing/2014/main" id="{0426D8FE-25BE-4E49-2392-203D8005DDA3}"/>
                    </a:ext>
                  </a:extLst>
                </p:cNvPr>
                <p:cNvPicPr/>
                <p:nvPr/>
              </p:nvPicPr>
              <p:blipFill>
                <a:blip r:embed="rId11"/>
                <a:stretch>
                  <a:fillRect/>
                </a:stretch>
              </p:blipFill>
              <p:spPr>
                <a:xfrm>
                  <a:off x="5288033" y="718545"/>
                  <a:ext cx="1490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85471086-13FE-2388-7968-10D3230BD1BC}"/>
                    </a:ext>
                  </a:extLst>
                </p14:cNvPr>
                <p14:cNvContentPartPr/>
                <p14:nvPr/>
              </p14:nvContentPartPr>
              <p14:xfrm>
                <a:off x="5543633" y="522705"/>
                <a:ext cx="53640" cy="187920"/>
              </p14:xfrm>
            </p:contentPart>
          </mc:Choice>
          <mc:Fallback>
            <p:pic>
              <p:nvPicPr>
                <p:cNvPr id="8" name="Ink 7">
                  <a:extLst>
                    <a:ext uri="{FF2B5EF4-FFF2-40B4-BE49-F238E27FC236}">
                      <a16:creationId xmlns:a16="http://schemas.microsoft.com/office/drawing/2014/main" id="{85471086-13FE-2388-7968-10D3230BD1BC}"/>
                    </a:ext>
                  </a:extLst>
                </p:cNvPr>
                <p:cNvPicPr/>
                <p:nvPr/>
              </p:nvPicPr>
              <p:blipFill>
                <a:blip r:embed="rId13"/>
                <a:stretch>
                  <a:fillRect/>
                </a:stretch>
              </p:blipFill>
              <p:spPr>
                <a:xfrm>
                  <a:off x="5534633" y="514065"/>
                  <a:ext cx="7128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FEBDE8C6-7BC5-E87C-557D-116FE09D9919}"/>
                    </a:ext>
                  </a:extLst>
                </p14:cNvPr>
                <p14:cNvContentPartPr/>
                <p14:nvPr/>
              </p14:nvContentPartPr>
              <p14:xfrm>
                <a:off x="5652353" y="579585"/>
                <a:ext cx="112680" cy="232560"/>
              </p14:xfrm>
            </p:contentPart>
          </mc:Choice>
          <mc:Fallback>
            <p:pic>
              <p:nvPicPr>
                <p:cNvPr id="9" name="Ink 8">
                  <a:extLst>
                    <a:ext uri="{FF2B5EF4-FFF2-40B4-BE49-F238E27FC236}">
                      <a16:creationId xmlns:a16="http://schemas.microsoft.com/office/drawing/2014/main" id="{FEBDE8C6-7BC5-E87C-557D-116FE09D9919}"/>
                    </a:ext>
                  </a:extLst>
                </p:cNvPr>
                <p:cNvPicPr/>
                <p:nvPr/>
              </p:nvPicPr>
              <p:blipFill>
                <a:blip r:embed="rId15"/>
                <a:stretch>
                  <a:fillRect/>
                </a:stretch>
              </p:blipFill>
              <p:spPr>
                <a:xfrm>
                  <a:off x="5643713" y="570945"/>
                  <a:ext cx="13032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DE3A821E-F929-A5B5-EABC-1258F2CD3F99}"/>
                    </a:ext>
                  </a:extLst>
                </p14:cNvPr>
                <p14:cNvContentPartPr/>
                <p14:nvPr/>
              </p14:nvContentPartPr>
              <p14:xfrm>
                <a:off x="5850353" y="519105"/>
                <a:ext cx="200520" cy="133200"/>
              </p14:xfrm>
            </p:contentPart>
          </mc:Choice>
          <mc:Fallback>
            <p:pic>
              <p:nvPicPr>
                <p:cNvPr id="10" name="Ink 9">
                  <a:extLst>
                    <a:ext uri="{FF2B5EF4-FFF2-40B4-BE49-F238E27FC236}">
                      <a16:creationId xmlns:a16="http://schemas.microsoft.com/office/drawing/2014/main" id="{DE3A821E-F929-A5B5-EABC-1258F2CD3F99}"/>
                    </a:ext>
                  </a:extLst>
                </p:cNvPr>
                <p:cNvPicPr/>
                <p:nvPr/>
              </p:nvPicPr>
              <p:blipFill>
                <a:blip r:embed="rId17"/>
                <a:stretch>
                  <a:fillRect/>
                </a:stretch>
              </p:blipFill>
              <p:spPr>
                <a:xfrm>
                  <a:off x="5841713" y="510105"/>
                  <a:ext cx="21816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29BF19CF-E922-A771-CB92-EBE93F292BFD}"/>
                    </a:ext>
                  </a:extLst>
                </p14:cNvPr>
                <p14:cNvContentPartPr/>
                <p14:nvPr/>
              </p14:nvContentPartPr>
              <p14:xfrm>
                <a:off x="6109913" y="500385"/>
                <a:ext cx="65880" cy="251280"/>
              </p14:xfrm>
            </p:contentPart>
          </mc:Choice>
          <mc:Fallback>
            <p:pic>
              <p:nvPicPr>
                <p:cNvPr id="11" name="Ink 10">
                  <a:extLst>
                    <a:ext uri="{FF2B5EF4-FFF2-40B4-BE49-F238E27FC236}">
                      <a16:creationId xmlns:a16="http://schemas.microsoft.com/office/drawing/2014/main" id="{29BF19CF-E922-A771-CB92-EBE93F292BFD}"/>
                    </a:ext>
                  </a:extLst>
                </p:cNvPr>
                <p:cNvPicPr/>
                <p:nvPr/>
              </p:nvPicPr>
              <p:blipFill>
                <a:blip r:embed="rId19"/>
                <a:stretch>
                  <a:fillRect/>
                </a:stretch>
              </p:blipFill>
              <p:spPr>
                <a:xfrm>
                  <a:off x="6101273" y="491385"/>
                  <a:ext cx="8352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2F7CE3A1-098C-3A76-78F6-6F8380084325}"/>
                    </a:ext>
                  </a:extLst>
                </p14:cNvPr>
                <p14:cNvContentPartPr/>
                <p14:nvPr/>
              </p14:nvContentPartPr>
              <p14:xfrm>
                <a:off x="6131513" y="485265"/>
                <a:ext cx="88920" cy="78480"/>
              </p14:xfrm>
            </p:contentPart>
          </mc:Choice>
          <mc:Fallback>
            <p:pic>
              <p:nvPicPr>
                <p:cNvPr id="12" name="Ink 11">
                  <a:extLst>
                    <a:ext uri="{FF2B5EF4-FFF2-40B4-BE49-F238E27FC236}">
                      <a16:creationId xmlns:a16="http://schemas.microsoft.com/office/drawing/2014/main" id="{2F7CE3A1-098C-3A76-78F6-6F8380084325}"/>
                    </a:ext>
                  </a:extLst>
                </p:cNvPr>
                <p:cNvPicPr/>
                <p:nvPr/>
              </p:nvPicPr>
              <p:blipFill>
                <a:blip r:embed="rId21"/>
                <a:stretch>
                  <a:fillRect/>
                </a:stretch>
              </p:blipFill>
              <p:spPr>
                <a:xfrm>
                  <a:off x="6122873" y="476625"/>
                  <a:ext cx="1065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DD5A8AAF-8EF8-F962-7302-D46EF7F15398}"/>
                    </a:ext>
                  </a:extLst>
                </p14:cNvPr>
                <p14:cNvContentPartPr/>
                <p14:nvPr/>
              </p14:nvContentPartPr>
              <p14:xfrm>
                <a:off x="6229073" y="331905"/>
                <a:ext cx="138240" cy="241560"/>
              </p14:xfrm>
            </p:contentPart>
          </mc:Choice>
          <mc:Fallback>
            <p:pic>
              <p:nvPicPr>
                <p:cNvPr id="13" name="Ink 12">
                  <a:extLst>
                    <a:ext uri="{FF2B5EF4-FFF2-40B4-BE49-F238E27FC236}">
                      <a16:creationId xmlns:a16="http://schemas.microsoft.com/office/drawing/2014/main" id="{DD5A8AAF-8EF8-F962-7302-D46EF7F15398}"/>
                    </a:ext>
                  </a:extLst>
                </p:cNvPr>
                <p:cNvPicPr/>
                <p:nvPr/>
              </p:nvPicPr>
              <p:blipFill>
                <a:blip r:embed="rId23"/>
                <a:stretch>
                  <a:fillRect/>
                </a:stretch>
              </p:blipFill>
              <p:spPr>
                <a:xfrm>
                  <a:off x="6220433" y="323265"/>
                  <a:ext cx="15588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CC988A0D-0E41-8C00-94AF-A02975CDC48B}"/>
                    </a:ext>
                  </a:extLst>
                </p14:cNvPr>
                <p14:cNvContentPartPr/>
                <p14:nvPr/>
              </p14:nvContentPartPr>
              <p14:xfrm>
                <a:off x="6415193" y="419745"/>
                <a:ext cx="70200" cy="92880"/>
              </p14:xfrm>
            </p:contentPart>
          </mc:Choice>
          <mc:Fallback>
            <p:pic>
              <p:nvPicPr>
                <p:cNvPr id="14" name="Ink 13">
                  <a:extLst>
                    <a:ext uri="{FF2B5EF4-FFF2-40B4-BE49-F238E27FC236}">
                      <a16:creationId xmlns:a16="http://schemas.microsoft.com/office/drawing/2014/main" id="{CC988A0D-0E41-8C00-94AF-A02975CDC48B}"/>
                    </a:ext>
                  </a:extLst>
                </p:cNvPr>
                <p:cNvPicPr/>
                <p:nvPr/>
              </p:nvPicPr>
              <p:blipFill>
                <a:blip r:embed="rId25"/>
                <a:stretch>
                  <a:fillRect/>
                </a:stretch>
              </p:blipFill>
              <p:spPr>
                <a:xfrm>
                  <a:off x="6406553" y="410745"/>
                  <a:ext cx="8784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48299F4A-F2BC-8B55-771C-CBC96934BEB4}"/>
                    </a:ext>
                  </a:extLst>
                </p14:cNvPr>
                <p14:cNvContentPartPr/>
                <p14:nvPr/>
              </p14:nvContentPartPr>
              <p14:xfrm>
                <a:off x="6564953" y="365385"/>
                <a:ext cx="241920" cy="324000"/>
              </p14:xfrm>
            </p:contentPart>
          </mc:Choice>
          <mc:Fallback>
            <p:pic>
              <p:nvPicPr>
                <p:cNvPr id="15" name="Ink 14">
                  <a:extLst>
                    <a:ext uri="{FF2B5EF4-FFF2-40B4-BE49-F238E27FC236}">
                      <a16:creationId xmlns:a16="http://schemas.microsoft.com/office/drawing/2014/main" id="{48299F4A-F2BC-8B55-771C-CBC96934BEB4}"/>
                    </a:ext>
                  </a:extLst>
                </p:cNvPr>
                <p:cNvPicPr/>
                <p:nvPr/>
              </p:nvPicPr>
              <p:blipFill>
                <a:blip r:embed="rId27"/>
                <a:stretch>
                  <a:fillRect/>
                </a:stretch>
              </p:blipFill>
              <p:spPr>
                <a:xfrm>
                  <a:off x="6555953" y="356745"/>
                  <a:ext cx="25956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5E00EFD6-E153-E5F7-80B1-1DD511C73D22}"/>
                    </a:ext>
                  </a:extLst>
                </p14:cNvPr>
                <p14:cNvContentPartPr/>
                <p14:nvPr/>
              </p14:nvContentPartPr>
              <p14:xfrm>
                <a:off x="6897233" y="186105"/>
                <a:ext cx="38520" cy="286560"/>
              </p14:xfrm>
            </p:contentPart>
          </mc:Choice>
          <mc:Fallback>
            <p:pic>
              <p:nvPicPr>
                <p:cNvPr id="16" name="Ink 15">
                  <a:extLst>
                    <a:ext uri="{FF2B5EF4-FFF2-40B4-BE49-F238E27FC236}">
                      <a16:creationId xmlns:a16="http://schemas.microsoft.com/office/drawing/2014/main" id="{5E00EFD6-E153-E5F7-80B1-1DD511C73D22}"/>
                    </a:ext>
                  </a:extLst>
                </p:cNvPr>
                <p:cNvPicPr/>
                <p:nvPr/>
              </p:nvPicPr>
              <p:blipFill>
                <a:blip r:embed="rId29"/>
                <a:stretch>
                  <a:fillRect/>
                </a:stretch>
              </p:blipFill>
              <p:spPr>
                <a:xfrm>
                  <a:off x="6888233" y="177465"/>
                  <a:ext cx="5616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7DAE9C21-D3AD-4A8A-8A67-7D8BD52B4A94}"/>
                    </a:ext>
                  </a:extLst>
                </p14:cNvPr>
                <p14:cNvContentPartPr/>
                <p14:nvPr/>
              </p14:nvContentPartPr>
              <p14:xfrm>
                <a:off x="6849353" y="307425"/>
                <a:ext cx="135000" cy="25920"/>
              </p14:xfrm>
            </p:contentPart>
          </mc:Choice>
          <mc:Fallback>
            <p:pic>
              <p:nvPicPr>
                <p:cNvPr id="17" name="Ink 16">
                  <a:extLst>
                    <a:ext uri="{FF2B5EF4-FFF2-40B4-BE49-F238E27FC236}">
                      <a16:creationId xmlns:a16="http://schemas.microsoft.com/office/drawing/2014/main" id="{7DAE9C21-D3AD-4A8A-8A67-7D8BD52B4A94}"/>
                    </a:ext>
                  </a:extLst>
                </p:cNvPr>
                <p:cNvPicPr/>
                <p:nvPr/>
              </p:nvPicPr>
              <p:blipFill>
                <a:blip r:embed="rId31"/>
                <a:stretch>
                  <a:fillRect/>
                </a:stretch>
              </p:blipFill>
              <p:spPr>
                <a:xfrm>
                  <a:off x="6840713" y="298425"/>
                  <a:ext cx="15264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949A15AB-370A-34FD-F926-C52494564F2A}"/>
                    </a:ext>
                  </a:extLst>
                </p14:cNvPr>
                <p14:cNvContentPartPr/>
                <p14:nvPr/>
              </p14:nvContentPartPr>
              <p14:xfrm>
                <a:off x="7006673" y="298065"/>
                <a:ext cx="212400" cy="191880"/>
              </p14:xfrm>
            </p:contentPart>
          </mc:Choice>
          <mc:Fallback>
            <p:pic>
              <p:nvPicPr>
                <p:cNvPr id="18" name="Ink 17">
                  <a:extLst>
                    <a:ext uri="{FF2B5EF4-FFF2-40B4-BE49-F238E27FC236}">
                      <a16:creationId xmlns:a16="http://schemas.microsoft.com/office/drawing/2014/main" id="{949A15AB-370A-34FD-F926-C52494564F2A}"/>
                    </a:ext>
                  </a:extLst>
                </p:cNvPr>
                <p:cNvPicPr/>
                <p:nvPr/>
              </p:nvPicPr>
              <p:blipFill>
                <a:blip r:embed="rId33"/>
                <a:stretch>
                  <a:fillRect/>
                </a:stretch>
              </p:blipFill>
              <p:spPr>
                <a:xfrm>
                  <a:off x="6997673" y="289425"/>
                  <a:ext cx="230040" cy="209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4">
            <p14:nvContentPartPr>
              <p14:cNvPr id="56" name="Ink 55">
                <a:extLst>
                  <a:ext uri="{FF2B5EF4-FFF2-40B4-BE49-F238E27FC236}">
                    <a16:creationId xmlns:a16="http://schemas.microsoft.com/office/drawing/2014/main" id="{DEFB8115-39BE-883B-3EB3-1DA013F0FC51}"/>
                  </a:ext>
                </a:extLst>
              </p14:cNvPr>
              <p14:cNvContentPartPr/>
              <p14:nvPr/>
            </p14:nvContentPartPr>
            <p14:xfrm>
              <a:off x="5005433" y="2527545"/>
              <a:ext cx="543240" cy="399600"/>
            </p14:xfrm>
          </p:contentPart>
        </mc:Choice>
        <mc:Fallback>
          <p:pic>
            <p:nvPicPr>
              <p:cNvPr id="56" name="Ink 55">
                <a:extLst>
                  <a:ext uri="{FF2B5EF4-FFF2-40B4-BE49-F238E27FC236}">
                    <a16:creationId xmlns:a16="http://schemas.microsoft.com/office/drawing/2014/main" id="{DEFB8115-39BE-883B-3EB3-1DA013F0FC51}"/>
                  </a:ext>
                </a:extLst>
              </p:cNvPr>
              <p:cNvPicPr/>
              <p:nvPr/>
            </p:nvPicPr>
            <p:blipFill>
              <a:blip r:embed="rId35"/>
              <a:stretch>
                <a:fillRect/>
              </a:stretch>
            </p:blipFill>
            <p:spPr>
              <a:xfrm>
                <a:off x="4996433" y="2518905"/>
                <a:ext cx="560880" cy="417240"/>
              </a:xfrm>
              <a:prstGeom prst="rect">
                <a:avLst/>
              </a:prstGeom>
            </p:spPr>
          </p:pic>
        </mc:Fallback>
      </mc:AlternateContent>
      <p:grpSp>
        <p:nvGrpSpPr>
          <p:cNvPr id="76" name="Group 75">
            <a:extLst>
              <a:ext uri="{FF2B5EF4-FFF2-40B4-BE49-F238E27FC236}">
                <a16:creationId xmlns:a16="http://schemas.microsoft.com/office/drawing/2014/main" id="{66E7180A-1352-CC26-D186-373252878772}"/>
              </a:ext>
            </a:extLst>
          </p:cNvPr>
          <p:cNvGrpSpPr/>
          <p:nvPr/>
        </p:nvGrpSpPr>
        <p:grpSpPr>
          <a:xfrm>
            <a:off x="1010153" y="1257825"/>
            <a:ext cx="4340520" cy="1451520"/>
            <a:chOff x="1010153" y="1257825"/>
            <a:chExt cx="4340520" cy="1451520"/>
          </a:xfrm>
        </p:grpSpPr>
        <mc:AlternateContent xmlns:mc="http://schemas.openxmlformats.org/markup-compatibility/2006">
          <mc:Choice xmlns:p14="http://schemas.microsoft.com/office/powerpoint/2010/main" Requires="p14">
            <p:contentPart p14:bwMode="auto" r:id="rId36">
              <p14:nvContentPartPr>
                <p14:cNvPr id="48" name="Ink 47">
                  <a:extLst>
                    <a:ext uri="{FF2B5EF4-FFF2-40B4-BE49-F238E27FC236}">
                      <a16:creationId xmlns:a16="http://schemas.microsoft.com/office/drawing/2014/main" id="{187D4F7F-37FB-023E-0359-7DB0EA4ED05D}"/>
                    </a:ext>
                  </a:extLst>
                </p14:cNvPr>
                <p14:cNvContentPartPr/>
                <p14:nvPr/>
              </p14:nvContentPartPr>
              <p14:xfrm>
                <a:off x="4425113" y="1356105"/>
                <a:ext cx="144720" cy="345600"/>
              </p14:xfrm>
            </p:contentPart>
          </mc:Choice>
          <mc:Fallback>
            <p:pic>
              <p:nvPicPr>
                <p:cNvPr id="48" name="Ink 47">
                  <a:extLst>
                    <a:ext uri="{FF2B5EF4-FFF2-40B4-BE49-F238E27FC236}">
                      <a16:creationId xmlns:a16="http://schemas.microsoft.com/office/drawing/2014/main" id="{187D4F7F-37FB-023E-0359-7DB0EA4ED05D}"/>
                    </a:ext>
                  </a:extLst>
                </p:cNvPr>
                <p:cNvPicPr/>
                <p:nvPr/>
              </p:nvPicPr>
              <p:blipFill>
                <a:blip r:embed="rId37"/>
                <a:stretch>
                  <a:fillRect/>
                </a:stretch>
              </p:blipFill>
              <p:spPr>
                <a:xfrm>
                  <a:off x="4416473" y="1347105"/>
                  <a:ext cx="16236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9" name="Ink 48">
                  <a:extLst>
                    <a:ext uri="{FF2B5EF4-FFF2-40B4-BE49-F238E27FC236}">
                      <a16:creationId xmlns:a16="http://schemas.microsoft.com/office/drawing/2014/main" id="{E5E33EF3-3ACB-C398-9A1A-0D9B60ED481A}"/>
                    </a:ext>
                  </a:extLst>
                </p14:cNvPr>
                <p14:cNvContentPartPr/>
                <p14:nvPr/>
              </p14:nvContentPartPr>
              <p14:xfrm>
                <a:off x="4527713" y="1314345"/>
                <a:ext cx="164160" cy="372600"/>
              </p14:xfrm>
            </p:contentPart>
          </mc:Choice>
          <mc:Fallback>
            <p:pic>
              <p:nvPicPr>
                <p:cNvPr id="49" name="Ink 48">
                  <a:extLst>
                    <a:ext uri="{FF2B5EF4-FFF2-40B4-BE49-F238E27FC236}">
                      <a16:creationId xmlns:a16="http://schemas.microsoft.com/office/drawing/2014/main" id="{E5E33EF3-3ACB-C398-9A1A-0D9B60ED481A}"/>
                    </a:ext>
                  </a:extLst>
                </p:cNvPr>
                <p:cNvPicPr/>
                <p:nvPr/>
              </p:nvPicPr>
              <p:blipFill>
                <a:blip r:embed="rId39"/>
                <a:stretch>
                  <a:fillRect/>
                </a:stretch>
              </p:blipFill>
              <p:spPr>
                <a:xfrm>
                  <a:off x="4519073" y="1305705"/>
                  <a:ext cx="181800" cy="3902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51" name="Ink 50">
                  <a:extLst>
                    <a:ext uri="{FF2B5EF4-FFF2-40B4-BE49-F238E27FC236}">
                      <a16:creationId xmlns:a16="http://schemas.microsoft.com/office/drawing/2014/main" id="{57BB25DF-5F9E-9698-4578-FF0E47DA01E5}"/>
                    </a:ext>
                  </a:extLst>
                </p14:cNvPr>
                <p14:cNvContentPartPr/>
                <p14:nvPr/>
              </p14:nvContentPartPr>
              <p14:xfrm>
                <a:off x="4422233" y="1612425"/>
                <a:ext cx="579960" cy="348480"/>
              </p14:xfrm>
            </p:contentPart>
          </mc:Choice>
          <mc:Fallback>
            <p:pic>
              <p:nvPicPr>
                <p:cNvPr id="51" name="Ink 50">
                  <a:extLst>
                    <a:ext uri="{FF2B5EF4-FFF2-40B4-BE49-F238E27FC236}">
                      <a16:creationId xmlns:a16="http://schemas.microsoft.com/office/drawing/2014/main" id="{57BB25DF-5F9E-9698-4578-FF0E47DA01E5}"/>
                    </a:ext>
                  </a:extLst>
                </p:cNvPr>
                <p:cNvPicPr/>
                <p:nvPr/>
              </p:nvPicPr>
              <p:blipFill>
                <a:blip r:embed="rId41"/>
                <a:stretch>
                  <a:fillRect/>
                </a:stretch>
              </p:blipFill>
              <p:spPr>
                <a:xfrm>
                  <a:off x="4413233" y="1603785"/>
                  <a:ext cx="59760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2" name="Ink 51">
                  <a:extLst>
                    <a:ext uri="{FF2B5EF4-FFF2-40B4-BE49-F238E27FC236}">
                      <a16:creationId xmlns:a16="http://schemas.microsoft.com/office/drawing/2014/main" id="{4D714684-026B-BE47-B05D-D21B721E0F0E}"/>
                    </a:ext>
                  </a:extLst>
                </p14:cNvPr>
                <p14:cNvContentPartPr/>
                <p14:nvPr/>
              </p14:nvContentPartPr>
              <p14:xfrm>
                <a:off x="4761353" y="2099145"/>
                <a:ext cx="369720" cy="610200"/>
              </p14:xfrm>
            </p:contentPart>
          </mc:Choice>
          <mc:Fallback>
            <p:pic>
              <p:nvPicPr>
                <p:cNvPr id="52" name="Ink 51">
                  <a:extLst>
                    <a:ext uri="{FF2B5EF4-FFF2-40B4-BE49-F238E27FC236}">
                      <a16:creationId xmlns:a16="http://schemas.microsoft.com/office/drawing/2014/main" id="{4D714684-026B-BE47-B05D-D21B721E0F0E}"/>
                    </a:ext>
                  </a:extLst>
                </p:cNvPr>
                <p:cNvPicPr/>
                <p:nvPr/>
              </p:nvPicPr>
              <p:blipFill>
                <a:blip r:embed="rId43"/>
                <a:stretch>
                  <a:fillRect/>
                </a:stretch>
              </p:blipFill>
              <p:spPr>
                <a:xfrm>
                  <a:off x="4752713" y="2090145"/>
                  <a:ext cx="387360" cy="627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4" name="Ink 53">
                  <a:extLst>
                    <a:ext uri="{FF2B5EF4-FFF2-40B4-BE49-F238E27FC236}">
                      <a16:creationId xmlns:a16="http://schemas.microsoft.com/office/drawing/2014/main" id="{138EAB78-2AC9-DE93-92FB-39FD81F2B52F}"/>
                    </a:ext>
                  </a:extLst>
                </p14:cNvPr>
                <p14:cNvContentPartPr/>
                <p14:nvPr/>
              </p14:nvContentPartPr>
              <p14:xfrm>
                <a:off x="5005433" y="1994385"/>
                <a:ext cx="345240" cy="620640"/>
              </p14:xfrm>
            </p:contentPart>
          </mc:Choice>
          <mc:Fallback>
            <p:pic>
              <p:nvPicPr>
                <p:cNvPr id="54" name="Ink 53">
                  <a:extLst>
                    <a:ext uri="{FF2B5EF4-FFF2-40B4-BE49-F238E27FC236}">
                      <a16:creationId xmlns:a16="http://schemas.microsoft.com/office/drawing/2014/main" id="{138EAB78-2AC9-DE93-92FB-39FD81F2B52F}"/>
                    </a:ext>
                  </a:extLst>
                </p:cNvPr>
                <p:cNvPicPr/>
                <p:nvPr/>
              </p:nvPicPr>
              <p:blipFill>
                <a:blip r:embed="rId45"/>
                <a:stretch>
                  <a:fillRect/>
                </a:stretch>
              </p:blipFill>
              <p:spPr>
                <a:xfrm>
                  <a:off x="4996433" y="1985745"/>
                  <a:ext cx="362880" cy="6382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7" name="Ink 56">
                  <a:extLst>
                    <a:ext uri="{FF2B5EF4-FFF2-40B4-BE49-F238E27FC236}">
                      <a16:creationId xmlns:a16="http://schemas.microsoft.com/office/drawing/2014/main" id="{68028794-382D-9211-1BB6-822492711BF3}"/>
                    </a:ext>
                  </a:extLst>
                </p14:cNvPr>
                <p14:cNvContentPartPr/>
                <p14:nvPr/>
              </p14:nvContentPartPr>
              <p14:xfrm>
                <a:off x="2719433" y="1436385"/>
                <a:ext cx="1620360" cy="349920"/>
              </p14:xfrm>
            </p:contentPart>
          </mc:Choice>
          <mc:Fallback>
            <p:pic>
              <p:nvPicPr>
                <p:cNvPr id="57" name="Ink 56">
                  <a:extLst>
                    <a:ext uri="{FF2B5EF4-FFF2-40B4-BE49-F238E27FC236}">
                      <a16:creationId xmlns:a16="http://schemas.microsoft.com/office/drawing/2014/main" id="{68028794-382D-9211-1BB6-822492711BF3}"/>
                    </a:ext>
                  </a:extLst>
                </p:cNvPr>
                <p:cNvPicPr/>
                <p:nvPr/>
              </p:nvPicPr>
              <p:blipFill>
                <a:blip r:embed="rId47"/>
                <a:stretch>
                  <a:fillRect/>
                </a:stretch>
              </p:blipFill>
              <p:spPr>
                <a:xfrm>
                  <a:off x="2710793" y="1427385"/>
                  <a:ext cx="1638000" cy="367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8" name="Ink 57">
                  <a:extLst>
                    <a:ext uri="{FF2B5EF4-FFF2-40B4-BE49-F238E27FC236}">
                      <a16:creationId xmlns:a16="http://schemas.microsoft.com/office/drawing/2014/main" id="{4E41A35B-E5DD-E118-5AB2-8D02976BE24B}"/>
                    </a:ext>
                  </a:extLst>
                </p14:cNvPr>
                <p14:cNvContentPartPr/>
                <p14:nvPr/>
              </p14:nvContentPartPr>
              <p14:xfrm>
                <a:off x="4170593" y="1655265"/>
                <a:ext cx="225360" cy="267120"/>
              </p14:xfrm>
            </p:contentPart>
          </mc:Choice>
          <mc:Fallback>
            <p:pic>
              <p:nvPicPr>
                <p:cNvPr id="58" name="Ink 57">
                  <a:extLst>
                    <a:ext uri="{FF2B5EF4-FFF2-40B4-BE49-F238E27FC236}">
                      <a16:creationId xmlns:a16="http://schemas.microsoft.com/office/drawing/2014/main" id="{4E41A35B-E5DD-E118-5AB2-8D02976BE24B}"/>
                    </a:ext>
                  </a:extLst>
                </p:cNvPr>
                <p:cNvPicPr/>
                <p:nvPr/>
              </p:nvPicPr>
              <p:blipFill>
                <a:blip r:embed="rId49"/>
                <a:stretch>
                  <a:fillRect/>
                </a:stretch>
              </p:blipFill>
              <p:spPr>
                <a:xfrm>
                  <a:off x="4161593" y="1646625"/>
                  <a:ext cx="24300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60" name="Ink 59">
                  <a:extLst>
                    <a:ext uri="{FF2B5EF4-FFF2-40B4-BE49-F238E27FC236}">
                      <a16:creationId xmlns:a16="http://schemas.microsoft.com/office/drawing/2014/main" id="{211F6DA4-F9BC-8080-8C19-8C152F4244E9}"/>
                    </a:ext>
                  </a:extLst>
                </p14:cNvPr>
                <p14:cNvContentPartPr/>
                <p14:nvPr/>
              </p14:nvContentPartPr>
              <p14:xfrm>
                <a:off x="1247393" y="1283385"/>
                <a:ext cx="29880" cy="318240"/>
              </p14:xfrm>
            </p:contentPart>
          </mc:Choice>
          <mc:Fallback>
            <p:pic>
              <p:nvPicPr>
                <p:cNvPr id="60" name="Ink 59">
                  <a:extLst>
                    <a:ext uri="{FF2B5EF4-FFF2-40B4-BE49-F238E27FC236}">
                      <a16:creationId xmlns:a16="http://schemas.microsoft.com/office/drawing/2014/main" id="{211F6DA4-F9BC-8080-8C19-8C152F4244E9}"/>
                    </a:ext>
                  </a:extLst>
                </p:cNvPr>
                <p:cNvPicPr/>
                <p:nvPr/>
              </p:nvPicPr>
              <p:blipFill>
                <a:blip r:embed="rId51"/>
                <a:stretch>
                  <a:fillRect/>
                </a:stretch>
              </p:blipFill>
              <p:spPr>
                <a:xfrm>
                  <a:off x="1238753" y="1274745"/>
                  <a:ext cx="4752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61" name="Ink 60">
                  <a:extLst>
                    <a:ext uri="{FF2B5EF4-FFF2-40B4-BE49-F238E27FC236}">
                      <a16:creationId xmlns:a16="http://schemas.microsoft.com/office/drawing/2014/main" id="{4B4521A4-2308-0FBD-5503-B47429DE586D}"/>
                    </a:ext>
                  </a:extLst>
                </p14:cNvPr>
                <p14:cNvContentPartPr/>
                <p14:nvPr/>
              </p14:nvContentPartPr>
              <p14:xfrm>
                <a:off x="1245233" y="1257825"/>
                <a:ext cx="259560" cy="37800"/>
              </p14:xfrm>
            </p:contentPart>
          </mc:Choice>
          <mc:Fallback>
            <p:pic>
              <p:nvPicPr>
                <p:cNvPr id="61" name="Ink 60">
                  <a:extLst>
                    <a:ext uri="{FF2B5EF4-FFF2-40B4-BE49-F238E27FC236}">
                      <a16:creationId xmlns:a16="http://schemas.microsoft.com/office/drawing/2014/main" id="{4B4521A4-2308-0FBD-5503-B47429DE586D}"/>
                    </a:ext>
                  </a:extLst>
                </p:cNvPr>
                <p:cNvPicPr/>
                <p:nvPr/>
              </p:nvPicPr>
              <p:blipFill>
                <a:blip r:embed="rId53"/>
                <a:stretch>
                  <a:fillRect/>
                </a:stretch>
              </p:blipFill>
              <p:spPr>
                <a:xfrm>
                  <a:off x="1236593" y="1248825"/>
                  <a:ext cx="27720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2" name="Ink 61">
                  <a:extLst>
                    <a:ext uri="{FF2B5EF4-FFF2-40B4-BE49-F238E27FC236}">
                      <a16:creationId xmlns:a16="http://schemas.microsoft.com/office/drawing/2014/main" id="{17FA4331-95FC-1A83-ECB4-24885456FF90}"/>
                    </a:ext>
                  </a:extLst>
                </p14:cNvPr>
                <p14:cNvContentPartPr/>
                <p14:nvPr/>
              </p14:nvContentPartPr>
              <p14:xfrm>
                <a:off x="1258193" y="1383105"/>
                <a:ext cx="240840" cy="27000"/>
              </p14:xfrm>
            </p:contentPart>
          </mc:Choice>
          <mc:Fallback>
            <p:pic>
              <p:nvPicPr>
                <p:cNvPr id="62" name="Ink 61">
                  <a:extLst>
                    <a:ext uri="{FF2B5EF4-FFF2-40B4-BE49-F238E27FC236}">
                      <a16:creationId xmlns:a16="http://schemas.microsoft.com/office/drawing/2014/main" id="{17FA4331-95FC-1A83-ECB4-24885456FF90}"/>
                    </a:ext>
                  </a:extLst>
                </p:cNvPr>
                <p:cNvPicPr/>
                <p:nvPr/>
              </p:nvPicPr>
              <p:blipFill>
                <a:blip r:embed="rId55"/>
                <a:stretch>
                  <a:fillRect/>
                </a:stretch>
              </p:blipFill>
              <p:spPr>
                <a:xfrm>
                  <a:off x="1249193" y="1374465"/>
                  <a:ext cx="25848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3" name="Ink 62">
                  <a:extLst>
                    <a:ext uri="{FF2B5EF4-FFF2-40B4-BE49-F238E27FC236}">
                      <a16:creationId xmlns:a16="http://schemas.microsoft.com/office/drawing/2014/main" id="{6BD9DD9A-188A-C6A9-DC45-35EF11D59D42}"/>
                    </a:ext>
                  </a:extLst>
                </p14:cNvPr>
                <p14:cNvContentPartPr/>
                <p14:nvPr/>
              </p14:nvContentPartPr>
              <p14:xfrm>
                <a:off x="1508753" y="1324785"/>
                <a:ext cx="166320" cy="275760"/>
              </p14:xfrm>
            </p:contentPart>
          </mc:Choice>
          <mc:Fallback>
            <p:pic>
              <p:nvPicPr>
                <p:cNvPr id="63" name="Ink 62">
                  <a:extLst>
                    <a:ext uri="{FF2B5EF4-FFF2-40B4-BE49-F238E27FC236}">
                      <a16:creationId xmlns:a16="http://schemas.microsoft.com/office/drawing/2014/main" id="{6BD9DD9A-188A-C6A9-DC45-35EF11D59D42}"/>
                    </a:ext>
                  </a:extLst>
                </p:cNvPr>
                <p:cNvPicPr/>
                <p:nvPr/>
              </p:nvPicPr>
              <p:blipFill>
                <a:blip r:embed="rId57"/>
                <a:stretch>
                  <a:fillRect/>
                </a:stretch>
              </p:blipFill>
              <p:spPr>
                <a:xfrm>
                  <a:off x="1499753" y="1315785"/>
                  <a:ext cx="18396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4" name="Ink 63">
                  <a:extLst>
                    <a:ext uri="{FF2B5EF4-FFF2-40B4-BE49-F238E27FC236}">
                      <a16:creationId xmlns:a16="http://schemas.microsoft.com/office/drawing/2014/main" id="{E61FD84A-5552-9EC9-47BA-7DB2E4B84593}"/>
                    </a:ext>
                  </a:extLst>
                </p14:cNvPr>
                <p14:cNvContentPartPr/>
                <p14:nvPr/>
              </p14:nvContentPartPr>
              <p14:xfrm>
                <a:off x="1531793" y="1432425"/>
                <a:ext cx="136080" cy="70920"/>
              </p14:xfrm>
            </p:contentPart>
          </mc:Choice>
          <mc:Fallback>
            <p:pic>
              <p:nvPicPr>
                <p:cNvPr id="64" name="Ink 63">
                  <a:extLst>
                    <a:ext uri="{FF2B5EF4-FFF2-40B4-BE49-F238E27FC236}">
                      <a16:creationId xmlns:a16="http://schemas.microsoft.com/office/drawing/2014/main" id="{E61FD84A-5552-9EC9-47BA-7DB2E4B84593}"/>
                    </a:ext>
                  </a:extLst>
                </p:cNvPr>
                <p:cNvPicPr/>
                <p:nvPr/>
              </p:nvPicPr>
              <p:blipFill>
                <a:blip r:embed="rId59"/>
                <a:stretch>
                  <a:fillRect/>
                </a:stretch>
              </p:blipFill>
              <p:spPr>
                <a:xfrm>
                  <a:off x="1523153" y="1423785"/>
                  <a:ext cx="15372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5" name="Ink 64">
                  <a:extLst>
                    <a:ext uri="{FF2B5EF4-FFF2-40B4-BE49-F238E27FC236}">
                      <a16:creationId xmlns:a16="http://schemas.microsoft.com/office/drawing/2014/main" id="{4B9FB529-7551-A65E-BD1F-178A824A0A43}"/>
                    </a:ext>
                  </a:extLst>
                </p14:cNvPr>
                <p14:cNvContentPartPr/>
                <p14:nvPr/>
              </p14:nvContentPartPr>
              <p14:xfrm>
                <a:off x="1691633" y="1338105"/>
                <a:ext cx="157680" cy="180720"/>
              </p14:xfrm>
            </p:contentPart>
          </mc:Choice>
          <mc:Fallback>
            <p:pic>
              <p:nvPicPr>
                <p:cNvPr id="65" name="Ink 64">
                  <a:extLst>
                    <a:ext uri="{FF2B5EF4-FFF2-40B4-BE49-F238E27FC236}">
                      <a16:creationId xmlns:a16="http://schemas.microsoft.com/office/drawing/2014/main" id="{4B9FB529-7551-A65E-BD1F-178A824A0A43}"/>
                    </a:ext>
                  </a:extLst>
                </p:cNvPr>
                <p:cNvPicPr/>
                <p:nvPr/>
              </p:nvPicPr>
              <p:blipFill>
                <a:blip r:embed="rId61"/>
                <a:stretch>
                  <a:fillRect/>
                </a:stretch>
              </p:blipFill>
              <p:spPr>
                <a:xfrm>
                  <a:off x="1682633" y="1329465"/>
                  <a:ext cx="17532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6" name="Ink 65">
                  <a:extLst>
                    <a:ext uri="{FF2B5EF4-FFF2-40B4-BE49-F238E27FC236}">
                      <a16:creationId xmlns:a16="http://schemas.microsoft.com/office/drawing/2014/main" id="{ACCBF2F9-E0B2-9756-0A99-C7D4B830EAFB}"/>
                    </a:ext>
                  </a:extLst>
                </p14:cNvPr>
                <p14:cNvContentPartPr/>
                <p14:nvPr/>
              </p14:nvContentPartPr>
              <p14:xfrm>
                <a:off x="1940393" y="1274385"/>
                <a:ext cx="190800" cy="200880"/>
              </p14:xfrm>
            </p:contentPart>
          </mc:Choice>
          <mc:Fallback>
            <p:pic>
              <p:nvPicPr>
                <p:cNvPr id="66" name="Ink 65">
                  <a:extLst>
                    <a:ext uri="{FF2B5EF4-FFF2-40B4-BE49-F238E27FC236}">
                      <a16:creationId xmlns:a16="http://schemas.microsoft.com/office/drawing/2014/main" id="{ACCBF2F9-E0B2-9756-0A99-C7D4B830EAFB}"/>
                    </a:ext>
                  </a:extLst>
                </p:cNvPr>
                <p:cNvPicPr/>
                <p:nvPr/>
              </p:nvPicPr>
              <p:blipFill>
                <a:blip r:embed="rId63"/>
                <a:stretch>
                  <a:fillRect/>
                </a:stretch>
              </p:blipFill>
              <p:spPr>
                <a:xfrm>
                  <a:off x="1931393" y="1265385"/>
                  <a:ext cx="20844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7" name="Ink 66">
                  <a:extLst>
                    <a:ext uri="{FF2B5EF4-FFF2-40B4-BE49-F238E27FC236}">
                      <a16:creationId xmlns:a16="http://schemas.microsoft.com/office/drawing/2014/main" id="{8F7D1F67-8D1C-58C4-A116-3ABCE8EA97BD}"/>
                    </a:ext>
                  </a:extLst>
                </p14:cNvPr>
                <p14:cNvContentPartPr/>
                <p14:nvPr/>
              </p14:nvContentPartPr>
              <p14:xfrm>
                <a:off x="1010153" y="1911585"/>
                <a:ext cx="249480" cy="401400"/>
              </p14:xfrm>
            </p:contentPart>
          </mc:Choice>
          <mc:Fallback>
            <p:pic>
              <p:nvPicPr>
                <p:cNvPr id="67" name="Ink 66">
                  <a:extLst>
                    <a:ext uri="{FF2B5EF4-FFF2-40B4-BE49-F238E27FC236}">
                      <a16:creationId xmlns:a16="http://schemas.microsoft.com/office/drawing/2014/main" id="{8F7D1F67-8D1C-58C4-A116-3ABCE8EA97BD}"/>
                    </a:ext>
                  </a:extLst>
                </p:cNvPr>
                <p:cNvPicPr/>
                <p:nvPr/>
              </p:nvPicPr>
              <p:blipFill>
                <a:blip r:embed="rId65"/>
                <a:stretch>
                  <a:fillRect/>
                </a:stretch>
              </p:blipFill>
              <p:spPr>
                <a:xfrm>
                  <a:off x="1001513" y="1902585"/>
                  <a:ext cx="267120" cy="4190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8" name="Ink 67">
                  <a:extLst>
                    <a:ext uri="{FF2B5EF4-FFF2-40B4-BE49-F238E27FC236}">
                      <a16:creationId xmlns:a16="http://schemas.microsoft.com/office/drawing/2014/main" id="{912F9B93-9F2E-A333-35C9-A266A98D2DCF}"/>
                    </a:ext>
                  </a:extLst>
                </p14:cNvPr>
                <p14:cNvContentPartPr/>
                <p14:nvPr/>
              </p14:nvContentPartPr>
              <p14:xfrm>
                <a:off x="1264313" y="1955505"/>
                <a:ext cx="225000" cy="187560"/>
              </p14:xfrm>
            </p:contentPart>
          </mc:Choice>
          <mc:Fallback>
            <p:pic>
              <p:nvPicPr>
                <p:cNvPr id="68" name="Ink 67">
                  <a:extLst>
                    <a:ext uri="{FF2B5EF4-FFF2-40B4-BE49-F238E27FC236}">
                      <a16:creationId xmlns:a16="http://schemas.microsoft.com/office/drawing/2014/main" id="{912F9B93-9F2E-A333-35C9-A266A98D2DCF}"/>
                    </a:ext>
                  </a:extLst>
                </p:cNvPr>
                <p:cNvPicPr/>
                <p:nvPr/>
              </p:nvPicPr>
              <p:blipFill>
                <a:blip r:embed="rId67"/>
                <a:stretch>
                  <a:fillRect/>
                </a:stretch>
              </p:blipFill>
              <p:spPr>
                <a:xfrm>
                  <a:off x="1255673" y="1946505"/>
                  <a:ext cx="24264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9" name="Ink 68">
                  <a:extLst>
                    <a:ext uri="{FF2B5EF4-FFF2-40B4-BE49-F238E27FC236}">
                      <a16:creationId xmlns:a16="http://schemas.microsoft.com/office/drawing/2014/main" id="{5616AC9F-371D-918B-A9E1-7E6005B685D6}"/>
                    </a:ext>
                  </a:extLst>
                </p14:cNvPr>
                <p14:cNvContentPartPr/>
                <p14:nvPr/>
              </p14:nvContentPartPr>
              <p14:xfrm>
                <a:off x="1509473" y="2057025"/>
                <a:ext cx="11160" cy="66960"/>
              </p14:xfrm>
            </p:contentPart>
          </mc:Choice>
          <mc:Fallback>
            <p:pic>
              <p:nvPicPr>
                <p:cNvPr id="69" name="Ink 68">
                  <a:extLst>
                    <a:ext uri="{FF2B5EF4-FFF2-40B4-BE49-F238E27FC236}">
                      <a16:creationId xmlns:a16="http://schemas.microsoft.com/office/drawing/2014/main" id="{5616AC9F-371D-918B-A9E1-7E6005B685D6}"/>
                    </a:ext>
                  </a:extLst>
                </p:cNvPr>
                <p:cNvPicPr/>
                <p:nvPr/>
              </p:nvPicPr>
              <p:blipFill>
                <a:blip r:embed="rId69"/>
                <a:stretch>
                  <a:fillRect/>
                </a:stretch>
              </p:blipFill>
              <p:spPr>
                <a:xfrm>
                  <a:off x="1500473" y="2048385"/>
                  <a:ext cx="2880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0" name="Ink 69">
                  <a:extLst>
                    <a:ext uri="{FF2B5EF4-FFF2-40B4-BE49-F238E27FC236}">
                      <a16:creationId xmlns:a16="http://schemas.microsoft.com/office/drawing/2014/main" id="{55523BE2-AA9A-7A1B-8336-297B7A67A6DD}"/>
                    </a:ext>
                  </a:extLst>
                </p14:cNvPr>
                <p14:cNvContentPartPr/>
                <p14:nvPr/>
              </p14:nvContentPartPr>
              <p14:xfrm>
                <a:off x="1483193" y="1963065"/>
                <a:ext cx="34920" cy="6840"/>
              </p14:xfrm>
            </p:contentPart>
          </mc:Choice>
          <mc:Fallback>
            <p:pic>
              <p:nvPicPr>
                <p:cNvPr id="70" name="Ink 69">
                  <a:extLst>
                    <a:ext uri="{FF2B5EF4-FFF2-40B4-BE49-F238E27FC236}">
                      <a16:creationId xmlns:a16="http://schemas.microsoft.com/office/drawing/2014/main" id="{55523BE2-AA9A-7A1B-8336-297B7A67A6DD}"/>
                    </a:ext>
                  </a:extLst>
                </p:cNvPr>
                <p:cNvPicPr/>
                <p:nvPr/>
              </p:nvPicPr>
              <p:blipFill>
                <a:blip r:embed="rId71"/>
                <a:stretch>
                  <a:fillRect/>
                </a:stretch>
              </p:blipFill>
              <p:spPr>
                <a:xfrm>
                  <a:off x="1474193" y="1954065"/>
                  <a:ext cx="525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1" name="Ink 70">
                  <a:extLst>
                    <a:ext uri="{FF2B5EF4-FFF2-40B4-BE49-F238E27FC236}">
                      <a16:creationId xmlns:a16="http://schemas.microsoft.com/office/drawing/2014/main" id="{783D3FDE-A049-929C-BC7E-58140F2988F8}"/>
                    </a:ext>
                  </a:extLst>
                </p14:cNvPr>
                <p14:cNvContentPartPr/>
                <p14:nvPr/>
              </p14:nvContentPartPr>
              <p14:xfrm>
                <a:off x="1607393" y="2023545"/>
                <a:ext cx="190440" cy="323280"/>
              </p14:xfrm>
            </p:contentPart>
          </mc:Choice>
          <mc:Fallback>
            <p:pic>
              <p:nvPicPr>
                <p:cNvPr id="71" name="Ink 70">
                  <a:extLst>
                    <a:ext uri="{FF2B5EF4-FFF2-40B4-BE49-F238E27FC236}">
                      <a16:creationId xmlns:a16="http://schemas.microsoft.com/office/drawing/2014/main" id="{783D3FDE-A049-929C-BC7E-58140F2988F8}"/>
                    </a:ext>
                  </a:extLst>
                </p:cNvPr>
                <p:cNvPicPr/>
                <p:nvPr/>
              </p:nvPicPr>
              <p:blipFill>
                <a:blip r:embed="rId73"/>
                <a:stretch>
                  <a:fillRect/>
                </a:stretch>
              </p:blipFill>
              <p:spPr>
                <a:xfrm>
                  <a:off x="1598753" y="2014905"/>
                  <a:ext cx="208080"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2" name="Ink 71">
                  <a:extLst>
                    <a:ext uri="{FF2B5EF4-FFF2-40B4-BE49-F238E27FC236}">
                      <a16:creationId xmlns:a16="http://schemas.microsoft.com/office/drawing/2014/main" id="{A322D35A-D831-8743-4B8F-30C905B42C62}"/>
                    </a:ext>
                  </a:extLst>
                </p14:cNvPr>
                <p14:cNvContentPartPr/>
                <p14:nvPr/>
              </p14:nvContentPartPr>
              <p14:xfrm>
                <a:off x="1755353" y="1949025"/>
                <a:ext cx="221040" cy="116280"/>
              </p14:xfrm>
            </p:contentPart>
          </mc:Choice>
          <mc:Fallback>
            <p:pic>
              <p:nvPicPr>
                <p:cNvPr id="72" name="Ink 71">
                  <a:extLst>
                    <a:ext uri="{FF2B5EF4-FFF2-40B4-BE49-F238E27FC236}">
                      <a16:creationId xmlns:a16="http://schemas.microsoft.com/office/drawing/2014/main" id="{A322D35A-D831-8743-4B8F-30C905B42C62}"/>
                    </a:ext>
                  </a:extLst>
                </p:cNvPr>
                <p:cNvPicPr/>
                <p:nvPr/>
              </p:nvPicPr>
              <p:blipFill>
                <a:blip r:embed="rId75"/>
                <a:stretch>
                  <a:fillRect/>
                </a:stretch>
              </p:blipFill>
              <p:spPr>
                <a:xfrm>
                  <a:off x="1746353" y="1940025"/>
                  <a:ext cx="23868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3" name="Ink 72">
                  <a:extLst>
                    <a:ext uri="{FF2B5EF4-FFF2-40B4-BE49-F238E27FC236}">
                      <a16:creationId xmlns:a16="http://schemas.microsoft.com/office/drawing/2014/main" id="{A91DDA55-5103-6231-28A7-CAB3ED760C2A}"/>
                    </a:ext>
                  </a:extLst>
                </p14:cNvPr>
                <p14:cNvContentPartPr/>
                <p14:nvPr/>
              </p14:nvContentPartPr>
              <p14:xfrm>
                <a:off x="1978553" y="1892505"/>
                <a:ext cx="287280" cy="93600"/>
              </p14:xfrm>
            </p:contentPart>
          </mc:Choice>
          <mc:Fallback>
            <p:pic>
              <p:nvPicPr>
                <p:cNvPr id="73" name="Ink 72">
                  <a:extLst>
                    <a:ext uri="{FF2B5EF4-FFF2-40B4-BE49-F238E27FC236}">
                      <a16:creationId xmlns:a16="http://schemas.microsoft.com/office/drawing/2014/main" id="{A91DDA55-5103-6231-28A7-CAB3ED760C2A}"/>
                    </a:ext>
                  </a:extLst>
                </p:cNvPr>
                <p:cNvPicPr/>
                <p:nvPr/>
              </p:nvPicPr>
              <p:blipFill>
                <a:blip r:embed="rId77"/>
                <a:stretch>
                  <a:fillRect/>
                </a:stretch>
              </p:blipFill>
              <p:spPr>
                <a:xfrm>
                  <a:off x="1969553" y="1883505"/>
                  <a:ext cx="30492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4" name="Ink 73">
                  <a:extLst>
                    <a:ext uri="{FF2B5EF4-FFF2-40B4-BE49-F238E27FC236}">
                      <a16:creationId xmlns:a16="http://schemas.microsoft.com/office/drawing/2014/main" id="{0DEF0F2F-D452-8DAF-1E98-FEB9B53B11D1}"/>
                    </a:ext>
                  </a:extLst>
                </p14:cNvPr>
                <p14:cNvContentPartPr/>
                <p14:nvPr/>
              </p14:nvContentPartPr>
              <p14:xfrm>
                <a:off x="2158913" y="1736625"/>
                <a:ext cx="215280" cy="191520"/>
              </p14:xfrm>
            </p:contentPart>
          </mc:Choice>
          <mc:Fallback>
            <p:pic>
              <p:nvPicPr>
                <p:cNvPr id="74" name="Ink 73">
                  <a:extLst>
                    <a:ext uri="{FF2B5EF4-FFF2-40B4-BE49-F238E27FC236}">
                      <a16:creationId xmlns:a16="http://schemas.microsoft.com/office/drawing/2014/main" id="{0DEF0F2F-D452-8DAF-1E98-FEB9B53B11D1}"/>
                    </a:ext>
                  </a:extLst>
                </p:cNvPr>
                <p:cNvPicPr/>
                <p:nvPr/>
              </p:nvPicPr>
              <p:blipFill>
                <a:blip r:embed="rId79"/>
                <a:stretch>
                  <a:fillRect/>
                </a:stretch>
              </p:blipFill>
              <p:spPr>
                <a:xfrm>
                  <a:off x="2149913" y="1727985"/>
                  <a:ext cx="23292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5" name="Ink 74">
                  <a:extLst>
                    <a:ext uri="{FF2B5EF4-FFF2-40B4-BE49-F238E27FC236}">
                      <a16:creationId xmlns:a16="http://schemas.microsoft.com/office/drawing/2014/main" id="{6DCC3134-F32A-2AAD-D311-383170D7F2D7}"/>
                    </a:ext>
                  </a:extLst>
                </p14:cNvPr>
                <p14:cNvContentPartPr/>
                <p14:nvPr/>
              </p14:nvContentPartPr>
              <p14:xfrm>
                <a:off x="2321273" y="1590105"/>
                <a:ext cx="218880" cy="542520"/>
              </p14:xfrm>
            </p:contentPart>
          </mc:Choice>
          <mc:Fallback>
            <p:pic>
              <p:nvPicPr>
                <p:cNvPr id="75" name="Ink 74">
                  <a:extLst>
                    <a:ext uri="{FF2B5EF4-FFF2-40B4-BE49-F238E27FC236}">
                      <a16:creationId xmlns:a16="http://schemas.microsoft.com/office/drawing/2014/main" id="{6DCC3134-F32A-2AAD-D311-383170D7F2D7}"/>
                    </a:ext>
                  </a:extLst>
                </p:cNvPr>
                <p:cNvPicPr/>
                <p:nvPr/>
              </p:nvPicPr>
              <p:blipFill>
                <a:blip r:embed="rId81"/>
                <a:stretch>
                  <a:fillRect/>
                </a:stretch>
              </p:blipFill>
              <p:spPr>
                <a:xfrm>
                  <a:off x="2312633" y="1581105"/>
                  <a:ext cx="236520" cy="560160"/>
                </a:xfrm>
                <a:prstGeom prst="rect">
                  <a:avLst/>
                </a:prstGeom>
              </p:spPr>
            </p:pic>
          </mc:Fallback>
        </mc:AlternateContent>
      </p:grpSp>
      <p:grpSp>
        <p:nvGrpSpPr>
          <p:cNvPr id="83" name="Group 82">
            <a:extLst>
              <a:ext uri="{FF2B5EF4-FFF2-40B4-BE49-F238E27FC236}">
                <a16:creationId xmlns:a16="http://schemas.microsoft.com/office/drawing/2014/main" id="{708B9E40-03C6-3BAD-E32C-6704D106A4D4}"/>
              </a:ext>
            </a:extLst>
          </p:cNvPr>
          <p:cNvGrpSpPr/>
          <p:nvPr/>
        </p:nvGrpSpPr>
        <p:grpSpPr>
          <a:xfrm>
            <a:off x="3994193" y="2377425"/>
            <a:ext cx="521640" cy="282960"/>
            <a:chOff x="3994193" y="2377425"/>
            <a:chExt cx="521640" cy="282960"/>
          </a:xfrm>
        </p:grpSpPr>
        <mc:AlternateContent xmlns:mc="http://schemas.openxmlformats.org/markup-compatibility/2006">
          <mc:Choice xmlns:p14="http://schemas.microsoft.com/office/powerpoint/2010/main" Requires="p14">
            <p:contentPart p14:bwMode="auto" r:id="rId82">
              <p14:nvContentPartPr>
                <p14:cNvPr id="77" name="Ink 76">
                  <a:extLst>
                    <a:ext uri="{FF2B5EF4-FFF2-40B4-BE49-F238E27FC236}">
                      <a16:creationId xmlns:a16="http://schemas.microsoft.com/office/drawing/2014/main" id="{924AB45B-C702-CDD0-D80A-26638923921D}"/>
                    </a:ext>
                  </a:extLst>
                </p14:cNvPr>
                <p14:cNvContentPartPr/>
                <p14:nvPr/>
              </p14:nvContentPartPr>
              <p14:xfrm>
                <a:off x="4020473" y="2431065"/>
                <a:ext cx="21960" cy="229320"/>
              </p14:xfrm>
            </p:contentPart>
          </mc:Choice>
          <mc:Fallback>
            <p:pic>
              <p:nvPicPr>
                <p:cNvPr id="77" name="Ink 76">
                  <a:extLst>
                    <a:ext uri="{FF2B5EF4-FFF2-40B4-BE49-F238E27FC236}">
                      <a16:creationId xmlns:a16="http://schemas.microsoft.com/office/drawing/2014/main" id="{924AB45B-C702-CDD0-D80A-26638923921D}"/>
                    </a:ext>
                  </a:extLst>
                </p:cNvPr>
                <p:cNvPicPr/>
                <p:nvPr/>
              </p:nvPicPr>
              <p:blipFill>
                <a:blip r:embed="rId83"/>
                <a:stretch>
                  <a:fillRect/>
                </a:stretch>
              </p:blipFill>
              <p:spPr>
                <a:xfrm>
                  <a:off x="4011473" y="2422425"/>
                  <a:ext cx="3960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8" name="Ink 77">
                  <a:extLst>
                    <a:ext uri="{FF2B5EF4-FFF2-40B4-BE49-F238E27FC236}">
                      <a16:creationId xmlns:a16="http://schemas.microsoft.com/office/drawing/2014/main" id="{B9843A1B-0327-B962-98D7-4A090326E565}"/>
                    </a:ext>
                  </a:extLst>
                </p14:cNvPr>
                <p14:cNvContentPartPr/>
                <p14:nvPr/>
              </p14:nvContentPartPr>
              <p14:xfrm>
                <a:off x="4009673" y="2402265"/>
                <a:ext cx="168120" cy="31320"/>
              </p14:xfrm>
            </p:contentPart>
          </mc:Choice>
          <mc:Fallback>
            <p:pic>
              <p:nvPicPr>
                <p:cNvPr id="78" name="Ink 77">
                  <a:extLst>
                    <a:ext uri="{FF2B5EF4-FFF2-40B4-BE49-F238E27FC236}">
                      <a16:creationId xmlns:a16="http://schemas.microsoft.com/office/drawing/2014/main" id="{B9843A1B-0327-B962-98D7-4A090326E565}"/>
                    </a:ext>
                  </a:extLst>
                </p:cNvPr>
                <p:cNvPicPr/>
                <p:nvPr/>
              </p:nvPicPr>
              <p:blipFill>
                <a:blip r:embed="rId85"/>
                <a:stretch>
                  <a:fillRect/>
                </a:stretch>
              </p:blipFill>
              <p:spPr>
                <a:xfrm>
                  <a:off x="4001033" y="2393265"/>
                  <a:ext cx="18576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9" name="Ink 78">
                  <a:extLst>
                    <a:ext uri="{FF2B5EF4-FFF2-40B4-BE49-F238E27FC236}">
                      <a16:creationId xmlns:a16="http://schemas.microsoft.com/office/drawing/2014/main" id="{6B5D6B94-4215-C610-0678-79A4639337CC}"/>
                    </a:ext>
                  </a:extLst>
                </p14:cNvPr>
                <p14:cNvContentPartPr/>
                <p14:nvPr/>
              </p14:nvContentPartPr>
              <p14:xfrm>
                <a:off x="3994193" y="2498745"/>
                <a:ext cx="157680" cy="29160"/>
              </p14:xfrm>
            </p:contentPart>
          </mc:Choice>
          <mc:Fallback>
            <p:pic>
              <p:nvPicPr>
                <p:cNvPr id="79" name="Ink 78">
                  <a:extLst>
                    <a:ext uri="{FF2B5EF4-FFF2-40B4-BE49-F238E27FC236}">
                      <a16:creationId xmlns:a16="http://schemas.microsoft.com/office/drawing/2014/main" id="{6B5D6B94-4215-C610-0678-79A4639337CC}"/>
                    </a:ext>
                  </a:extLst>
                </p:cNvPr>
                <p:cNvPicPr/>
                <p:nvPr/>
              </p:nvPicPr>
              <p:blipFill>
                <a:blip r:embed="rId87"/>
                <a:stretch>
                  <a:fillRect/>
                </a:stretch>
              </p:blipFill>
              <p:spPr>
                <a:xfrm>
                  <a:off x="3985553" y="2489745"/>
                  <a:ext cx="17532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0" name="Ink 79">
                  <a:extLst>
                    <a:ext uri="{FF2B5EF4-FFF2-40B4-BE49-F238E27FC236}">
                      <a16:creationId xmlns:a16="http://schemas.microsoft.com/office/drawing/2014/main" id="{C1189F0D-37B4-3494-4F92-5B9E86893F05}"/>
                    </a:ext>
                  </a:extLst>
                </p14:cNvPr>
                <p14:cNvContentPartPr/>
                <p14:nvPr/>
              </p14:nvContentPartPr>
              <p14:xfrm>
                <a:off x="4211993" y="2403345"/>
                <a:ext cx="135720" cy="242280"/>
              </p14:xfrm>
            </p:contentPart>
          </mc:Choice>
          <mc:Fallback>
            <p:pic>
              <p:nvPicPr>
                <p:cNvPr id="80" name="Ink 79">
                  <a:extLst>
                    <a:ext uri="{FF2B5EF4-FFF2-40B4-BE49-F238E27FC236}">
                      <a16:creationId xmlns:a16="http://schemas.microsoft.com/office/drawing/2014/main" id="{C1189F0D-37B4-3494-4F92-5B9E86893F05}"/>
                    </a:ext>
                  </a:extLst>
                </p:cNvPr>
                <p:cNvPicPr/>
                <p:nvPr/>
              </p:nvPicPr>
              <p:blipFill>
                <a:blip r:embed="rId89"/>
                <a:stretch>
                  <a:fillRect/>
                </a:stretch>
              </p:blipFill>
              <p:spPr>
                <a:xfrm>
                  <a:off x="4203353" y="2394705"/>
                  <a:ext cx="15336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1" name="Ink 80">
                  <a:extLst>
                    <a:ext uri="{FF2B5EF4-FFF2-40B4-BE49-F238E27FC236}">
                      <a16:creationId xmlns:a16="http://schemas.microsoft.com/office/drawing/2014/main" id="{6CF995F1-56BF-B21D-8425-85E13AC28601}"/>
                    </a:ext>
                  </a:extLst>
                </p14:cNvPr>
                <p14:cNvContentPartPr/>
                <p14:nvPr/>
              </p14:nvContentPartPr>
              <p14:xfrm>
                <a:off x="4183553" y="2494425"/>
                <a:ext cx="143280" cy="70920"/>
              </p14:xfrm>
            </p:contentPart>
          </mc:Choice>
          <mc:Fallback>
            <p:pic>
              <p:nvPicPr>
                <p:cNvPr id="81" name="Ink 80">
                  <a:extLst>
                    <a:ext uri="{FF2B5EF4-FFF2-40B4-BE49-F238E27FC236}">
                      <a16:creationId xmlns:a16="http://schemas.microsoft.com/office/drawing/2014/main" id="{6CF995F1-56BF-B21D-8425-85E13AC28601}"/>
                    </a:ext>
                  </a:extLst>
                </p:cNvPr>
                <p:cNvPicPr/>
                <p:nvPr/>
              </p:nvPicPr>
              <p:blipFill>
                <a:blip r:embed="rId91"/>
                <a:stretch>
                  <a:fillRect/>
                </a:stretch>
              </p:blipFill>
              <p:spPr>
                <a:xfrm>
                  <a:off x="4174913" y="2485425"/>
                  <a:ext cx="16092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2" name="Ink 81">
                  <a:extLst>
                    <a:ext uri="{FF2B5EF4-FFF2-40B4-BE49-F238E27FC236}">
                      <a16:creationId xmlns:a16="http://schemas.microsoft.com/office/drawing/2014/main" id="{E8D23EDF-8F3B-CEF4-5F76-B24DEAFC7FBC}"/>
                    </a:ext>
                  </a:extLst>
                </p14:cNvPr>
                <p14:cNvContentPartPr/>
                <p14:nvPr/>
              </p14:nvContentPartPr>
              <p14:xfrm>
                <a:off x="4362113" y="2377425"/>
                <a:ext cx="153720" cy="202320"/>
              </p14:xfrm>
            </p:contentPart>
          </mc:Choice>
          <mc:Fallback>
            <p:pic>
              <p:nvPicPr>
                <p:cNvPr id="82" name="Ink 81">
                  <a:extLst>
                    <a:ext uri="{FF2B5EF4-FFF2-40B4-BE49-F238E27FC236}">
                      <a16:creationId xmlns:a16="http://schemas.microsoft.com/office/drawing/2014/main" id="{E8D23EDF-8F3B-CEF4-5F76-B24DEAFC7FBC}"/>
                    </a:ext>
                  </a:extLst>
                </p:cNvPr>
                <p:cNvPicPr/>
                <p:nvPr/>
              </p:nvPicPr>
              <p:blipFill>
                <a:blip r:embed="rId93"/>
                <a:stretch>
                  <a:fillRect/>
                </a:stretch>
              </p:blipFill>
              <p:spPr>
                <a:xfrm>
                  <a:off x="4353473" y="2368785"/>
                  <a:ext cx="171360" cy="219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4">
            <p14:nvContentPartPr>
              <p14:cNvPr id="84" name="Ink 83">
                <a:extLst>
                  <a:ext uri="{FF2B5EF4-FFF2-40B4-BE49-F238E27FC236}">
                    <a16:creationId xmlns:a16="http://schemas.microsoft.com/office/drawing/2014/main" id="{F6CE0C54-9A5B-2A8A-7D4A-DC40C6AF5FC5}"/>
                  </a:ext>
                </a:extLst>
              </p14:cNvPr>
              <p14:cNvContentPartPr/>
              <p14:nvPr/>
            </p14:nvContentPartPr>
            <p14:xfrm>
              <a:off x="5468753" y="1300665"/>
              <a:ext cx="501120" cy="1089720"/>
            </p14:xfrm>
          </p:contentPart>
        </mc:Choice>
        <mc:Fallback>
          <p:pic>
            <p:nvPicPr>
              <p:cNvPr id="84" name="Ink 83">
                <a:extLst>
                  <a:ext uri="{FF2B5EF4-FFF2-40B4-BE49-F238E27FC236}">
                    <a16:creationId xmlns:a16="http://schemas.microsoft.com/office/drawing/2014/main" id="{F6CE0C54-9A5B-2A8A-7D4A-DC40C6AF5FC5}"/>
                  </a:ext>
                </a:extLst>
              </p:cNvPr>
              <p:cNvPicPr/>
              <p:nvPr/>
            </p:nvPicPr>
            <p:blipFill>
              <a:blip r:embed="rId95"/>
              <a:stretch>
                <a:fillRect/>
              </a:stretch>
            </p:blipFill>
            <p:spPr>
              <a:xfrm>
                <a:off x="5459753" y="1292025"/>
                <a:ext cx="518760" cy="11073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85" name="Ink 84">
                <a:extLst>
                  <a:ext uri="{FF2B5EF4-FFF2-40B4-BE49-F238E27FC236}">
                    <a16:creationId xmlns:a16="http://schemas.microsoft.com/office/drawing/2014/main" id="{2DDBA4C6-444C-4C3F-8E84-A5C1F57C81E4}"/>
                  </a:ext>
                </a:extLst>
              </p14:cNvPr>
              <p14:cNvContentPartPr/>
              <p14:nvPr/>
            </p14:nvContentPartPr>
            <p14:xfrm>
              <a:off x="5449673" y="2158905"/>
              <a:ext cx="236880" cy="263520"/>
            </p14:xfrm>
          </p:contentPart>
        </mc:Choice>
        <mc:Fallback>
          <p:pic>
            <p:nvPicPr>
              <p:cNvPr id="85" name="Ink 84">
                <a:extLst>
                  <a:ext uri="{FF2B5EF4-FFF2-40B4-BE49-F238E27FC236}">
                    <a16:creationId xmlns:a16="http://schemas.microsoft.com/office/drawing/2014/main" id="{2DDBA4C6-444C-4C3F-8E84-A5C1F57C81E4}"/>
                  </a:ext>
                </a:extLst>
              </p:cNvPr>
              <p:cNvPicPr/>
              <p:nvPr/>
            </p:nvPicPr>
            <p:blipFill>
              <a:blip r:embed="rId97"/>
              <a:stretch>
                <a:fillRect/>
              </a:stretch>
            </p:blipFill>
            <p:spPr>
              <a:xfrm>
                <a:off x="5440673" y="2150265"/>
                <a:ext cx="25452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86" name="Ink 85">
                <a:extLst>
                  <a:ext uri="{FF2B5EF4-FFF2-40B4-BE49-F238E27FC236}">
                    <a16:creationId xmlns:a16="http://schemas.microsoft.com/office/drawing/2014/main" id="{87D779A3-B88A-A0F4-B98E-223B4E28FA2B}"/>
                  </a:ext>
                </a:extLst>
              </p14:cNvPr>
              <p14:cNvContentPartPr/>
              <p14:nvPr/>
            </p14:nvContentPartPr>
            <p14:xfrm>
              <a:off x="6127913" y="1196625"/>
              <a:ext cx="69480" cy="256320"/>
            </p14:xfrm>
          </p:contentPart>
        </mc:Choice>
        <mc:Fallback>
          <p:pic>
            <p:nvPicPr>
              <p:cNvPr id="86" name="Ink 85">
                <a:extLst>
                  <a:ext uri="{FF2B5EF4-FFF2-40B4-BE49-F238E27FC236}">
                    <a16:creationId xmlns:a16="http://schemas.microsoft.com/office/drawing/2014/main" id="{87D779A3-B88A-A0F4-B98E-223B4E28FA2B}"/>
                  </a:ext>
                </a:extLst>
              </p:cNvPr>
              <p:cNvPicPr/>
              <p:nvPr/>
            </p:nvPicPr>
            <p:blipFill>
              <a:blip r:embed="rId99"/>
              <a:stretch>
                <a:fillRect/>
              </a:stretch>
            </p:blipFill>
            <p:spPr>
              <a:xfrm>
                <a:off x="6119273" y="1187985"/>
                <a:ext cx="8712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7" name="Ink 86">
                <a:extLst>
                  <a:ext uri="{FF2B5EF4-FFF2-40B4-BE49-F238E27FC236}">
                    <a16:creationId xmlns:a16="http://schemas.microsoft.com/office/drawing/2014/main" id="{2E84929C-79C6-67A9-F8B1-CD64A77FFCA4}"/>
                  </a:ext>
                </a:extLst>
              </p14:cNvPr>
              <p14:cNvContentPartPr/>
              <p14:nvPr/>
            </p14:nvContentPartPr>
            <p14:xfrm>
              <a:off x="6119633" y="1184025"/>
              <a:ext cx="198000" cy="16560"/>
            </p14:xfrm>
          </p:contentPart>
        </mc:Choice>
        <mc:Fallback>
          <p:pic>
            <p:nvPicPr>
              <p:cNvPr id="87" name="Ink 86">
                <a:extLst>
                  <a:ext uri="{FF2B5EF4-FFF2-40B4-BE49-F238E27FC236}">
                    <a16:creationId xmlns:a16="http://schemas.microsoft.com/office/drawing/2014/main" id="{2E84929C-79C6-67A9-F8B1-CD64A77FFCA4}"/>
                  </a:ext>
                </a:extLst>
              </p:cNvPr>
              <p:cNvPicPr/>
              <p:nvPr/>
            </p:nvPicPr>
            <p:blipFill>
              <a:blip r:embed="rId101"/>
              <a:stretch>
                <a:fillRect/>
              </a:stretch>
            </p:blipFill>
            <p:spPr>
              <a:xfrm>
                <a:off x="6110633" y="1175025"/>
                <a:ext cx="2156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88" name="Ink 87">
                <a:extLst>
                  <a:ext uri="{FF2B5EF4-FFF2-40B4-BE49-F238E27FC236}">
                    <a16:creationId xmlns:a16="http://schemas.microsoft.com/office/drawing/2014/main" id="{2DD9A4F7-4576-5292-1900-4AD392D9A3AF}"/>
                  </a:ext>
                </a:extLst>
              </p14:cNvPr>
              <p14:cNvContentPartPr/>
              <p14:nvPr/>
            </p14:nvContentPartPr>
            <p14:xfrm>
              <a:off x="6173273" y="1289865"/>
              <a:ext cx="163440" cy="12240"/>
            </p14:xfrm>
          </p:contentPart>
        </mc:Choice>
        <mc:Fallback>
          <p:pic>
            <p:nvPicPr>
              <p:cNvPr id="88" name="Ink 87">
                <a:extLst>
                  <a:ext uri="{FF2B5EF4-FFF2-40B4-BE49-F238E27FC236}">
                    <a16:creationId xmlns:a16="http://schemas.microsoft.com/office/drawing/2014/main" id="{2DD9A4F7-4576-5292-1900-4AD392D9A3AF}"/>
                  </a:ext>
                </a:extLst>
              </p:cNvPr>
              <p:cNvPicPr/>
              <p:nvPr/>
            </p:nvPicPr>
            <p:blipFill>
              <a:blip r:embed="rId103"/>
              <a:stretch>
                <a:fillRect/>
              </a:stretch>
            </p:blipFill>
            <p:spPr>
              <a:xfrm>
                <a:off x="6164273" y="1281225"/>
                <a:ext cx="18108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9" name="Ink 88">
                <a:extLst>
                  <a:ext uri="{FF2B5EF4-FFF2-40B4-BE49-F238E27FC236}">
                    <a16:creationId xmlns:a16="http://schemas.microsoft.com/office/drawing/2014/main" id="{2BC7AADC-68F0-7D9A-F9C0-ADD2508333B2}"/>
                  </a:ext>
                </a:extLst>
              </p14:cNvPr>
              <p14:cNvContentPartPr/>
              <p14:nvPr/>
            </p14:nvContentPartPr>
            <p14:xfrm>
              <a:off x="6423113" y="1199505"/>
              <a:ext cx="137520" cy="200160"/>
            </p14:xfrm>
          </p:contentPart>
        </mc:Choice>
        <mc:Fallback>
          <p:pic>
            <p:nvPicPr>
              <p:cNvPr id="89" name="Ink 88">
                <a:extLst>
                  <a:ext uri="{FF2B5EF4-FFF2-40B4-BE49-F238E27FC236}">
                    <a16:creationId xmlns:a16="http://schemas.microsoft.com/office/drawing/2014/main" id="{2BC7AADC-68F0-7D9A-F9C0-ADD2508333B2}"/>
                  </a:ext>
                </a:extLst>
              </p:cNvPr>
              <p:cNvPicPr/>
              <p:nvPr/>
            </p:nvPicPr>
            <p:blipFill>
              <a:blip r:embed="rId105"/>
              <a:stretch>
                <a:fillRect/>
              </a:stretch>
            </p:blipFill>
            <p:spPr>
              <a:xfrm>
                <a:off x="6414473" y="1190865"/>
                <a:ext cx="15516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90" name="Ink 89">
                <a:extLst>
                  <a:ext uri="{FF2B5EF4-FFF2-40B4-BE49-F238E27FC236}">
                    <a16:creationId xmlns:a16="http://schemas.microsoft.com/office/drawing/2014/main" id="{B7D4D24B-B7F9-4464-790A-33CB3AC85E00}"/>
                  </a:ext>
                </a:extLst>
              </p14:cNvPr>
              <p14:cNvContentPartPr/>
              <p14:nvPr/>
            </p14:nvContentPartPr>
            <p14:xfrm>
              <a:off x="6412673" y="1256745"/>
              <a:ext cx="143280" cy="46440"/>
            </p14:xfrm>
          </p:contentPart>
        </mc:Choice>
        <mc:Fallback>
          <p:pic>
            <p:nvPicPr>
              <p:cNvPr id="90" name="Ink 89">
                <a:extLst>
                  <a:ext uri="{FF2B5EF4-FFF2-40B4-BE49-F238E27FC236}">
                    <a16:creationId xmlns:a16="http://schemas.microsoft.com/office/drawing/2014/main" id="{B7D4D24B-B7F9-4464-790A-33CB3AC85E00}"/>
                  </a:ext>
                </a:extLst>
              </p:cNvPr>
              <p:cNvPicPr/>
              <p:nvPr/>
            </p:nvPicPr>
            <p:blipFill>
              <a:blip r:embed="rId107"/>
              <a:stretch>
                <a:fillRect/>
              </a:stretch>
            </p:blipFill>
            <p:spPr>
              <a:xfrm>
                <a:off x="6403673" y="1247745"/>
                <a:ext cx="16092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91" name="Ink 90">
                <a:extLst>
                  <a:ext uri="{FF2B5EF4-FFF2-40B4-BE49-F238E27FC236}">
                    <a16:creationId xmlns:a16="http://schemas.microsoft.com/office/drawing/2014/main" id="{13E55E92-1AF4-986D-C175-E64005299BE9}"/>
                  </a:ext>
                </a:extLst>
              </p14:cNvPr>
              <p14:cNvContentPartPr/>
              <p14:nvPr/>
            </p14:nvContentPartPr>
            <p14:xfrm>
              <a:off x="6613913" y="1182945"/>
              <a:ext cx="38520" cy="125640"/>
            </p14:xfrm>
          </p:contentPart>
        </mc:Choice>
        <mc:Fallback>
          <p:pic>
            <p:nvPicPr>
              <p:cNvPr id="91" name="Ink 90">
                <a:extLst>
                  <a:ext uri="{FF2B5EF4-FFF2-40B4-BE49-F238E27FC236}">
                    <a16:creationId xmlns:a16="http://schemas.microsoft.com/office/drawing/2014/main" id="{13E55E92-1AF4-986D-C175-E64005299BE9}"/>
                  </a:ext>
                </a:extLst>
              </p:cNvPr>
              <p:cNvPicPr/>
              <p:nvPr/>
            </p:nvPicPr>
            <p:blipFill>
              <a:blip r:embed="rId109"/>
              <a:stretch>
                <a:fillRect/>
              </a:stretch>
            </p:blipFill>
            <p:spPr>
              <a:xfrm>
                <a:off x="6604913" y="1173945"/>
                <a:ext cx="5616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92" name="Ink 91">
                <a:extLst>
                  <a:ext uri="{FF2B5EF4-FFF2-40B4-BE49-F238E27FC236}">
                    <a16:creationId xmlns:a16="http://schemas.microsoft.com/office/drawing/2014/main" id="{933D5684-7C47-62E7-80BB-7FF2662C15EF}"/>
                  </a:ext>
                </a:extLst>
              </p14:cNvPr>
              <p14:cNvContentPartPr/>
              <p14:nvPr/>
            </p14:nvContentPartPr>
            <p14:xfrm>
              <a:off x="6593393" y="1174665"/>
              <a:ext cx="195480" cy="135720"/>
            </p14:xfrm>
          </p:contentPart>
        </mc:Choice>
        <mc:Fallback>
          <p:pic>
            <p:nvPicPr>
              <p:cNvPr id="92" name="Ink 91">
                <a:extLst>
                  <a:ext uri="{FF2B5EF4-FFF2-40B4-BE49-F238E27FC236}">
                    <a16:creationId xmlns:a16="http://schemas.microsoft.com/office/drawing/2014/main" id="{933D5684-7C47-62E7-80BB-7FF2662C15EF}"/>
                  </a:ext>
                </a:extLst>
              </p:cNvPr>
              <p:cNvPicPr/>
              <p:nvPr/>
            </p:nvPicPr>
            <p:blipFill>
              <a:blip r:embed="rId111"/>
              <a:stretch>
                <a:fillRect/>
              </a:stretch>
            </p:blipFill>
            <p:spPr>
              <a:xfrm>
                <a:off x="6584753" y="1166025"/>
                <a:ext cx="21312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93" name="Ink 92">
                <a:extLst>
                  <a:ext uri="{FF2B5EF4-FFF2-40B4-BE49-F238E27FC236}">
                    <a16:creationId xmlns:a16="http://schemas.microsoft.com/office/drawing/2014/main" id="{C7467F78-8679-23E1-DB9D-DEB14A48630D}"/>
                  </a:ext>
                </a:extLst>
              </p14:cNvPr>
              <p14:cNvContentPartPr/>
              <p14:nvPr/>
            </p14:nvContentPartPr>
            <p14:xfrm>
              <a:off x="6847193" y="1139025"/>
              <a:ext cx="68400" cy="155880"/>
            </p14:xfrm>
          </p:contentPart>
        </mc:Choice>
        <mc:Fallback>
          <p:pic>
            <p:nvPicPr>
              <p:cNvPr id="93" name="Ink 92">
                <a:extLst>
                  <a:ext uri="{FF2B5EF4-FFF2-40B4-BE49-F238E27FC236}">
                    <a16:creationId xmlns:a16="http://schemas.microsoft.com/office/drawing/2014/main" id="{C7467F78-8679-23E1-DB9D-DEB14A48630D}"/>
                  </a:ext>
                </a:extLst>
              </p:cNvPr>
              <p:cNvPicPr/>
              <p:nvPr/>
            </p:nvPicPr>
            <p:blipFill>
              <a:blip r:embed="rId113"/>
              <a:stretch>
                <a:fillRect/>
              </a:stretch>
            </p:blipFill>
            <p:spPr>
              <a:xfrm>
                <a:off x="6838193" y="1130025"/>
                <a:ext cx="8604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94" name="Ink 93">
                <a:extLst>
                  <a:ext uri="{FF2B5EF4-FFF2-40B4-BE49-F238E27FC236}">
                    <a16:creationId xmlns:a16="http://schemas.microsoft.com/office/drawing/2014/main" id="{14E7C891-3439-7D3D-7B35-E097E8121FFF}"/>
                  </a:ext>
                </a:extLst>
              </p14:cNvPr>
              <p14:cNvContentPartPr/>
              <p14:nvPr/>
            </p14:nvContentPartPr>
            <p14:xfrm>
              <a:off x="6839993" y="1119225"/>
              <a:ext cx="217440" cy="161640"/>
            </p14:xfrm>
          </p:contentPart>
        </mc:Choice>
        <mc:Fallback>
          <p:pic>
            <p:nvPicPr>
              <p:cNvPr id="94" name="Ink 93">
                <a:extLst>
                  <a:ext uri="{FF2B5EF4-FFF2-40B4-BE49-F238E27FC236}">
                    <a16:creationId xmlns:a16="http://schemas.microsoft.com/office/drawing/2014/main" id="{14E7C891-3439-7D3D-7B35-E097E8121FFF}"/>
                  </a:ext>
                </a:extLst>
              </p:cNvPr>
              <p:cNvPicPr/>
              <p:nvPr/>
            </p:nvPicPr>
            <p:blipFill>
              <a:blip r:embed="rId115"/>
              <a:stretch>
                <a:fillRect/>
              </a:stretch>
            </p:blipFill>
            <p:spPr>
              <a:xfrm>
                <a:off x="6830993" y="1110225"/>
                <a:ext cx="235080" cy="179280"/>
              </a:xfrm>
              <a:prstGeom prst="rect">
                <a:avLst/>
              </a:prstGeom>
            </p:spPr>
          </p:pic>
        </mc:Fallback>
      </mc:AlternateContent>
      <p:grpSp>
        <p:nvGrpSpPr>
          <p:cNvPr id="128" name="Group 127">
            <a:extLst>
              <a:ext uri="{FF2B5EF4-FFF2-40B4-BE49-F238E27FC236}">
                <a16:creationId xmlns:a16="http://schemas.microsoft.com/office/drawing/2014/main" id="{C7516F95-DC28-C9EA-3098-AC2CF278E375}"/>
              </a:ext>
            </a:extLst>
          </p:cNvPr>
          <p:cNvGrpSpPr/>
          <p:nvPr/>
        </p:nvGrpSpPr>
        <p:grpSpPr>
          <a:xfrm>
            <a:off x="7262993" y="671745"/>
            <a:ext cx="3713760" cy="1085040"/>
            <a:chOff x="7262993" y="671745"/>
            <a:chExt cx="3713760" cy="1085040"/>
          </a:xfrm>
        </p:grpSpPr>
        <mc:AlternateContent xmlns:mc="http://schemas.openxmlformats.org/markup-compatibility/2006">
          <mc:Choice xmlns:p14="http://schemas.microsoft.com/office/powerpoint/2010/main" Requires="p14">
            <p:contentPart p14:bwMode="auto" r:id="rId116">
              <p14:nvContentPartPr>
                <p14:cNvPr id="95" name="Ink 94">
                  <a:extLst>
                    <a:ext uri="{FF2B5EF4-FFF2-40B4-BE49-F238E27FC236}">
                      <a16:creationId xmlns:a16="http://schemas.microsoft.com/office/drawing/2014/main" id="{5F853D7F-6473-C766-EE1D-937F2CF5916C}"/>
                    </a:ext>
                  </a:extLst>
                </p14:cNvPr>
                <p14:cNvContentPartPr/>
                <p14:nvPr/>
              </p14:nvContentPartPr>
              <p14:xfrm>
                <a:off x="7262993" y="786225"/>
                <a:ext cx="312120" cy="693720"/>
              </p14:xfrm>
            </p:contentPart>
          </mc:Choice>
          <mc:Fallback>
            <p:pic>
              <p:nvPicPr>
                <p:cNvPr id="95" name="Ink 94">
                  <a:extLst>
                    <a:ext uri="{FF2B5EF4-FFF2-40B4-BE49-F238E27FC236}">
                      <a16:creationId xmlns:a16="http://schemas.microsoft.com/office/drawing/2014/main" id="{5F853D7F-6473-C766-EE1D-937F2CF5916C}"/>
                    </a:ext>
                  </a:extLst>
                </p:cNvPr>
                <p:cNvPicPr/>
                <p:nvPr/>
              </p:nvPicPr>
              <p:blipFill>
                <a:blip r:embed="rId117"/>
                <a:stretch>
                  <a:fillRect/>
                </a:stretch>
              </p:blipFill>
              <p:spPr>
                <a:xfrm>
                  <a:off x="7253993" y="777585"/>
                  <a:ext cx="329760" cy="7113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96" name="Ink 95">
                  <a:extLst>
                    <a:ext uri="{FF2B5EF4-FFF2-40B4-BE49-F238E27FC236}">
                      <a16:creationId xmlns:a16="http://schemas.microsoft.com/office/drawing/2014/main" id="{B250D9A0-91C8-082A-69CE-6C6C4705F044}"/>
                    </a:ext>
                  </a:extLst>
                </p14:cNvPr>
                <p14:cNvContentPartPr/>
                <p14:nvPr/>
              </p14:nvContentPartPr>
              <p14:xfrm>
                <a:off x="7548473" y="1061625"/>
                <a:ext cx="32760" cy="185760"/>
              </p14:xfrm>
            </p:contentPart>
          </mc:Choice>
          <mc:Fallback>
            <p:pic>
              <p:nvPicPr>
                <p:cNvPr id="96" name="Ink 95">
                  <a:extLst>
                    <a:ext uri="{FF2B5EF4-FFF2-40B4-BE49-F238E27FC236}">
                      <a16:creationId xmlns:a16="http://schemas.microsoft.com/office/drawing/2014/main" id="{B250D9A0-91C8-082A-69CE-6C6C4705F044}"/>
                    </a:ext>
                  </a:extLst>
                </p:cNvPr>
                <p:cNvPicPr/>
                <p:nvPr/>
              </p:nvPicPr>
              <p:blipFill>
                <a:blip r:embed="rId119"/>
                <a:stretch>
                  <a:fillRect/>
                </a:stretch>
              </p:blipFill>
              <p:spPr>
                <a:xfrm>
                  <a:off x="7539473" y="1052985"/>
                  <a:ext cx="5040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97" name="Ink 96">
                  <a:extLst>
                    <a:ext uri="{FF2B5EF4-FFF2-40B4-BE49-F238E27FC236}">
                      <a16:creationId xmlns:a16="http://schemas.microsoft.com/office/drawing/2014/main" id="{6D604066-05B8-B113-0359-22134FDF03B0}"/>
                    </a:ext>
                  </a:extLst>
                </p14:cNvPr>
                <p14:cNvContentPartPr/>
                <p14:nvPr/>
              </p14:nvContentPartPr>
              <p14:xfrm>
                <a:off x="7529393" y="993225"/>
                <a:ext cx="198000" cy="32400"/>
              </p14:xfrm>
            </p:contentPart>
          </mc:Choice>
          <mc:Fallback>
            <p:pic>
              <p:nvPicPr>
                <p:cNvPr id="97" name="Ink 96">
                  <a:extLst>
                    <a:ext uri="{FF2B5EF4-FFF2-40B4-BE49-F238E27FC236}">
                      <a16:creationId xmlns:a16="http://schemas.microsoft.com/office/drawing/2014/main" id="{6D604066-05B8-B113-0359-22134FDF03B0}"/>
                    </a:ext>
                  </a:extLst>
                </p:cNvPr>
                <p:cNvPicPr/>
                <p:nvPr/>
              </p:nvPicPr>
              <p:blipFill>
                <a:blip r:embed="rId121"/>
                <a:stretch>
                  <a:fillRect/>
                </a:stretch>
              </p:blipFill>
              <p:spPr>
                <a:xfrm>
                  <a:off x="7520393" y="984225"/>
                  <a:ext cx="21564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98" name="Ink 97">
                  <a:extLst>
                    <a:ext uri="{FF2B5EF4-FFF2-40B4-BE49-F238E27FC236}">
                      <a16:creationId xmlns:a16="http://schemas.microsoft.com/office/drawing/2014/main" id="{8BA37EE5-91D1-59AC-EF5A-094090A8FD7C}"/>
                    </a:ext>
                  </a:extLst>
                </p14:cNvPr>
                <p14:cNvContentPartPr/>
                <p14:nvPr/>
              </p14:nvContentPartPr>
              <p14:xfrm>
                <a:off x="7540193" y="1114185"/>
                <a:ext cx="167040" cy="32400"/>
              </p14:xfrm>
            </p:contentPart>
          </mc:Choice>
          <mc:Fallback>
            <p:pic>
              <p:nvPicPr>
                <p:cNvPr id="98" name="Ink 97">
                  <a:extLst>
                    <a:ext uri="{FF2B5EF4-FFF2-40B4-BE49-F238E27FC236}">
                      <a16:creationId xmlns:a16="http://schemas.microsoft.com/office/drawing/2014/main" id="{8BA37EE5-91D1-59AC-EF5A-094090A8FD7C}"/>
                    </a:ext>
                  </a:extLst>
                </p:cNvPr>
                <p:cNvPicPr/>
                <p:nvPr/>
              </p:nvPicPr>
              <p:blipFill>
                <a:blip r:embed="rId123"/>
                <a:stretch>
                  <a:fillRect/>
                </a:stretch>
              </p:blipFill>
              <p:spPr>
                <a:xfrm>
                  <a:off x="7531193" y="1105545"/>
                  <a:ext cx="18468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99" name="Ink 98">
                  <a:extLst>
                    <a:ext uri="{FF2B5EF4-FFF2-40B4-BE49-F238E27FC236}">
                      <a16:creationId xmlns:a16="http://schemas.microsoft.com/office/drawing/2014/main" id="{2F3A1A3A-2F85-41C6-CC07-DE09CE5706D4}"/>
                    </a:ext>
                  </a:extLst>
                </p14:cNvPr>
                <p14:cNvContentPartPr/>
                <p14:nvPr/>
              </p14:nvContentPartPr>
              <p14:xfrm>
                <a:off x="7803353" y="974505"/>
                <a:ext cx="169560" cy="233280"/>
              </p14:xfrm>
            </p:contentPart>
          </mc:Choice>
          <mc:Fallback>
            <p:pic>
              <p:nvPicPr>
                <p:cNvPr id="99" name="Ink 98">
                  <a:extLst>
                    <a:ext uri="{FF2B5EF4-FFF2-40B4-BE49-F238E27FC236}">
                      <a16:creationId xmlns:a16="http://schemas.microsoft.com/office/drawing/2014/main" id="{2F3A1A3A-2F85-41C6-CC07-DE09CE5706D4}"/>
                    </a:ext>
                  </a:extLst>
                </p:cNvPr>
                <p:cNvPicPr/>
                <p:nvPr/>
              </p:nvPicPr>
              <p:blipFill>
                <a:blip r:embed="rId125"/>
                <a:stretch>
                  <a:fillRect/>
                </a:stretch>
              </p:blipFill>
              <p:spPr>
                <a:xfrm>
                  <a:off x="7794353" y="965865"/>
                  <a:ext cx="18720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00" name="Ink 99">
                  <a:extLst>
                    <a:ext uri="{FF2B5EF4-FFF2-40B4-BE49-F238E27FC236}">
                      <a16:creationId xmlns:a16="http://schemas.microsoft.com/office/drawing/2014/main" id="{00EF51FC-096E-2E45-8BCD-2D118B592EA0}"/>
                    </a:ext>
                  </a:extLst>
                </p14:cNvPr>
                <p14:cNvContentPartPr/>
                <p14:nvPr/>
              </p14:nvContentPartPr>
              <p14:xfrm>
                <a:off x="7792553" y="1065945"/>
                <a:ext cx="178920" cy="52920"/>
              </p14:xfrm>
            </p:contentPart>
          </mc:Choice>
          <mc:Fallback>
            <p:pic>
              <p:nvPicPr>
                <p:cNvPr id="100" name="Ink 99">
                  <a:extLst>
                    <a:ext uri="{FF2B5EF4-FFF2-40B4-BE49-F238E27FC236}">
                      <a16:creationId xmlns:a16="http://schemas.microsoft.com/office/drawing/2014/main" id="{00EF51FC-096E-2E45-8BCD-2D118B592EA0}"/>
                    </a:ext>
                  </a:extLst>
                </p:cNvPr>
                <p:cNvPicPr/>
                <p:nvPr/>
              </p:nvPicPr>
              <p:blipFill>
                <a:blip r:embed="rId127"/>
                <a:stretch>
                  <a:fillRect/>
                </a:stretch>
              </p:blipFill>
              <p:spPr>
                <a:xfrm>
                  <a:off x="7783553" y="1057305"/>
                  <a:ext cx="19656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01" name="Ink 100">
                  <a:extLst>
                    <a:ext uri="{FF2B5EF4-FFF2-40B4-BE49-F238E27FC236}">
                      <a16:creationId xmlns:a16="http://schemas.microsoft.com/office/drawing/2014/main" id="{52D6E7D1-0635-A8BC-253C-DE9B99E5DE18}"/>
                    </a:ext>
                  </a:extLst>
                </p14:cNvPr>
                <p14:cNvContentPartPr/>
                <p14:nvPr/>
              </p14:nvContentPartPr>
              <p14:xfrm>
                <a:off x="7999553" y="1000785"/>
                <a:ext cx="111960" cy="177120"/>
              </p14:xfrm>
            </p:contentPart>
          </mc:Choice>
          <mc:Fallback>
            <p:pic>
              <p:nvPicPr>
                <p:cNvPr id="101" name="Ink 100">
                  <a:extLst>
                    <a:ext uri="{FF2B5EF4-FFF2-40B4-BE49-F238E27FC236}">
                      <a16:creationId xmlns:a16="http://schemas.microsoft.com/office/drawing/2014/main" id="{52D6E7D1-0635-A8BC-253C-DE9B99E5DE18}"/>
                    </a:ext>
                  </a:extLst>
                </p:cNvPr>
                <p:cNvPicPr/>
                <p:nvPr/>
              </p:nvPicPr>
              <p:blipFill>
                <a:blip r:embed="rId129"/>
                <a:stretch>
                  <a:fillRect/>
                </a:stretch>
              </p:blipFill>
              <p:spPr>
                <a:xfrm>
                  <a:off x="7990913" y="991785"/>
                  <a:ext cx="12960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02" name="Ink 101">
                  <a:extLst>
                    <a:ext uri="{FF2B5EF4-FFF2-40B4-BE49-F238E27FC236}">
                      <a16:creationId xmlns:a16="http://schemas.microsoft.com/office/drawing/2014/main" id="{E447B705-274A-1F46-CCAA-90CB38625839}"/>
                    </a:ext>
                  </a:extLst>
                </p14:cNvPr>
                <p14:cNvContentPartPr/>
                <p14:nvPr/>
              </p14:nvContentPartPr>
              <p14:xfrm>
                <a:off x="8435153" y="856785"/>
                <a:ext cx="209160" cy="290160"/>
              </p14:xfrm>
            </p:contentPart>
          </mc:Choice>
          <mc:Fallback>
            <p:pic>
              <p:nvPicPr>
                <p:cNvPr id="102" name="Ink 101">
                  <a:extLst>
                    <a:ext uri="{FF2B5EF4-FFF2-40B4-BE49-F238E27FC236}">
                      <a16:creationId xmlns:a16="http://schemas.microsoft.com/office/drawing/2014/main" id="{E447B705-274A-1F46-CCAA-90CB38625839}"/>
                    </a:ext>
                  </a:extLst>
                </p:cNvPr>
                <p:cNvPicPr/>
                <p:nvPr/>
              </p:nvPicPr>
              <p:blipFill>
                <a:blip r:embed="rId131"/>
                <a:stretch>
                  <a:fillRect/>
                </a:stretch>
              </p:blipFill>
              <p:spPr>
                <a:xfrm>
                  <a:off x="8426513" y="848145"/>
                  <a:ext cx="22680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03" name="Ink 102">
                  <a:extLst>
                    <a:ext uri="{FF2B5EF4-FFF2-40B4-BE49-F238E27FC236}">
                      <a16:creationId xmlns:a16="http://schemas.microsoft.com/office/drawing/2014/main" id="{CB7AAADE-8732-10C9-A93E-A6D09B09ADFD}"/>
                    </a:ext>
                  </a:extLst>
                </p14:cNvPr>
                <p14:cNvContentPartPr/>
                <p14:nvPr/>
              </p14:nvContentPartPr>
              <p14:xfrm>
                <a:off x="8474753" y="935265"/>
                <a:ext cx="372960" cy="159840"/>
              </p14:xfrm>
            </p:contentPart>
          </mc:Choice>
          <mc:Fallback>
            <p:pic>
              <p:nvPicPr>
                <p:cNvPr id="103" name="Ink 102">
                  <a:extLst>
                    <a:ext uri="{FF2B5EF4-FFF2-40B4-BE49-F238E27FC236}">
                      <a16:creationId xmlns:a16="http://schemas.microsoft.com/office/drawing/2014/main" id="{CB7AAADE-8732-10C9-A93E-A6D09B09ADFD}"/>
                    </a:ext>
                  </a:extLst>
                </p:cNvPr>
                <p:cNvPicPr/>
                <p:nvPr/>
              </p:nvPicPr>
              <p:blipFill>
                <a:blip r:embed="rId133"/>
                <a:stretch>
                  <a:fillRect/>
                </a:stretch>
              </p:blipFill>
              <p:spPr>
                <a:xfrm>
                  <a:off x="8466113" y="926265"/>
                  <a:ext cx="39060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04" name="Ink 103">
                  <a:extLst>
                    <a:ext uri="{FF2B5EF4-FFF2-40B4-BE49-F238E27FC236}">
                      <a16:creationId xmlns:a16="http://schemas.microsoft.com/office/drawing/2014/main" id="{1E9D1908-BC90-F271-B211-8911008CC470}"/>
                    </a:ext>
                  </a:extLst>
                </p14:cNvPr>
                <p14:cNvContentPartPr/>
                <p14:nvPr/>
              </p14:nvContentPartPr>
              <p14:xfrm>
                <a:off x="8868953" y="907545"/>
                <a:ext cx="109800" cy="161280"/>
              </p14:xfrm>
            </p:contentPart>
          </mc:Choice>
          <mc:Fallback>
            <p:pic>
              <p:nvPicPr>
                <p:cNvPr id="104" name="Ink 103">
                  <a:extLst>
                    <a:ext uri="{FF2B5EF4-FFF2-40B4-BE49-F238E27FC236}">
                      <a16:creationId xmlns:a16="http://schemas.microsoft.com/office/drawing/2014/main" id="{1E9D1908-BC90-F271-B211-8911008CC470}"/>
                    </a:ext>
                  </a:extLst>
                </p:cNvPr>
                <p:cNvPicPr/>
                <p:nvPr/>
              </p:nvPicPr>
              <p:blipFill>
                <a:blip r:embed="rId135"/>
                <a:stretch>
                  <a:fillRect/>
                </a:stretch>
              </p:blipFill>
              <p:spPr>
                <a:xfrm>
                  <a:off x="8859953" y="898545"/>
                  <a:ext cx="1274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05" name="Ink 104">
                  <a:extLst>
                    <a:ext uri="{FF2B5EF4-FFF2-40B4-BE49-F238E27FC236}">
                      <a16:creationId xmlns:a16="http://schemas.microsoft.com/office/drawing/2014/main" id="{C52825AE-D13E-D325-2FE8-7D42DBC8E12C}"/>
                    </a:ext>
                  </a:extLst>
                </p14:cNvPr>
                <p14:cNvContentPartPr/>
                <p14:nvPr/>
              </p14:nvContentPartPr>
              <p14:xfrm>
                <a:off x="9025913" y="912585"/>
                <a:ext cx="95760" cy="115560"/>
              </p14:xfrm>
            </p:contentPart>
          </mc:Choice>
          <mc:Fallback>
            <p:pic>
              <p:nvPicPr>
                <p:cNvPr id="105" name="Ink 104">
                  <a:extLst>
                    <a:ext uri="{FF2B5EF4-FFF2-40B4-BE49-F238E27FC236}">
                      <a16:creationId xmlns:a16="http://schemas.microsoft.com/office/drawing/2014/main" id="{C52825AE-D13E-D325-2FE8-7D42DBC8E12C}"/>
                    </a:ext>
                  </a:extLst>
                </p:cNvPr>
                <p:cNvPicPr/>
                <p:nvPr/>
              </p:nvPicPr>
              <p:blipFill>
                <a:blip r:embed="rId137"/>
                <a:stretch>
                  <a:fillRect/>
                </a:stretch>
              </p:blipFill>
              <p:spPr>
                <a:xfrm>
                  <a:off x="9016913" y="903945"/>
                  <a:ext cx="11340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06" name="Ink 105">
                  <a:extLst>
                    <a:ext uri="{FF2B5EF4-FFF2-40B4-BE49-F238E27FC236}">
                      <a16:creationId xmlns:a16="http://schemas.microsoft.com/office/drawing/2014/main" id="{B375F2AC-2E1D-F4BB-7A34-CB08EAC4D091}"/>
                    </a:ext>
                  </a:extLst>
                </p14:cNvPr>
                <p14:cNvContentPartPr/>
                <p14:nvPr/>
              </p14:nvContentPartPr>
              <p14:xfrm>
                <a:off x="9178193" y="905385"/>
                <a:ext cx="155160" cy="106200"/>
              </p14:xfrm>
            </p:contentPart>
          </mc:Choice>
          <mc:Fallback>
            <p:pic>
              <p:nvPicPr>
                <p:cNvPr id="106" name="Ink 105">
                  <a:extLst>
                    <a:ext uri="{FF2B5EF4-FFF2-40B4-BE49-F238E27FC236}">
                      <a16:creationId xmlns:a16="http://schemas.microsoft.com/office/drawing/2014/main" id="{B375F2AC-2E1D-F4BB-7A34-CB08EAC4D091}"/>
                    </a:ext>
                  </a:extLst>
                </p:cNvPr>
                <p:cNvPicPr/>
                <p:nvPr/>
              </p:nvPicPr>
              <p:blipFill>
                <a:blip r:embed="rId139"/>
                <a:stretch>
                  <a:fillRect/>
                </a:stretch>
              </p:blipFill>
              <p:spPr>
                <a:xfrm>
                  <a:off x="9169553" y="896385"/>
                  <a:ext cx="17280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07" name="Ink 106">
                  <a:extLst>
                    <a:ext uri="{FF2B5EF4-FFF2-40B4-BE49-F238E27FC236}">
                      <a16:creationId xmlns:a16="http://schemas.microsoft.com/office/drawing/2014/main" id="{1093E5A7-7611-45A4-BBD1-C664C7E1982C}"/>
                    </a:ext>
                  </a:extLst>
                </p14:cNvPr>
                <p14:cNvContentPartPr/>
                <p14:nvPr/>
              </p14:nvContentPartPr>
              <p14:xfrm>
                <a:off x="9298793" y="805665"/>
                <a:ext cx="16920" cy="6840"/>
              </p14:xfrm>
            </p:contentPart>
          </mc:Choice>
          <mc:Fallback>
            <p:pic>
              <p:nvPicPr>
                <p:cNvPr id="107" name="Ink 106">
                  <a:extLst>
                    <a:ext uri="{FF2B5EF4-FFF2-40B4-BE49-F238E27FC236}">
                      <a16:creationId xmlns:a16="http://schemas.microsoft.com/office/drawing/2014/main" id="{1093E5A7-7611-45A4-BBD1-C664C7E1982C}"/>
                    </a:ext>
                  </a:extLst>
                </p:cNvPr>
                <p:cNvPicPr/>
                <p:nvPr/>
              </p:nvPicPr>
              <p:blipFill>
                <a:blip r:embed="rId141"/>
                <a:stretch>
                  <a:fillRect/>
                </a:stretch>
              </p:blipFill>
              <p:spPr>
                <a:xfrm>
                  <a:off x="9289793" y="796665"/>
                  <a:ext cx="345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08" name="Ink 107">
                  <a:extLst>
                    <a:ext uri="{FF2B5EF4-FFF2-40B4-BE49-F238E27FC236}">
                      <a16:creationId xmlns:a16="http://schemas.microsoft.com/office/drawing/2014/main" id="{8143B644-F67F-D2E4-E816-1AE3A3594FDE}"/>
                    </a:ext>
                  </a:extLst>
                </p14:cNvPr>
                <p14:cNvContentPartPr/>
                <p14:nvPr/>
              </p14:nvContentPartPr>
              <p14:xfrm>
                <a:off x="9374033" y="908625"/>
                <a:ext cx="195120" cy="90720"/>
              </p14:xfrm>
            </p:contentPart>
          </mc:Choice>
          <mc:Fallback>
            <p:pic>
              <p:nvPicPr>
                <p:cNvPr id="108" name="Ink 107">
                  <a:extLst>
                    <a:ext uri="{FF2B5EF4-FFF2-40B4-BE49-F238E27FC236}">
                      <a16:creationId xmlns:a16="http://schemas.microsoft.com/office/drawing/2014/main" id="{8143B644-F67F-D2E4-E816-1AE3A3594FDE}"/>
                    </a:ext>
                  </a:extLst>
                </p:cNvPr>
                <p:cNvPicPr/>
                <p:nvPr/>
              </p:nvPicPr>
              <p:blipFill>
                <a:blip r:embed="rId143"/>
                <a:stretch>
                  <a:fillRect/>
                </a:stretch>
              </p:blipFill>
              <p:spPr>
                <a:xfrm>
                  <a:off x="9365393" y="899625"/>
                  <a:ext cx="21276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09" name="Ink 108">
                  <a:extLst>
                    <a:ext uri="{FF2B5EF4-FFF2-40B4-BE49-F238E27FC236}">
                      <a16:creationId xmlns:a16="http://schemas.microsoft.com/office/drawing/2014/main" id="{79764289-1AE5-9623-A59D-4FA16643D5FA}"/>
                    </a:ext>
                  </a:extLst>
                </p14:cNvPr>
                <p14:cNvContentPartPr/>
                <p14:nvPr/>
              </p14:nvContentPartPr>
              <p14:xfrm>
                <a:off x="9563393" y="682545"/>
                <a:ext cx="33480" cy="253080"/>
              </p14:xfrm>
            </p:contentPart>
          </mc:Choice>
          <mc:Fallback>
            <p:pic>
              <p:nvPicPr>
                <p:cNvPr id="109" name="Ink 108">
                  <a:extLst>
                    <a:ext uri="{FF2B5EF4-FFF2-40B4-BE49-F238E27FC236}">
                      <a16:creationId xmlns:a16="http://schemas.microsoft.com/office/drawing/2014/main" id="{79764289-1AE5-9623-A59D-4FA16643D5FA}"/>
                    </a:ext>
                  </a:extLst>
                </p:cNvPr>
                <p:cNvPicPr/>
                <p:nvPr/>
              </p:nvPicPr>
              <p:blipFill>
                <a:blip r:embed="rId145"/>
                <a:stretch>
                  <a:fillRect/>
                </a:stretch>
              </p:blipFill>
              <p:spPr>
                <a:xfrm>
                  <a:off x="9554393" y="673545"/>
                  <a:ext cx="5112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10" name="Ink 109">
                  <a:extLst>
                    <a:ext uri="{FF2B5EF4-FFF2-40B4-BE49-F238E27FC236}">
                      <a16:creationId xmlns:a16="http://schemas.microsoft.com/office/drawing/2014/main" id="{00EAD877-817F-E533-76B2-5009A62B19EF}"/>
                    </a:ext>
                  </a:extLst>
                </p14:cNvPr>
                <p14:cNvContentPartPr/>
                <p14:nvPr/>
              </p14:nvContentPartPr>
              <p14:xfrm>
                <a:off x="9527393" y="795945"/>
                <a:ext cx="112320" cy="1440"/>
              </p14:xfrm>
            </p:contentPart>
          </mc:Choice>
          <mc:Fallback>
            <p:pic>
              <p:nvPicPr>
                <p:cNvPr id="110" name="Ink 109">
                  <a:extLst>
                    <a:ext uri="{FF2B5EF4-FFF2-40B4-BE49-F238E27FC236}">
                      <a16:creationId xmlns:a16="http://schemas.microsoft.com/office/drawing/2014/main" id="{00EAD877-817F-E533-76B2-5009A62B19EF}"/>
                    </a:ext>
                  </a:extLst>
                </p:cNvPr>
                <p:cNvPicPr/>
                <p:nvPr/>
              </p:nvPicPr>
              <p:blipFill>
                <a:blip r:embed="rId147"/>
                <a:stretch>
                  <a:fillRect/>
                </a:stretch>
              </p:blipFill>
              <p:spPr>
                <a:xfrm>
                  <a:off x="9518393" y="787305"/>
                  <a:ext cx="12996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13" name="Ink 112">
                  <a:extLst>
                    <a:ext uri="{FF2B5EF4-FFF2-40B4-BE49-F238E27FC236}">
                      <a16:creationId xmlns:a16="http://schemas.microsoft.com/office/drawing/2014/main" id="{79950641-DB28-6D57-8AF0-D16610F2CF88}"/>
                    </a:ext>
                  </a:extLst>
                </p14:cNvPr>
                <p14:cNvContentPartPr/>
                <p14:nvPr/>
              </p14:nvContentPartPr>
              <p14:xfrm>
                <a:off x="9659153" y="671745"/>
                <a:ext cx="348480" cy="326160"/>
              </p14:xfrm>
            </p:contentPart>
          </mc:Choice>
          <mc:Fallback>
            <p:pic>
              <p:nvPicPr>
                <p:cNvPr id="113" name="Ink 112">
                  <a:extLst>
                    <a:ext uri="{FF2B5EF4-FFF2-40B4-BE49-F238E27FC236}">
                      <a16:creationId xmlns:a16="http://schemas.microsoft.com/office/drawing/2014/main" id="{79950641-DB28-6D57-8AF0-D16610F2CF88}"/>
                    </a:ext>
                  </a:extLst>
                </p:cNvPr>
                <p:cNvPicPr/>
                <p:nvPr/>
              </p:nvPicPr>
              <p:blipFill>
                <a:blip r:embed="rId149"/>
                <a:stretch>
                  <a:fillRect/>
                </a:stretch>
              </p:blipFill>
              <p:spPr>
                <a:xfrm>
                  <a:off x="9650153" y="662745"/>
                  <a:ext cx="36612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14" name="Ink 113">
                  <a:extLst>
                    <a:ext uri="{FF2B5EF4-FFF2-40B4-BE49-F238E27FC236}">
                      <a16:creationId xmlns:a16="http://schemas.microsoft.com/office/drawing/2014/main" id="{44872855-2935-8CA9-85B4-7506FA169D6C}"/>
                    </a:ext>
                  </a:extLst>
                </p14:cNvPr>
                <p14:cNvContentPartPr/>
                <p14:nvPr/>
              </p14:nvContentPartPr>
              <p14:xfrm>
                <a:off x="8386553" y="1510545"/>
                <a:ext cx="7560" cy="235080"/>
              </p14:xfrm>
            </p:contentPart>
          </mc:Choice>
          <mc:Fallback>
            <p:pic>
              <p:nvPicPr>
                <p:cNvPr id="114" name="Ink 113">
                  <a:extLst>
                    <a:ext uri="{FF2B5EF4-FFF2-40B4-BE49-F238E27FC236}">
                      <a16:creationId xmlns:a16="http://schemas.microsoft.com/office/drawing/2014/main" id="{44872855-2935-8CA9-85B4-7506FA169D6C}"/>
                    </a:ext>
                  </a:extLst>
                </p:cNvPr>
                <p:cNvPicPr/>
                <p:nvPr/>
              </p:nvPicPr>
              <p:blipFill>
                <a:blip r:embed="rId151"/>
                <a:stretch>
                  <a:fillRect/>
                </a:stretch>
              </p:blipFill>
              <p:spPr>
                <a:xfrm>
                  <a:off x="8377913" y="1501905"/>
                  <a:ext cx="252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15" name="Ink 114">
                  <a:extLst>
                    <a:ext uri="{FF2B5EF4-FFF2-40B4-BE49-F238E27FC236}">
                      <a16:creationId xmlns:a16="http://schemas.microsoft.com/office/drawing/2014/main" id="{DDE2B213-2524-3E7F-27EC-8CEF54BAD091}"/>
                    </a:ext>
                  </a:extLst>
                </p14:cNvPr>
                <p14:cNvContentPartPr/>
                <p14:nvPr/>
              </p14:nvContentPartPr>
              <p14:xfrm>
                <a:off x="8261633" y="1495785"/>
                <a:ext cx="330120" cy="261000"/>
              </p14:xfrm>
            </p:contentPart>
          </mc:Choice>
          <mc:Fallback>
            <p:pic>
              <p:nvPicPr>
                <p:cNvPr id="115" name="Ink 114">
                  <a:extLst>
                    <a:ext uri="{FF2B5EF4-FFF2-40B4-BE49-F238E27FC236}">
                      <a16:creationId xmlns:a16="http://schemas.microsoft.com/office/drawing/2014/main" id="{DDE2B213-2524-3E7F-27EC-8CEF54BAD091}"/>
                    </a:ext>
                  </a:extLst>
                </p:cNvPr>
                <p:cNvPicPr/>
                <p:nvPr/>
              </p:nvPicPr>
              <p:blipFill>
                <a:blip r:embed="rId153"/>
                <a:stretch>
                  <a:fillRect/>
                </a:stretch>
              </p:blipFill>
              <p:spPr>
                <a:xfrm>
                  <a:off x="8252993" y="1486785"/>
                  <a:ext cx="34776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16" name="Ink 115">
                  <a:extLst>
                    <a:ext uri="{FF2B5EF4-FFF2-40B4-BE49-F238E27FC236}">
                      <a16:creationId xmlns:a16="http://schemas.microsoft.com/office/drawing/2014/main" id="{3C7522BF-7749-4527-0FA5-9624C9DFF8A6}"/>
                    </a:ext>
                  </a:extLst>
                </p14:cNvPr>
                <p14:cNvContentPartPr/>
                <p14:nvPr/>
              </p14:nvContentPartPr>
              <p14:xfrm>
                <a:off x="8666273" y="1536105"/>
                <a:ext cx="189720" cy="153720"/>
              </p14:xfrm>
            </p:contentPart>
          </mc:Choice>
          <mc:Fallback>
            <p:pic>
              <p:nvPicPr>
                <p:cNvPr id="116" name="Ink 115">
                  <a:extLst>
                    <a:ext uri="{FF2B5EF4-FFF2-40B4-BE49-F238E27FC236}">
                      <a16:creationId xmlns:a16="http://schemas.microsoft.com/office/drawing/2014/main" id="{3C7522BF-7749-4527-0FA5-9624C9DFF8A6}"/>
                    </a:ext>
                  </a:extLst>
                </p:cNvPr>
                <p:cNvPicPr/>
                <p:nvPr/>
              </p:nvPicPr>
              <p:blipFill>
                <a:blip r:embed="rId155"/>
                <a:stretch>
                  <a:fillRect/>
                </a:stretch>
              </p:blipFill>
              <p:spPr>
                <a:xfrm>
                  <a:off x="8657633" y="1527465"/>
                  <a:ext cx="20736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17" name="Ink 116">
                  <a:extLst>
                    <a:ext uri="{FF2B5EF4-FFF2-40B4-BE49-F238E27FC236}">
                      <a16:creationId xmlns:a16="http://schemas.microsoft.com/office/drawing/2014/main" id="{03C79CBE-2153-C3E5-CA71-0D4FD65F4A0A}"/>
                    </a:ext>
                  </a:extLst>
                </p14:cNvPr>
                <p14:cNvContentPartPr/>
                <p14:nvPr/>
              </p14:nvContentPartPr>
              <p14:xfrm>
                <a:off x="8870393" y="1556625"/>
                <a:ext cx="160560" cy="87840"/>
              </p14:xfrm>
            </p:contentPart>
          </mc:Choice>
          <mc:Fallback>
            <p:pic>
              <p:nvPicPr>
                <p:cNvPr id="117" name="Ink 116">
                  <a:extLst>
                    <a:ext uri="{FF2B5EF4-FFF2-40B4-BE49-F238E27FC236}">
                      <a16:creationId xmlns:a16="http://schemas.microsoft.com/office/drawing/2014/main" id="{03C79CBE-2153-C3E5-CA71-0D4FD65F4A0A}"/>
                    </a:ext>
                  </a:extLst>
                </p:cNvPr>
                <p:cNvPicPr/>
                <p:nvPr/>
              </p:nvPicPr>
              <p:blipFill>
                <a:blip r:embed="rId157"/>
                <a:stretch>
                  <a:fillRect/>
                </a:stretch>
              </p:blipFill>
              <p:spPr>
                <a:xfrm>
                  <a:off x="8861753" y="1547985"/>
                  <a:ext cx="17820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18" name="Ink 117">
                  <a:extLst>
                    <a:ext uri="{FF2B5EF4-FFF2-40B4-BE49-F238E27FC236}">
                      <a16:creationId xmlns:a16="http://schemas.microsoft.com/office/drawing/2014/main" id="{59F4E41B-416C-30E0-A5BB-E07ABA1BC139}"/>
                    </a:ext>
                  </a:extLst>
                </p14:cNvPr>
                <p14:cNvContentPartPr/>
                <p14:nvPr/>
              </p14:nvContentPartPr>
              <p14:xfrm>
                <a:off x="9001073" y="1369425"/>
                <a:ext cx="68400" cy="238320"/>
              </p14:xfrm>
            </p:contentPart>
          </mc:Choice>
          <mc:Fallback>
            <p:pic>
              <p:nvPicPr>
                <p:cNvPr id="118" name="Ink 117">
                  <a:extLst>
                    <a:ext uri="{FF2B5EF4-FFF2-40B4-BE49-F238E27FC236}">
                      <a16:creationId xmlns:a16="http://schemas.microsoft.com/office/drawing/2014/main" id="{59F4E41B-416C-30E0-A5BB-E07ABA1BC139}"/>
                    </a:ext>
                  </a:extLst>
                </p:cNvPr>
                <p:cNvPicPr/>
                <p:nvPr/>
              </p:nvPicPr>
              <p:blipFill>
                <a:blip r:embed="rId159"/>
                <a:stretch>
                  <a:fillRect/>
                </a:stretch>
              </p:blipFill>
              <p:spPr>
                <a:xfrm>
                  <a:off x="8992073" y="1360425"/>
                  <a:ext cx="8604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19" name="Ink 118">
                  <a:extLst>
                    <a:ext uri="{FF2B5EF4-FFF2-40B4-BE49-F238E27FC236}">
                      <a16:creationId xmlns:a16="http://schemas.microsoft.com/office/drawing/2014/main" id="{E86F14AA-E24E-C492-BDC8-BB747347D3B0}"/>
                    </a:ext>
                  </a:extLst>
                </p14:cNvPr>
                <p14:cNvContentPartPr/>
                <p14:nvPr/>
              </p14:nvContentPartPr>
              <p14:xfrm>
                <a:off x="8889113" y="1327305"/>
                <a:ext cx="480240" cy="225360"/>
              </p14:xfrm>
            </p:contentPart>
          </mc:Choice>
          <mc:Fallback>
            <p:pic>
              <p:nvPicPr>
                <p:cNvPr id="119" name="Ink 118">
                  <a:extLst>
                    <a:ext uri="{FF2B5EF4-FFF2-40B4-BE49-F238E27FC236}">
                      <a16:creationId xmlns:a16="http://schemas.microsoft.com/office/drawing/2014/main" id="{E86F14AA-E24E-C492-BDC8-BB747347D3B0}"/>
                    </a:ext>
                  </a:extLst>
                </p:cNvPr>
                <p:cNvPicPr/>
                <p:nvPr/>
              </p:nvPicPr>
              <p:blipFill>
                <a:blip r:embed="rId161"/>
                <a:stretch>
                  <a:fillRect/>
                </a:stretch>
              </p:blipFill>
              <p:spPr>
                <a:xfrm>
                  <a:off x="8880473" y="1318665"/>
                  <a:ext cx="49788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20" name="Ink 119">
                  <a:extLst>
                    <a:ext uri="{FF2B5EF4-FFF2-40B4-BE49-F238E27FC236}">
                      <a16:creationId xmlns:a16="http://schemas.microsoft.com/office/drawing/2014/main" id="{6E786FFA-1C7C-5AA8-4330-584507ECE54E}"/>
                    </a:ext>
                  </a:extLst>
                </p14:cNvPr>
                <p14:cNvContentPartPr/>
                <p14:nvPr/>
              </p14:nvContentPartPr>
              <p14:xfrm>
                <a:off x="9548633" y="1266465"/>
                <a:ext cx="38520" cy="221040"/>
              </p14:xfrm>
            </p:contentPart>
          </mc:Choice>
          <mc:Fallback>
            <p:pic>
              <p:nvPicPr>
                <p:cNvPr id="120" name="Ink 119">
                  <a:extLst>
                    <a:ext uri="{FF2B5EF4-FFF2-40B4-BE49-F238E27FC236}">
                      <a16:creationId xmlns:a16="http://schemas.microsoft.com/office/drawing/2014/main" id="{6E786FFA-1C7C-5AA8-4330-584507ECE54E}"/>
                    </a:ext>
                  </a:extLst>
                </p:cNvPr>
                <p:cNvPicPr/>
                <p:nvPr/>
              </p:nvPicPr>
              <p:blipFill>
                <a:blip r:embed="rId163"/>
                <a:stretch>
                  <a:fillRect/>
                </a:stretch>
              </p:blipFill>
              <p:spPr>
                <a:xfrm>
                  <a:off x="9539993" y="1257465"/>
                  <a:ext cx="5616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21" name="Ink 120">
                  <a:extLst>
                    <a:ext uri="{FF2B5EF4-FFF2-40B4-BE49-F238E27FC236}">
                      <a16:creationId xmlns:a16="http://schemas.microsoft.com/office/drawing/2014/main" id="{46414B04-CBA0-FB69-F306-DE5531B8E9A5}"/>
                    </a:ext>
                  </a:extLst>
                </p14:cNvPr>
                <p14:cNvContentPartPr/>
                <p14:nvPr/>
              </p14:nvContentPartPr>
              <p14:xfrm>
                <a:off x="9517673" y="1266465"/>
                <a:ext cx="237240" cy="241200"/>
              </p14:xfrm>
            </p:contentPart>
          </mc:Choice>
          <mc:Fallback>
            <p:pic>
              <p:nvPicPr>
                <p:cNvPr id="121" name="Ink 120">
                  <a:extLst>
                    <a:ext uri="{FF2B5EF4-FFF2-40B4-BE49-F238E27FC236}">
                      <a16:creationId xmlns:a16="http://schemas.microsoft.com/office/drawing/2014/main" id="{46414B04-CBA0-FB69-F306-DE5531B8E9A5}"/>
                    </a:ext>
                  </a:extLst>
                </p:cNvPr>
                <p:cNvPicPr/>
                <p:nvPr/>
              </p:nvPicPr>
              <p:blipFill>
                <a:blip r:embed="rId165"/>
                <a:stretch>
                  <a:fillRect/>
                </a:stretch>
              </p:blipFill>
              <p:spPr>
                <a:xfrm>
                  <a:off x="9509033" y="1257825"/>
                  <a:ext cx="25488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22" name="Ink 121">
                  <a:extLst>
                    <a:ext uri="{FF2B5EF4-FFF2-40B4-BE49-F238E27FC236}">
                      <a16:creationId xmlns:a16="http://schemas.microsoft.com/office/drawing/2014/main" id="{18B0E1DC-189B-BBF1-056F-13ECF0A6FE86}"/>
                    </a:ext>
                  </a:extLst>
                </p14:cNvPr>
                <p14:cNvContentPartPr/>
                <p14:nvPr/>
              </p14:nvContentPartPr>
              <p14:xfrm>
                <a:off x="9847793" y="1333785"/>
                <a:ext cx="97920" cy="93600"/>
              </p14:xfrm>
            </p:contentPart>
          </mc:Choice>
          <mc:Fallback>
            <p:pic>
              <p:nvPicPr>
                <p:cNvPr id="122" name="Ink 121">
                  <a:extLst>
                    <a:ext uri="{FF2B5EF4-FFF2-40B4-BE49-F238E27FC236}">
                      <a16:creationId xmlns:a16="http://schemas.microsoft.com/office/drawing/2014/main" id="{18B0E1DC-189B-BBF1-056F-13ECF0A6FE86}"/>
                    </a:ext>
                  </a:extLst>
                </p:cNvPr>
                <p:cNvPicPr/>
                <p:nvPr/>
              </p:nvPicPr>
              <p:blipFill>
                <a:blip r:embed="rId167"/>
                <a:stretch>
                  <a:fillRect/>
                </a:stretch>
              </p:blipFill>
              <p:spPr>
                <a:xfrm>
                  <a:off x="9839153" y="1324785"/>
                  <a:ext cx="11556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23" name="Ink 122">
                  <a:extLst>
                    <a:ext uri="{FF2B5EF4-FFF2-40B4-BE49-F238E27FC236}">
                      <a16:creationId xmlns:a16="http://schemas.microsoft.com/office/drawing/2014/main" id="{A33B727D-28BB-D044-AF09-B3BEC8C6A895}"/>
                    </a:ext>
                  </a:extLst>
                </p14:cNvPr>
                <p14:cNvContentPartPr/>
                <p14:nvPr/>
              </p14:nvContentPartPr>
              <p14:xfrm>
                <a:off x="10029233" y="1292385"/>
                <a:ext cx="250920" cy="141120"/>
              </p14:xfrm>
            </p:contentPart>
          </mc:Choice>
          <mc:Fallback>
            <p:pic>
              <p:nvPicPr>
                <p:cNvPr id="123" name="Ink 122">
                  <a:extLst>
                    <a:ext uri="{FF2B5EF4-FFF2-40B4-BE49-F238E27FC236}">
                      <a16:creationId xmlns:a16="http://schemas.microsoft.com/office/drawing/2014/main" id="{A33B727D-28BB-D044-AF09-B3BEC8C6A895}"/>
                    </a:ext>
                  </a:extLst>
                </p:cNvPr>
                <p:cNvPicPr/>
                <p:nvPr/>
              </p:nvPicPr>
              <p:blipFill>
                <a:blip r:embed="rId169"/>
                <a:stretch>
                  <a:fillRect/>
                </a:stretch>
              </p:blipFill>
              <p:spPr>
                <a:xfrm>
                  <a:off x="10020593" y="1283385"/>
                  <a:ext cx="26856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24" name="Ink 123">
                  <a:extLst>
                    <a:ext uri="{FF2B5EF4-FFF2-40B4-BE49-F238E27FC236}">
                      <a16:creationId xmlns:a16="http://schemas.microsoft.com/office/drawing/2014/main" id="{C43D06F9-8AAF-39A1-200D-9BDBC424748A}"/>
                    </a:ext>
                  </a:extLst>
                </p14:cNvPr>
                <p14:cNvContentPartPr/>
                <p14:nvPr/>
              </p14:nvContentPartPr>
              <p14:xfrm>
                <a:off x="10322633" y="1268265"/>
                <a:ext cx="209880" cy="108000"/>
              </p14:xfrm>
            </p:contentPart>
          </mc:Choice>
          <mc:Fallback>
            <p:pic>
              <p:nvPicPr>
                <p:cNvPr id="124" name="Ink 123">
                  <a:extLst>
                    <a:ext uri="{FF2B5EF4-FFF2-40B4-BE49-F238E27FC236}">
                      <a16:creationId xmlns:a16="http://schemas.microsoft.com/office/drawing/2014/main" id="{C43D06F9-8AAF-39A1-200D-9BDBC424748A}"/>
                    </a:ext>
                  </a:extLst>
                </p:cNvPr>
                <p:cNvPicPr/>
                <p:nvPr/>
              </p:nvPicPr>
              <p:blipFill>
                <a:blip r:embed="rId171"/>
                <a:stretch>
                  <a:fillRect/>
                </a:stretch>
              </p:blipFill>
              <p:spPr>
                <a:xfrm>
                  <a:off x="10313993" y="1259625"/>
                  <a:ext cx="2275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25" name="Ink 124">
                  <a:extLst>
                    <a:ext uri="{FF2B5EF4-FFF2-40B4-BE49-F238E27FC236}">
                      <a16:creationId xmlns:a16="http://schemas.microsoft.com/office/drawing/2014/main" id="{47B6848A-056B-D8B4-0772-94B12931F335}"/>
                    </a:ext>
                  </a:extLst>
                </p14:cNvPr>
                <p14:cNvContentPartPr/>
                <p14:nvPr/>
              </p14:nvContentPartPr>
              <p14:xfrm>
                <a:off x="10503713" y="1148385"/>
                <a:ext cx="25200" cy="2520"/>
              </p14:xfrm>
            </p:contentPart>
          </mc:Choice>
          <mc:Fallback>
            <p:pic>
              <p:nvPicPr>
                <p:cNvPr id="125" name="Ink 124">
                  <a:extLst>
                    <a:ext uri="{FF2B5EF4-FFF2-40B4-BE49-F238E27FC236}">
                      <a16:creationId xmlns:a16="http://schemas.microsoft.com/office/drawing/2014/main" id="{47B6848A-056B-D8B4-0772-94B12931F335}"/>
                    </a:ext>
                  </a:extLst>
                </p:cNvPr>
                <p:cNvPicPr/>
                <p:nvPr/>
              </p:nvPicPr>
              <p:blipFill>
                <a:blip r:embed="rId173"/>
                <a:stretch>
                  <a:fillRect/>
                </a:stretch>
              </p:blipFill>
              <p:spPr>
                <a:xfrm>
                  <a:off x="10494713" y="1139745"/>
                  <a:ext cx="4284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26" name="Ink 125">
                  <a:extLst>
                    <a:ext uri="{FF2B5EF4-FFF2-40B4-BE49-F238E27FC236}">
                      <a16:creationId xmlns:a16="http://schemas.microsoft.com/office/drawing/2014/main" id="{4AC77E11-B96A-A0DD-9412-8F085AFD2B54}"/>
                    </a:ext>
                  </a:extLst>
                </p14:cNvPr>
                <p14:cNvContentPartPr/>
                <p14:nvPr/>
              </p14:nvContentPartPr>
              <p14:xfrm>
                <a:off x="10610993" y="1202025"/>
                <a:ext cx="161280" cy="72360"/>
              </p14:xfrm>
            </p:contentPart>
          </mc:Choice>
          <mc:Fallback>
            <p:pic>
              <p:nvPicPr>
                <p:cNvPr id="126" name="Ink 125">
                  <a:extLst>
                    <a:ext uri="{FF2B5EF4-FFF2-40B4-BE49-F238E27FC236}">
                      <a16:creationId xmlns:a16="http://schemas.microsoft.com/office/drawing/2014/main" id="{4AC77E11-B96A-A0DD-9412-8F085AFD2B54}"/>
                    </a:ext>
                  </a:extLst>
                </p:cNvPr>
                <p:cNvPicPr/>
                <p:nvPr/>
              </p:nvPicPr>
              <p:blipFill>
                <a:blip r:embed="rId175"/>
                <a:stretch>
                  <a:fillRect/>
                </a:stretch>
              </p:blipFill>
              <p:spPr>
                <a:xfrm>
                  <a:off x="10601993" y="1193385"/>
                  <a:ext cx="17892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27" name="Ink 126">
                  <a:extLst>
                    <a:ext uri="{FF2B5EF4-FFF2-40B4-BE49-F238E27FC236}">
                      <a16:creationId xmlns:a16="http://schemas.microsoft.com/office/drawing/2014/main" id="{273A3CB2-8527-920E-7227-EB145160EE5F}"/>
                    </a:ext>
                  </a:extLst>
                </p14:cNvPr>
                <p14:cNvContentPartPr/>
                <p14:nvPr/>
              </p14:nvContentPartPr>
              <p14:xfrm>
                <a:off x="10689473" y="897825"/>
                <a:ext cx="287280" cy="712800"/>
              </p14:xfrm>
            </p:contentPart>
          </mc:Choice>
          <mc:Fallback>
            <p:pic>
              <p:nvPicPr>
                <p:cNvPr id="127" name="Ink 126">
                  <a:extLst>
                    <a:ext uri="{FF2B5EF4-FFF2-40B4-BE49-F238E27FC236}">
                      <a16:creationId xmlns:a16="http://schemas.microsoft.com/office/drawing/2014/main" id="{273A3CB2-8527-920E-7227-EB145160EE5F}"/>
                    </a:ext>
                  </a:extLst>
                </p:cNvPr>
                <p:cNvPicPr/>
                <p:nvPr/>
              </p:nvPicPr>
              <p:blipFill>
                <a:blip r:embed="rId177"/>
                <a:stretch>
                  <a:fillRect/>
                </a:stretch>
              </p:blipFill>
              <p:spPr>
                <a:xfrm>
                  <a:off x="10680473" y="888825"/>
                  <a:ext cx="304920" cy="730440"/>
                </a:xfrm>
                <a:prstGeom prst="rect">
                  <a:avLst/>
                </a:prstGeom>
              </p:spPr>
            </p:pic>
          </mc:Fallback>
        </mc:AlternateContent>
      </p:grpSp>
      <p:grpSp>
        <p:nvGrpSpPr>
          <p:cNvPr id="147" name="Group 146">
            <a:extLst>
              <a:ext uri="{FF2B5EF4-FFF2-40B4-BE49-F238E27FC236}">
                <a16:creationId xmlns:a16="http://schemas.microsoft.com/office/drawing/2014/main" id="{1D8FE016-BC8B-05BD-DA40-74845232A936}"/>
              </a:ext>
            </a:extLst>
          </p:cNvPr>
          <p:cNvGrpSpPr/>
          <p:nvPr/>
        </p:nvGrpSpPr>
        <p:grpSpPr>
          <a:xfrm>
            <a:off x="3927593" y="2465625"/>
            <a:ext cx="7909920" cy="2311560"/>
            <a:chOff x="3927593" y="2465625"/>
            <a:chExt cx="7909920" cy="2311560"/>
          </a:xfrm>
        </p:grpSpPr>
        <mc:AlternateContent xmlns:mc="http://schemas.openxmlformats.org/markup-compatibility/2006">
          <mc:Choice xmlns:p14="http://schemas.microsoft.com/office/powerpoint/2010/main" Requires="p14">
            <p:contentPart p14:bwMode="auto" r:id="rId178">
              <p14:nvContentPartPr>
                <p14:cNvPr id="20" name="Ink 19">
                  <a:extLst>
                    <a:ext uri="{FF2B5EF4-FFF2-40B4-BE49-F238E27FC236}">
                      <a16:creationId xmlns:a16="http://schemas.microsoft.com/office/drawing/2014/main" id="{7B0CEF07-6A09-F6E3-EA54-4AA772C925F8}"/>
                    </a:ext>
                  </a:extLst>
                </p14:cNvPr>
                <p14:cNvContentPartPr/>
                <p14:nvPr/>
              </p14:nvContentPartPr>
              <p14:xfrm>
                <a:off x="5474153" y="3662625"/>
                <a:ext cx="1583640" cy="1035000"/>
              </p14:xfrm>
            </p:contentPart>
          </mc:Choice>
          <mc:Fallback>
            <p:pic>
              <p:nvPicPr>
                <p:cNvPr id="20" name="Ink 19">
                  <a:extLst>
                    <a:ext uri="{FF2B5EF4-FFF2-40B4-BE49-F238E27FC236}">
                      <a16:creationId xmlns:a16="http://schemas.microsoft.com/office/drawing/2014/main" id="{7B0CEF07-6A09-F6E3-EA54-4AA772C925F8}"/>
                    </a:ext>
                  </a:extLst>
                </p:cNvPr>
                <p:cNvPicPr/>
                <p:nvPr/>
              </p:nvPicPr>
              <p:blipFill>
                <a:blip r:embed="rId179"/>
                <a:stretch>
                  <a:fillRect/>
                </a:stretch>
              </p:blipFill>
              <p:spPr>
                <a:xfrm>
                  <a:off x="5465153" y="3653625"/>
                  <a:ext cx="1601280" cy="10526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1" name="Ink 20">
                  <a:extLst>
                    <a:ext uri="{FF2B5EF4-FFF2-40B4-BE49-F238E27FC236}">
                      <a16:creationId xmlns:a16="http://schemas.microsoft.com/office/drawing/2014/main" id="{19D6CC8F-B6F7-793D-00E9-905665D325E1}"/>
                    </a:ext>
                  </a:extLst>
                </p14:cNvPr>
                <p14:cNvContentPartPr/>
                <p14:nvPr/>
              </p14:nvContentPartPr>
              <p14:xfrm>
                <a:off x="8193233" y="4300905"/>
                <a:ext cx="1286640" cy="339480"/>
              </p14:xfrm>
            </p:contentPart>
          </mc:Choice>
          <mc:Fallback>
            <p:pic>
              <p:nvPicPr>
                <p:cNvPr id="21" name="Ink 20">
                  <a:extLst>
                    <a:ext uri="{FF2B5EF4-FFF2-40B4-BE49-F238E27FC236}">
                      <a16:creationId xmlns:a16="http://schemas.microsoft.com/office/drawing/2014/main" id="{19D6CC8F-B6F7-793D-00E9-905665D325E1}"/>
                    </a:ext>
                  </a:extLst>
                </p:cNvPr>
                <p:cNvPicPr/>
                <p:nvPr/>
              </p:nvPicPr>
              <p:blipFill>
                <a:blip r:embed="rId181"/>
                <a:stretch>
                  <a:fillRect/>
                </a:stretch>
              </p:blipFill>
              <p:spPr>
                <a:xfrm>
                  <a:off x="8184593" y="4292265"/>
                  <a:ext cx="130428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2" name="Ink 21">
                  <a:extLst>
                    <a:ext uri="{FF2B5EF4-FFF2-40B4-BE49-F238E27FC236}">
                      <a16:creationId xmlns:a16="http://schemas.microsoft.com/office/drawing/2014/main" id="{83BF8BA8-C094-690F-239D-835763EFDE57}"/>
                    </a:ext>
                  </a:extLst>
                </p14:cNvPr>
                <p14:cNvContentPartPr/>
                <p14:nvPr/>
              </p14:nvContentPartPr>
              <p14:xfrm>
                <a:off x="9362873" y="4429785"/>
                <a:ext cx="217080" cy="251280"/>
              </p14:xfrm>
            </p:contentPart>
          </mc:Choice>
          <mc:Fallback>
            <p:pic>
              <p:nvPicPr>
                <p:cNvPr id="22" name="Ink 21">
                  <a:extLst>
                    <a:ext uri="{FF2B5EF4-FFF2-40B4-BE49-F238E27FC236}">
                      <a16:creationId xmlns:a16="http://schemas.microsoft.com/office/drawing/2014/main" id="{83BF8BA8-C094-690F-239D-835763EFDE57}"/>
                    </a:ext>
                  </a:extLst>
                </p:cNvPr>
                <p:cNvPicPr/>
                <p:nvPr/>
              </p:nvPicPr>
              <p:blipFill>
                <a:blip r:embed="rId183"/>
                <a:stretch>
                  <a:fillRect/>
                </a:stretch>
              </p:blipFill>
              <p:spPr>
                <a:xfrm>
                  <a:off x="9354233" y="4420785"/>
                  <a:ext cx="23472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25" name="Ink 24">
                  <a:extLst>
                    <a:ext uri="{FF2B5EF4-FFF2-40B4-BE49-F238E27FC236}">
                      <a16:creationId xmlns:a16="http://schemas.microsoft.com/office/drawing/2014/main" id="{67DDD6CD-AF03-BDCE-69DA-9DA390B45794}"/>
                    </a:ext>
                  </a:extLst>
                </p14:cNvPr>
                <p14:cNvContentPartPr/>
                <p14:nvPr/>
              </p14:nvContentPartPr>
              <p14:xfrm>
                <a:off x="9757793" y="4170945"/>
                <a:ext cx="218880" cy="261000"/>
              </p14:xfrm>
            </p:contentPart>
          </mc:Choice>
          <mc:Fallback>
            <p:pic>
              <p:nvPicPr>
                <p:cNvPr id="25" name="Ink 24">
                  <a:extLst>
                    <a:ext uri="{FF2B5EF4-FFF2-40B4-BE49-F238E27FC236}">
                      <a16:creationId xmlns:a16="http://schemas.microsoft.com/office/drawing/2014/main" id="{67DDD6CD-AF03-BDCE-69DA-9DA390B45794}"/>
                    </a:ext>
                  </a:extLst>
                </p:cNvPr>
                <p:cNvPicPr/>
                <p:nvPr/>
              </p:nvPicPr>
              <p:blipFill>
                <a:blip r:embed="rId185"/>
                <a:stretch>
                  <a:fillRect/>
                </a:stretch>
              </p:blipFill>
              <p:spPr>
                <a:xfrm>
                  <a:off x="9748793" y="4161945"/>
                  <a:ext cx="23652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26" name="Ink 25">
                  <a:extLst>
                    <a:ext uri="{FF2B5EF4-FFF2-40B4-BE49-F238E27FC236}">
                      <a16:creationId xmlns:a16="http://schemas.microsoft.com/office/drawing/2014/main" id="{73E4C2C8-A86D-1B46-5ABD-2DADF854E274}"/>
                    </a:ext>
                  </a:extLst>
                </p14:cNvPr>
                <p14:cNvContentPartPr/>
                <p14:nvPr/>
              </p14:nvContentPartPr>
              <p14:xfrm>
                <a:off x="10032113" y="4313865"/>
                <a:ext cx="9000" cy="136080"/>
              </p14:xfrm>
            </p:contentPart>
          </mc:Choice>
          <mc:Fallback>
            <p:pic>
              <p:nvPicPr>
                <p:cNvPr id="26" name="Ink 25">
                  <a:extLst>
                    <a:ext uri="{FF2B5EF4-FFF2-40B4-BE49-F238E27FC236}">
                      <a16:creationId xmlns:a16="http://schemas.microsoft.com/office/drawing/2014/main" id="{73E4C2C8-A86D-1B46-5ABD-2DADF854E274}"/>
                    </a:ext>
                  </a:extLst>
                </p:cNvPr>
                <p:cNvPicPr/>
                <p:nvPr/>
              </p:nvPicPr>
              <p:blipFill>
                <a:blip r:embed="rId187"/>
                <a:stretch>
                  <a:fillRect/>
                </a:stretch>
              </p:blipFill>
              <p:spPr>
                <a:xfrm>
                  <a:off x="10023113" y="4305225"/>
                  <a:ext cx="2664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27" name="Ink 26">
                  <a:extLst>
                    <a:ext uri="{FF2B5EF4-FFF2-40B4-BE49-F238E27FC236}">
                      <a16:creationId xmlns:a16="http://schemas.microsoft.com/office/drawing/2014/main" id="{50F43E4A-2384-4F9D-CDAA-14FC3420722A}"/>
                    </a:ext>
                  </a:extLst>
                </p14:cNvPr>
                <p14:cNvContentPartPr/>
                <p14:nvPr/>
              </p14:nvContentPartPr>
              <p14:xfrm>
                <a:off x="10029953" y="4205865"/>
                <a:ext cx="11160" cy="21960"/>
              </p14:xfrm>
            </p:contentPart>
          </mc:Choice>
          <mc:Fallback>
            <p:pic>
              <p:nvPicPr>
                <p:cNvPr id="27" name="Ink 26">
                  <a:extLst>
                    <a:ext uri="{FF2B5EF4-FFF2-40B4-BE49-F238E27FC236}">
                      <a16:creationId xmlns:a16="http://schemas.microsoft.com/office/drawing/2014/main" id="{50F43E4A-2384-4F9D-CDAA-14FC3420722A}"/>
                    </a:ext>
                  </a:extLst>
                </p:cNvPr>
                <p:cNvPicPr/>
                <p:nvPr/>
              </p:nvPicPr>
              <p:blipFill>
                <a:blip r:embed="rId189"/>
                <a:stretch>
                  <a:fillRect/>
                </a:stretch>
              </p:blipFill>
              <p:spPr>
                <a:xfrm>
                  <a:off x="10020953" y="4196865"/>
                  <a:ext cx="288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28" name="Ink 27">
                  <a:extLst>
                    <a:ext uri="{FF2B5EF4-FFF2-40B4-BE49-F238E27FC236}">
                      <a16:creationId xmlns:a16="http://schemas.microsoft.com/office/drawing/2014/main" id="{E109E796-E3A3-ED46-2FBF-FD8C4146C03F}"/>
                    </a:ext>
                  </a:extLst>
                </p14:cNvPr>
                <p14:cNvContentPartPr/>
                <p14:nvPr/>
              </p14:nvContentPartPr>
              <p14:xfrm>
                <a:off x="10086833" y="4291545"/>
                <a:ext cx="143280" cy="139680"/>
              </p14:xfrm>
            </p:contentPart>
          </mc:Choice>
          <mc:Fallback>
            <p:pic>
              <p:nvPicPr>
                <p:cNvPr id="28" name="Ink 27">
                  <a:extLst>
                    <a:ext uri="{FF2B5EF4-FFF2-40B4-BE49-F238E27FC236}">
                      <a16:creationId xmlns:a16="http://schemas.microsoft.com/office/drawing/2014/main" id="{E109E796-E3A3-ED46-2FBF-FD8C4146C03F}"/>
                    </a:ext>
                  </a:extLst>
                </p:cNvPr>
                <p:cNvPicPr/>
                <p:nvPr/>
              </p:nvPicPr>
              <p:blipFill>
                <a:blip r:embed="rId191"/>
                <a:stretch>
                  <a:fillRect/>
                </a:stretch>
              </p:blipFill>
              <p:spPr>
                <a:xfrm>
                  <a:off x="10078193" y="4282545"/>
                  <a:ext cx="16092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29" name="Ink 28">
                  <a:extLst>
                    <a:ext uri="{FF2B5EF4-FFF2-40B4-BE49-F238E27FC236}">
                      <a16:creationId xmlns:a16="http://schemas.microsoft.com/office/drawing/2014/main" id="{0891DB01-4D1D-A22A-3864-383AF51B2CC3}"/>
                    </a:ext>
                  </a:extLst>
                </p14:cNvPr>
                <p14:cNvContentPartPr/>
                <p14:nvPr/>
              </p14:nvContentPartPr>
              <p14:xfrm>
                <a:off x="10253153" y="4291545"/>
                <a:ext cx="176040" cy="105840"/>
              </p14:xfrm>
            </p:contentPart>
          </mc:Choice>
          <mc:Fallback>
            <p:pic>
              <p:nvPicPr>
                <p:cNvPr id="29" name="Ink 28">
                  <a:extLst>
                    <a:ext uri="{FF2B5EF4-FFF2-40B4-BE49-F238E27FC236}">
                      <a16:creationId xmlns:a16="http://schemas.microsoft.com/office/drawing/2014/main" id="{0891DB01-4D1D-A22A-3864-383AF51B2CC3}"/>
                    </a:ext>
                  </a:extLst>
                </p:cNvPr>
                <p:cNvPicPr/>
                <p:nvPr/>
              </p:nvPicPr>
              <p:blipFill>
                <a:blip r:embed="rId193"/>
                <a:stretch>
                  <a:fillRect/>
                </a:stretch>
              </p:blipFill>
              <p:spPr>
                <a:xfrm>
                  <a:off x="10244153" y="4282545"/>
                  <a:ext cx="19368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30" name="Ink 29">
                  <a:extLst>
                    <a:ext uri="{FF2B5EF4-FFF2-40B4-BE49-F238E27FC236}">
                      <a16:creationId xmlns:a16="http://schemas.microsoft.com/office/drawing/2014/main" id="{73EA71D8-657E-354D-CD98-04E5D6D7E566}"/>
                    </a:ext>
                  </a:extLst>
                </p14:cNvPr>
                <p14:cNvContentPartPr/>
                <p14:nvPr/>
              </p14:nvContentPartPr>
              <p14:xfrm>
                <a:off x="10387073" y="4177785"/>
                <a:ext cx="58680" cy="216720"/>
              </p14:xfrm>
            </p:contentPart>
          </mc:Choice>
          <mc:Fallback>
            <p:pic>
              <p:nvPicPr>
                <p:cNvPr id="30" name="Ink 29">
                  <a:extLst>
                    <a:ext uri="{FF2B5EF4-FFF2-40B4-BE49-F238E27FC236}">
                      <a16:creationId xmlns:a16="http://schemas.microsoft.com/office/drawing/2014/main" id="{73EA71D8-657E-354D-CD98-04E5D6D7E566}"/>
                    </a:ext>
                  </a:extLst>
                </p:cNvPr>
                <p:cNvPicPr/>
                <p:nvPr/>
              </p:nvPicPr>
              <p:blipFill>
                <a:blip r:embed="rId195"/>
                <a:stretch>
                  <a:fillRect/>
                </a:stretch>
              </p:blipFill>
              <p:spPr>
                <a:xfrm>
                  <a:off x="10378073" y="4169145"/>
                  <a:ext cx="7632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31" name="Ink 30">
                  <a:extLst>
                    <a:ext uri="{FF2B5EF4-FFF2-40B4-BE49-F238E27FC236}">
                      <a16:creationId xmlns:a16="http://schemas.microsoft.com/office/drawing/2014/main" id="{BCE1C0B3-7A2E-E851-074B-5384F9101F08}"/>
                    </a:ext>
                  </a:extLst>
                </p14:cNvPr>
                <p14:cNvContentPartPr/>
                <p14:nvPr/>
              </p14:nvContentPartPr>
              <p14:xfrm>
                <a:off x="10722953" y="4150065"/>
                <a:ext cx="36000" cy="170640"/>
              </p14:xfrm>
            </p:contentPart>
          </mc:Choice>
          <mc:Fallback>
            <p:pic>
              <p:nvPicPr>
                <p:cNvPr id="31" name="Ink 30">
                  <a:extLst>
                    <a:ext uri="{FF2B5EF4-FFF2-40B4-BE49-F238E27FC236}">
                      <a16:creationId xmlns:a16="http://schemas.microsoft.com/office/drawing/2014/main" id="{BCE1C0B3-7A2E-E851-074B-5384F9101F08}"/>
                    </a:ext>
                  </a:extLst>
                </p:cNvPr>
                <p:cNvPicPr/>
                <p:nvPr/>
              </p:nvPicPr>
              <p:blipFill>
                <a:blip r:embed="rId197"/>
                <a:stretch>
                  <a:fillRect/>
                </a:stretch>
              </p:blipFill>
              <p:spPr>
                <a:xfrm>
                  <a:off x="10713953" y="4141065"/>
                  <a:ext cx="536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32" name="Ink 31">
                  <a:extLst>
                    <a:ext uri="{FF2B5EF4-FFF2-40B4-BE49-F238E27FC236}">
                      <a16:creationId xmlns:a16="http://schemas.microsoft.com/office/drawing/2014/main" id="{B96F3674-15AB-B6CC-80E8-D62D43E70B0B}"/>
                    </a:ext>
                  </a:extLst>
                </p14:cNvPr>
                <p14:cNvContentPartPr/>
                <p14:nvPr/>
              </p14:nvContentPartPr>
              <p14:xfrm>
                <a:off x="10648793" y="4070505"/>
                <a:ext cx="168120" cy="88200"/>
              </p14:xfrm>
            </p:contentPart>
          </mc:Choice>
          <mc:Fallback>
            <p:pic>
              <p:nvPicPr>
                <p:cNvPr id="32" name="Ink 31">
                  <a:extLst>
                    <a:ext uri="{FF2B5EF4-FFF2-40B4-BE49-F238E27FC236}">
                      <a16:creationId xmlns:a16="http://schemas.microsoft.com/office/drawing/2014/main" id="{B96F3674-15AB-B6CC-80E8-D62D43E70B0B}"/>
                    </a:ext>
                  </a:extLst>
                </p:cNvPr>
                <p:cNvPicPr/>
                <p:nvPr/>
              </p:nvPicPr>
              <p:blipFill>
                <a:blip r:embed="rId199"/>
                <a:stretch>
                  <a:fillRect/>
                </a:stretch>
              </p:blipFill>
              <p:spPr>
                <a:xfrm>
                  <a:off x="10640153" y="4061865"/>
                  <a:ext cx="18576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33" name="Ink 32">
                  <a:extLst>
                    <a:ext uri="{FF2B5EF4-FFF2-40B4-BE49-F238E27FC236}">
                      <a16:creationId xmlns:a16="http://schemas.microsoft.com/office/drawing/2014/main" id="{C5625A71-3FE1-63D5-BC83-DED50E806AF3}"/>
                    </a:ext>
                  </a:extLst>
                </p14:cNvPr>
                <p14:cNvContentPartPr/>
                <p14:nvPr/>
              </p14:nvContentPartPr>
              <p14:xfrm>
                <a:off x="10654913" y="4239705"/>
                <a:ext cx="372960" cy="126000"/>
              </p14:xfrm>
            </p:contentPart>
          </mc:Choice>
          <mc:Fallback>
            <p:pic>
              <p:nvPicPr>
                <p:cNvPr id="33" name="Ink 32">
                  <a:extLst>
                    <a:ext uri="{FF2B5EF4-FFF2-40B4-BE49-F238E27FC236}">
                      <a16:creationId xmlns:a16="http://schemas.microsoft.com/office/drawing/2014/main" id="{C5625A71-3FE1-63D5-BC83-DED50E806AF3}"/>
                    </a:ext>
                  </a:extLst>
                </p:cNvPr>
                <p:cNvPicPr/>
                <p:nvPr/>
              </p:nvPicPr>
              <p:blipFill>
                <a:blip r:embed="rId201"/>
                <a:stretch>
                  <a:fillRect/>
                </a:stretch>
              </p:blipFill>
              <p:spPr>
                <a:xfrm>
                  <a:off x="10645913" y="4230705"/>
                  <a:ext cx="39060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34" name="Ink 33">
                  <a:extLst>
                    <a:ext uri="{FF2B5EF4-FFF2-40B4-BE49-F238E27FC236}">
                      <a16:creationId xmlns:a16="http://schemas.microsoft.com/office/drawing/2014/main" id="{A782F0B8-EFAF-0FE8-AE00-E209974F2403}"/>
                    </a:ext>
                  </a:extLst>
                </p14:cNvPr>
                <p14:cNvContentPartPr/>
                <p14:nvPr/>
              </p14:nvContentPartPr>
              <p14:xfrm>
                <a:off x="11009873" y="3971505"/>
                <a:ext cx="81360" cy="306360"/>
              </p14:xfrm>
            </p:contentPart>
          </mc:Choice>
          <mc:Fallback>
            <p:pic>
              <p:nvPicPr>
                <p:cNvPr id="34" name="Ink 33">
                  <a:extLst>
                    <a:ext uri="{FF2B5EF4-FFF2-40B4-BE49-F238E27FC236}">
                      <a16:creationId xmlns:a16="http://schemas.microsoft.com/office/drawing/2014/main" id="{A782F0B8-EFAF-0FE8-AE00-E209974F2403}"/>
                    </a:ext>
                  </a:extLst>
                </p:cNvPr>
                <p:cNvPicPr/>
                <p:nvPr/>
              </p:nvPicPr>
              <p:blipFill>
                <a:blip r:embed="rId203"/>
                <a:stretch>
                  <a:fillRect/>
                </a:stretch>
              </p:blipFill>
              <p:spPr>
                <a:xfrm>
                  <a:off x="11000873" y="3962505"/>
                  <a:ext cx="9900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35" name="Ink 34">
                  <a:extLst>
                    <a:ext uri="{FF2B5EF4-FFF2-40B4-BE49-F238E27FC236}">
                      <a16:creationId xmlns:a16="http://schemas.microsoft.com/office/drawing/2014/main" id="{08F3B594-F572-CA5D-0D03-5AA723F19F55}"/>
                    </a:ext>
                  </a:extLst>
                </p14:cNvPr>
                <p14:cNvContentPartPr/>
                <p14:nvPr/>
              </p14:nvContentPartPr>
              <p14:xfrm>
                <a:off x="10951553" y="4143585"/>
                <a:ext cx="156240" cy="36720"/>
              </p14:xfrm>
            </p:contentPart>
          </mc:Choice>
          <mc:Fallback>
            <p:pic>
              <p:nvPicPr>
                <p:cNvPr id="35" name="Ink 34">
                  <a:extLst>
                    <a:ext uri="{FF2B5EF4-FFF2-40B4-BE49-F238E27FC236}">
                      <a16:creationId xmlns:a16="http://schemas.microsoft.com/office/drawing/2014/main" id="{08F3B594-F572-CA5D-0D03-5AA723F19F55}"/>
                    </a:ext>
                  </a:extLst>
                </p:cNvPr>
                <p:cNvPicPr/>
                <p:nvPr/>
              </p:nvPicPr>
              <p:blipFill>
                <a:blip r:embed="rId205"/>
                <a:stretch>
                  <a:fillRect/>
                </a:stretch>
              </p:blipFill>
              <p:spPr>
                <a:xfrm>
                  <a:off x="10942553" y="4134585"/>
                  <a:ext cx="17388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36" name="Ink 35">
                  <a:extLst>
                    <a:ext uri="{FF2B5EF4-FFF2-40B4-BE49-F238E27FC236}">
                      <a16:creationId xmlns:a16="http://schemas.microsoft.com/office/drawing/2014/main" id="{8365D5DC-6C35-E9A8-059F-BFA55071D2CA}"/>
                    </a:ext>
                  </a:extLst>
                </p14:cNvPr>
                <p14:cNvContentPartPr/>
                <p14:nvPr/>
              </p14:nvContentPartPr>
              <p14:xfrm>
                <a:off x="11122913" y="4153305"/>
                <a:ext cx="114840" cy="107640"/>
              </p14:xfrm>
            </p:contentPart>
          </mc:Choice>
          <mc:Fallback>
            <p:pic>
              <p:nvPicPr>
                <p:cNvPr id="36" name="Ink 35">
                  <a:extLst>
                    <a:ext uri="{FF2B5EF4-FFF2-40B4-BE49-F238E27FC236}">
                      <a16:creationId xmlns:a16="http://schemas.microsoft.com/office/drawing/2014/main" id="{8365D5DC-6C35-E9A8-059F-BFA55071D2CA}"/>
                    </a:ext>
                  </a:extLst>
                </p:cNvPr>
                <p:cNvPicPr/>
                <p:nvPr/>
              </p:nvPicPr>
              <p:blipFill>
                <a:blip r:embed="rId207"/>
                <a:stretch>
                  <a:fillRect/>
                </a:stretch>
              </p:blipFill>
              <p:spPr>
                <a:xfrm>
                  <a:off x="11113913" y="4144665"/>
                  <a:ext cx="13248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37" name="Ink 36">
                  <a:extLst>
                    <a:ext uri="{FF2B5EF4-FFF2-40B4-BE49-F238E27FC236}">
                      <a16:creationId xmlns:a16="http://schemas.microsoft.com/office/drawing/2014/main" id="{E33486B4-B22E-A4D6-4CA9-0CBD8469D583}"/>
                    </a:ext>
                  </a:extLst>
                </p14:cNvPr>
                <p14:cNvContentPartPr/>
                <p14:nvPr/>
              </p14:nvContentPartPr>
              <p14:xfrm>
                <a:off x="11280233" y="4186425"/>
                <a:ext cx="115920" cy="75960"/>
              </p14:xfrm>
            </p:contentPart>
          </mc:Choice>
          <mc:Fallback>
            <p:pic>
              <p:nvPicPr>
                <p:cNvPr id="37" name="Ink 36">
                  <a:extLst>
                    <a:ext uri="{FF2B5EF4-FFF2-40B4-BE49-F238E27FC236}">
                      <a16:creationId xmlns:a16="http://schemas.microsoft.com/office/drawing/2014/main" id="{E33486B4-B22E-A4D6-4CA9-0CBD8469D583}"/>
                    </a:ext>
                  </a:extLst>
                </p:cNvPr>
                <p:cNvPicPr/>
                <p:nvPr/>
              </p:nvPicPr>
              <p:blipFill>
                <a:blip r:embed="rId209"/>
                <a:stretch>
                  <a:fillRect/>
                </a:stretch>
              </p:blipFill>
              <p:spPr>
                <a:xfrm>
                  <a:off x="11271233" y="4177425"/>
                  <a:ext cx="13356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38" name="Ink 37">
                  <a:extLst>
                    <a:ext uri="{FF2B5EF4-FFF2-40B4-BE49-F238E27FC236}">
                      <a16:creationId xmlns:a16="http://schemas.microsoft.com/office/drawing/2014/main" id="{6DC4FED1-63E3-FB94-4402-58D8984E0BD4}"/>
                    </a:ext>
                  </a:extLst>
                </p14:cNvPr>
                <p14:cNvContentPartPr/>
                <p14:nvPr/>
              </p14:nvContentPartPr>
              <p14:xfrm>
                <a:off x="11384633" y="4022265"/>
                <a:ext cx="32400" cy="209520"/>
              </p14:xfrm>
            </p:contentPart>
          </mc:Choice>
          <mc:Fallback>
            <p:pic>
              <p:nvPicPr>
                <p:cNvPr id="38" name="Ink 37">
                  <a:extLst>
                    <a:ext uri="{FF2B5EF4-FFF2-40B4-BE49-F238E27FC236}">
                      <a16:creationId xmlns:a16="http://schemas.microsoft.com/office/drawing/2014/main" id="{6DC4FED1-63E3-FB94-4402-58D8984E0BD4}"/>
                    </a:ext>
                  </a:extLst>
                </p:cNvPr>
                <p:cNvPicPr/>
                <p:nvPr/>
              </p:nvPicPr>
              <p:blipFill>
                <a:blip r:embed="rId211"/>
                <a:stretch>
                  <a:fillRect/>
                </a:stretch>
              </p:blipFill>
              <p:spPr>
                <a:xfrm>
                  <a:off x="11375993" y="4013625"/>
                  <a:ext cx="5004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39" name="Ink 38">
                  <a:extLst>
                    <a:ext uri="{FF2B5EF4-FFF2-40B4-BE49-F238E27FC236}">
                      <a16:creationId xmlns:a16="http://schemas.microsoft.com/office/drawing/2014/main" id="{BE21503F-BBC9-D59A-2405-A135880D02BE}"/>
                    </a:ext>
                  </a:extLst>
                </p14:cNvPr>
                <p14:cNvContentPartPr/>
                <p14:nvPr/>
              </p14:nvContentPartPr>
              <p14:xfrm>
                <a:off x="11336033" y="4071585"/>
                <a:ext cx="140760" cy="29160"/>
              </p14:xfrm>
            </p:contentPart>
          </mc:Choice>
          <mc:Fallback>
            <p:pic>
              <p:nvPicPr>
                <p:cNvPr id="39" name="Ink 38">
                  <a:extLst>
                    <a:ext uri="{FF2B5EF4-FFF2-40B4-BE49-F238E27FC236}">
                      <a16:creationId xmlns:a16="http://schemas.microsoft.com/office/drawing/2014/main" id="{BE21503F-BBC9-D59A-2405-A135880D02BE}"/>
                    </a:ext>
                  </a:extLst>
                </p:cNvPr>
                <p:cNvPicPr/>
                <p:nvPr/>
              </p:nvPicPr>
              <p:blipFill>
                <a:blip r:embed="rId213"/>
                <a:stretch>
                  <a:fillRect/>
                </a:stretch>
              </p:blipFill>
              <p:spPr>
                <a:xfrm>
                  <a:off x="11327033" y="4062945"/>
                  <a:ext cx="15840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40" name="Ink 39">
                  <a:extLst>
                    <a:ext uri="{FF2B5EF4-FFF2-40B4-BE49-F238E27FC236}">
                      <a16:creationId xmlns:a16="http://schemas.microsoft.com/office/drawing/2014/main" id="{F9BA4865-122E-4CD4-B580-D4F4911817A2}"/>
                    </a:ext>
                  </a:extLst>
                </p14:cNvPr>
                <p14:cNvContentPartPr/>
                <p14:nvPr/>
              </p14:nvContentPartPr>
              <p14:xfrm>
                <a:off x="11482193" y="4121985"/>
                <a:ext cx="199080" cy="133560"/>
              </p14:xfrm>
            </p:contentPart>
          </mc:Choice>
          <mc:Fallback>
            <p:pic>
              <p:nvPicPr>
                <p:cNvPr id="40" name="Ink 39">
                  <a:extLst>
                    <a:ext uri="{FF2B5EF4-FFF2-40B4-BE49-F238E27FC236}">
                      <a16:creationId xmlns:a16="http://schemas.microsoft.com/office/drawing/2014/main" id="{F9BA4865-122E-4CD4-B580-D4F4911817A2}"/>
                    </a:ext>
                  </a:extLst>
                </p:cNvPr>
                <p:cNvPicPr/>
                <p:nvPr/>
              </p:nvPicPr>
              <p:blipFill>
                <a:blip r:embed="rId215"/>
                <a:stretch>
                  <a:fillRect/>
                </a:stretch>
              </p:blipFill>
              <p:spPr>
                <a:xfrm>
                  <a:off x="11473553" y="4113345"/>
                  <a:ext cx="21672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41" name="Ink 40">
                  <a:extLst>
                    <a:ext uri="{FF2B5EF4-FFF2-40B4-BE49-F238E27FC236}">
                      <a16:creationId xmlns:a16="http://schemas.microsoft.com/office/drawing/2014/main" id="{E2369C9D-33FE-A428-0B9C-7D027249231E}"/>
                    </a:ext>
                  </a:extLst>
                </p14:cNvPr>
                <p14:cNvContentPartPr/>
                <p14:nvPr/>
              </p14:nvContentPartPr>
              <p14:xfrm>
                <a:off x="11701073" y="3976545"/>
                <a:ext cx="136440" cy="276480"/>
              </p14:xfrm>
            </p:contentPart>
          </mc:Choice>
          <mc:Fallback>
            <p:pic>
              <p:nvPicPr>
                <p:cNvPr id="41" name="Ink 40">
                  <a:extLst>
                    <a:ext uri="{FF2B5EF4-FFF2-40B4-BE49-F238E27FC236}">
                      <a16:creationId xmlns:a16="http://schemas.microsoft.com/office/drawing/2014/main" id="{E2369C9D-33FE-A428-0B9C-7D027249231E}"/>
                    </a:ext>
                  </a:extLst>
                </p:cNvPr>
                <p:cNvPicPr/>
                <p:nvPr/>
              </p:nvPicPr>
              <p:blipFill>
                <a:blip r:embed="rId217"/>
                <a:stretch>
                  <a:fillRect/>
                </a:stretch>
              </p:blipFill>
              <p:spPr>
                <a:xfrm>
                  <a:off x="11692433" y="3967905"/>
                  <a:ext cx="15408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43" name="Ink 42">
                  <a:extLst>
                    <a:ext uri="{FF2B5EF4-FFF2-40B4-BE49-F238E27FC236}">
                      <a16:creationId xmlns:a16="http://schemas.microsoft.com/office/drawing/2014/main" id="{3D1449E9-E8D8-9495-8394-BD799F5DA80C}"/>
                    </a:ext>
                  </a:extLst>
                </p14:cNvPr>
                <p14:cNvContentPartPr/>
                <p14:nvPr/>
              </p14:nvContentPartPr>
              <p14:xfrm>
                <a:off x="10771553" y="4537785"/>
                <a:ext cx="304200" cy="239400"/>
              </p14:xfrm>
            </p:contentPart>
          </mc:Choice>
          <mc:Fallback>
            <p:pic>
              <p:nvPicPr>
                <p:cNvPr id="43" name="Ink 42">
                  <a:extLst>
                    <a:ext uri="{FF2B5EF4-FFF2-40B4-BE49-F238E27FC236}">
                      <a16:creationId xmlns:a16="http://schemas.microsoft.com/office/drawing/2014/main" id="{3D1449E9-E8D8-9495-8394-BD799F5DA80C}"/>
                    </a:ext>
                  </a:extLst>
                </p:cNvPr>
                <p:cNvPicPr/>
                <p:nvPr/>
              </p:nvPicPr>
              <p:blipFill>
                <a:blip r:embed="rId219"/>
                <a:stretch>
                  <a:fillRect/>
                </a:stretch>
              </p:blipFill>
              <p:spPr>
                <a:xfrm>
                  <a:off x="10762553" y="4528785"/>
                  <a:ext cx="32184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44" name="Ink 43">
                  <a:extLst>
                    <a:ext uri="{FF2B5EF4-FFF2-40B4-BE49-F238E27FC236}">
                      <a16:creationId xmlns:a16="http://schemas.microsoft.com/office/drawing/2014/main" id="{81DB3128-CD36-3F0D-7FBB-FE0EC9868280}"/>
                    </a:ext>
                  </a:extLst>
                </p14:cNvPr>
                <p14:cNvContentPartPr/>
                <p14:nvPr/>
              </p14:nvContentPartPr>
              <p14:xfrm>
                <a:off x="11110673" y="4591065"/>
                <a:ext cx="162360" cy="127800"/>
              </p14:xfrm>
            </p:contentPart>
          </mc:Choice>
          <mc:Fallback>
            <p:pic>
              <p:nvPicPr>
                <p:cNvPr id="44" name="Ink 43">
                  <a:extLst>
                    <a:ext uri="{FF2B5EF4-FFF2-40B4-BE49-F238E27FC236}">
                      <a16:creationId xmlns:a16="http://schemas.microsoft.com/office/drawing/2014/main" id="{81DB3128-CD36-3F0D-7FBB-FE0EC9868280}"/>
                    </a:ext>
                  </a:extLst>
                </p:cNvPr>
                <p:cNvPicPr/>
                <p:nvPr/>
              </p:nvPicPr>
              <p:blipFill>
                <a:blip r:embed="rId221"/>
                <a:stretch>
                  <a:fillRect/>
                </a:stretch>
              </p:blipFill>
              <p:spPr>
                <a:xfrm>
                  <a:off x="11102033" y="4582425"/>
                  <a:ext cx="18000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45" name="Ink 44">
                  <a:extLst>
                    <a:ext uri="{FF2B5EF4-FFF2-40B4-BE49-F238E27FC236}">
                      <a16:creationId xmlns:a16="http://schemas.microsoft.com/office/drawing/2014/main" id="{59B287DC-171E-CA5C-6128-8DFB2D1EEE8D}"/>
                    </a:ext>
                  </a:extLst>
                </p14:cNvPr>
                <p14:cNvContentPartPr/>
                <p14:nvPr/>
              </p14:nvContentPartPr>
              <p14:xfrm>
                <a:off x="11302913" y="4445625"/>
                <a:ext cx="70560" cy="286920"/>
              </p14:xfrm>
            </p:contentPart>
          </mc:Choice>
          <mc:Fallback>
            <p:pic>
              <p:nvPicPr>
                <p:cNvPr id="45" name="Ink 44">
                  <a:extLst>
                    <a:ext uri="{FF2B5EF4-FFF2-40B4-BE49-F238E27FC236}">
                      <a16:creationId xmlns:a16="http://schemas.microsoft.com/office/drawing/2014/main" id="{59B287DC-171E-CA5C-6128-8DFB2D1EEE8D}"/>
                    </a:ext>
                  </a:extLst>
                </p:cNvPr>
                <p:cNvPicPr/>
                <p:nvPr/>
              </p:nvPicPr>
              <p:blipFill>
                <a:blip r:embed="rId223"/>
                <a:stretch>
                  <a:fillRect/>
                </a:stretch>
              </p:blipFill>
              <p:spPr>
                <a:xfrm>
                  <a:off x="11293913" y="4436985"/>
                  <a:ext cx="8820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46" name="Ink 45">
                  <a:extLst>
                    <a:ext uri="{FF2B5EF4-FFF2-40B4-BE49-F238E27FC236}">
                      <a16:creationId xmlns:a16="http://schemas.microsoft.com/office/drawing/2014/main" id="{1CCB7ED3-F73D-B07F-3209-A1C88DC29EE8}"/>
                    </a:ext>
                  </a:extLst>
                </p14:cNvPr>
                <p14:cNvContentPartPr/>
                <p14:nvPr/>
              </p14:nvContentPartPr>
              <p14:xfrm>
                <a:off x="11415593" y="4413585"/>
                <a:ext cx="42120" cy="273600"/>
              </p14:xfrm>
            </p:contentPart>
          </mc:Choice>
          <mc:Fallback>
            <p:pic>
              <p:nvPicPr>
                <p:cNvPr id="46" name="Ink 45">
                  <a:extLst>
                    <a:ext uri="{FF2B5EF4-FFF2-40B4-BE49-F238E27FC236}">
                      <a16:creationId xmlns:a16="http://schemas.microsoft.com/office/drawing/2014/main" id="{1CCB7ED3-F73D-B07F-3209-A1C88DC29EE8}"/>
                    </a:ext>
                  </a:extLst>
                </p:cNvPr>
                <p:cNvPicPr/>
                <p:nvPr/>
              </p:nvPicPr>
              <p:blipFill>
                <a:blip r:embed="rId225"/>
                <a:stretch>
                  <a:fillRect/>
                </a:stretch>
              </p:blipFill>
              <p:spPr>
                <a:xfrm>
                  <a:off x="11406953" y="4404585"/>
                  <a:ext cx="5976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29" name="Ink 128">
                  <a:extLst>
                    <a:ext uri="{FF2B5EF4-FFF2-40B4-BE49-F238E27FC236}">
                      <a16:creationId xmlns:a16="http://schemas.microsoft.com/office/drawing/2014/main" id="{361B5D13-7A73-F2CD-0CB2-A9502467C579}"/>
                    </a:ext>
                  </a:extLst>
                </p14:cNvPr>
                <p14:cNvContentPartPr/>
                <p14:nvPr/>
              </p14:nvContentPartPr>
              <p14:xfrm>
                <a:off x="4444553" y="2606745"/>
                <a:ext cx="2181600" cy="1111680"/>
              </p14:xfrm>
            </p:contentPart>
          </mc:Choice>
          <mc:Fallback>
            <p:pic>
              <p:nvPicPr>
                <p:cNvPr id="129" name="Ink 128">
                  <a:extLst>
                    <a:ext uri="{FF2B5EF4-FFF2-40B4-BE49-F238E27FC236}">
                      <a16:creationId xmlns:a16="http://schemas.microsoft.com/office/drawing/2014/main" id="{361B5D13-7A73-F2CD-0CB2-A9502467C579}"/>
                    </a:ext>
                  </a:extLst>
                </p:cNvPr>
                <p:cNvPicPr/>
                <p:nvPr/>
              </p:nvPicPr>
              <p:blipFill>
                <a:blip r:embed="rId227"/>
                <a:stretch>
                  <a:fillRect/>
                </a:stretch>
              </p:blipFill>
              <p:spPr>
                <a:xfrm>
                  <a:off x="4435553" y="2597745"/>
                  <a:ext cx="2199240" cy="11293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0" name="Ink 129">
                  <a:extLst>
                    <a:ext uri="{FF2B5EF4-FFF2-40B4-BE49-F238E27FC236}">
                      <a16:creationId xmlns:a16="http://schemas.microsoft.com/office/drawing/2014/main" id="{089D2483-A0E2-FAFA-4BBC-EFB759C5B143}"/>
                    </a:ext>
                  </a:extLst>
                </p14:cNvPr>
                <p14:cNvContentPartPr/>
                <p14:nvPr/>
              </p14:nvContentPartPr>
              <p14:xfrm>
                <a:off x="6444713" y="2466345"/>
                <a:ext cx="272520" cy="318600"/>
              </p14:xfrm>
            </p:contentPart>
          </mc:Choice>
          <mc:Fallback>
            <p:pic>
              <p:nvPicPr>
                <p:cNvPr id="130" name="Ink 129">
                  <a:extLst>
                    <a:ext uri="{FF2B5EF4-FFF2-40B4-BE49-F238E27FC236}">
                      <a16:creationId xmlns:a16="http://schemas.microsoft.com/office/drawing/2014/main" id="{089D2483-A0E2-FAFA-4BBC-EFB759C5B143}"/>
                    </a:ext>
                  </a:extLst>
                </p:cNvPr>
                <p:cNvPicPr/>
                <p:nvPr/>
              </p:nvPicPr>
              <p:blipFill>
                <a:blip r:embed="rId229"/>
                <a:stretch>
                  <a:fillRect/>
                </a:stretch>
              </p:blipFill>
              <p:spPr>
                <a:xfrm>
                  <a:off x="6435713" y="2457705"/>
                  <a:ext cx="290160" cy="33624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2" name="Ink 131">
                  <a:extLst>
                    <a:ext uri="{FF2B5EF4-FFF2-40B4-BE49-F238E27FC236}">
                      <a16:creationId xmlns:a16="http://schemas.microsoft.com/office/drawing/2014/main" id="{6A71AC6D-5917-474A-5801-6CC06875A906}"/>
                    </a:ext>
                  </a:extLst>
                </p14:cNvPr>
                <p14:cNvContentPartPr/>
                <p14:nvPr/>
              </p14:nvContentPartPr>
              <p14:xfrm>
                <a:off x="3971153" y="3920745"/>
                <a:ext cx="85680" cy="190080"/>
              </p14:xfrm>
            </p:contentPart>
          </mc:Choice>
          <mc:Fallback>
            <p:pic>
              <p:nvPicPr>
                <p:cNvPr id="132" name="Ink 131">
                  <a:extLst>
                    <a:ext uri="{FF2B5EF4-FFF2-40B4-BE49-F238E27FC236}">
                      <a16:creationId xmlns:a16="http://schemas.microsoft.com/office/drawing/2014/main" id="{6A71AC6D-5917-474A-5801-6CC06875A906}"/>
                    </a:ext>
                  </a:extLst>
                </p:cNvPr>
                <p:cNvPicPr/>
                <p:nvPr/>
              </p:nvPicPr>
              <p:blipFill>
                <a:blip r:embed="rId231"/>
                <a:stretch>
                  <a:fillRect/>
                </a:stretch>
              </p:blipFill>
              <p:spPr>
                <a:xfrm>
                  <a:off x="3962153" y="3911745"/>
                  <a:ext cx="10332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3" name="Ink 132">
                  <a:extLst>
                    <a:ext uri="{FF2B5EF4-FFF2-40B4-BE49-F238E27FC236}">
                      <a16:creationId xmlns:a16="http://schemas.microsoft.com/office/drawing/2014/main" id="{4EAFB3DB-D81C-933A-203A-1D2D459BBF1E}"/>
                    </a:ext>
                  </a:extLst>
                </p14:cNvPr>
                <p14:cNvContentPartPr/>
                <p14:nvPr/>
              </p14:nvContentPartPr>
              <p14:xfrm>
                <a:off x="3927593" y="3861705"/>
                <a:ext cx="209880" cy="154800"/>
              </p14:xfrm>
            </p:contentPart>
          </mc:Choice>
          <mc:Fallback>
            <p:pic>
              <p:nvPicPr>
                <p:cNvPr id="133" name="Ink 132">
                  <a:extLst>
                    <a:ext uri="{FF2B5EF4-FFF2-40B4-BE49-F238E27FC236}">
                      <a16:creationId xmlns:a16="http://schemas.microsoft.com/office/drawing/2014/main" id="{4EAFB3DB-D81C-933A-203A-1D2D459BBF1E}"/>
                    </a:ext>
                  </a:extLst>
                </p:cNvPr>
                <p:cNvPicPr/>
                <p:nvPr/>
              </p:nvPicPr>
              <p:blipFill>
                <a:blip r:embed="rId233"/>
                <a:stretch>
                  <a:fillRect/>
                </a:stretch>
              </p:blipFill>
              <p:spPr>
                <a:xfrm>
                  <a:off x="3918593" y="3852705"/>
                  <a:ext cx="22752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4" name="Ink 133">
                  <a:extLst>
                    <a:ext uri="{FF2B5EF4-FFF2-40B4-BE49-F238E27FC236}">
                      <a16:creationId xmlns:a16="http://schemas.microsoft.com/office/drawing/2014/main" id="{44B08B36-9B46-A038-E245-26DA9769709F}"/>
                    </a:ext>
                  </a:extLst>
                </p14:cNvPr>
                <p14:cNvContentPartPr/>
                <p14:nvPr/>
              </p14:nvContentPartPr>
              <p14:xfrm>
                <a:off x="4183553" y="3904545"/>
                <a:ext cx="250920" cy="162720"/>
              </p14:xfrm>
            </p:contentPart>
          </mc:Choice>
          <mc:Fallback>
            <p:pic>
              <p:nvPicPr>
                <p:cNvPr id="134" name="Ink 133">
                  <a:extLst>
                    <a:ext uri="{FF2B5EF4-FFF2-40B4-BE49-F238E27FC236}">
                      <a16:creationId xmlns:a16="http://schemas.microsoft.com/office/drawing/2014/main" id="{44B08B36-9B46-A038-E245-26DA9769709F}"/>
                    </a:ext>
                  </a:extLst>
                </p:cNvPr>
                <p:cNvPicPr/>
                <p:nvPr/>
              </p:nvPicPr>
              <p:blipFill>
                <a:blip r:embed="rId235"/>
                <a:stretch>
                  <a:fillRect/>
                </a:stretch>
              </p:blipFill>
              <p:spPr>
                <a:xfrm>
                  <a:off x="4174913" y="3895905"/>
                  <a:ext cx="26856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5" name="Ink 134">
                  <a:extLst>
                    <a:ext uri="{FF2B5EF4-FFF2-40B4-BE49-F238E27FC236}">
                      <a16:creationId xmlns:a16="http://schemas.microsoft.com/office/drawing/2014/main" id="{0AAF4EF7-8D0E-F8D4-BEDC-14627F84A6D5}"/>
                    </a:ext>
                  </a:extLst>
                </p14:cNvPr>
                <p14:cNvContentPartPr/>
                <p14:nvPr/>
              </p14:nvContentPartPr>
              <p14:xfrm>
                <a:off x="4481273" y="3842265"/>
                <a:ext cx="127800" cy="129960"/>
              </p14:xfrm>
            </p:contentPart>
          </mc:Choice>
          <mc:Fallback>
            <p:pic>
              <p:nvPicPr>
                <p:cNvPr id="135" name="Ink 134">
                  <a:extLst>
                    <a:ext uri="{FF2B5EF4-FFF2-40B4-BE49-F238E27FC236}">
                      <a16:creationId xmlns:a16="http://schemas.microsoft.com/office/drawing/2014/main" id="{0AAF4EF7-8D0E-F8D4-BEDC-14627F84A6D5}"/>
                    </a:ext>
                  </a:extLst>
                </p:cNvPr>
                <p:cNvPicPr/>
                <p:nvPr/>
              </p:nvPicPr>
              <p:blipFill>
                <a:blip r:embed="rId237"/>
                <a:stretch>
                  <a:fillRect/>
                </a:stretch>
              </p:blipFill>
              <p:spPr>
                <a:xfrm>
                  <a:off x="4472273" y="3833625"/>
                  <a:ext cx="14544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36" name="Ink 135">
                  <a:extLst>
                    <a:ext uri="{FF2B5EF4-FFF2-40B4-BE49-F238E27FC236}">
                      <a16:creationId xmlns:a16="http://schemas.microsoft.com/office/drawing/2014/main" id="{6F9E00AF-9FED-62FF-5ED4-92C2003CBB70}"/>
                    </a:ext>
                  </a:extLst>
                </p14:cNvPr>
                <p14:cNvContentPartPr/>
                <p14:nvPr/>
              </p14:nvContentPartPr>
              <p14:xfrm>
                <a:off x="4583153" y="3760905"/>
                <a:ext cx="247320" cy="163440"/>
              </p14:xfrm>
            </p:contentPart>
          </mc:Choice>
          <mc:Fallback>
            <p:pic>
              <p:nvPicPr>
                <p:cNvPr id="136" name="Ink 135">
                  <a:extLst>
                    <a:ext uri="{FF2B5EF4-FFF2-40B4-BE49-F238E27FC236}">
                      <a16:creationId xmlns:a16="http://schemas.microsoft.com/office/drawing/2014/main" id="{6F9E00AF-9FED-62FF-5ED4-92C2003CBB70}"/>
                    </a:ext>
                  </a:extLst>
                </p:cNvPr>
                <p:cNvPicPr/>
                <p:nvPr/>
              </p:nvPicPr>
              <p:blipFill>
                <a:blip r:embed="rId239"/>
                <a:stretch>
                  <a:fillRect/>
                </a:stretch>
              </p:blipFill>
              <p:spPr>
                <a:xfrm>
                  <a:off x="4574513" y="3752265"/>
                  <a:ext cx="2649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37" name="Ink 136">
                  <a:extLst>
                    <a:ext uri="{FF2B5EF4-FFF2-40B4-BE49-F238E27FC236}">
                      <a16:creationId xmlns:a16="http://schemas.microsoft.com/office/drawing/2014/main" id="{52E5AC22-02A3-9F2A-FB85-6958609E34E7}"/>
                    </a:ext>
                  </a:extLst>
                </p14:cNvPr>
                <p14:cNvContentPartPr/>
                <p14:nvPr/>
              </p14:nvContentPartPr>
              <p14:xfrm>
                <a:off x="4871873" y="3701145"/>
                <a:ext cx="56160" cy="231480"/>
              </p14:xfrm>
            </p:contentPart>
          </mc:Choice>
          <mc:Fallback>
            <p:pic>
              <p:nvPicPr>
                <p:cNvPr id="137" name="Ink 136">
                  <a:extLst>
                    <a:ext uri="{FF2B5EF4-FFF2-40B4-BE49-F238E27FC236}">
                      <a16:creationId xmlns:a16="http://schemas.microsoft.com/office/drawing/2014/main" id="{52E5AC22-02A3-9F2A-FB85-6958609E34E7}"/>
                    </a:ext>
                  </a:extLst>
                </p:cNvPr>
                <p:cNvPicPr/>
                <p:nvPr/>
              </p:nvPicPr>
              <p:blipFill>
                <a:blip r:embed="rId241"/>
                <a:stretch>
                  <a:fillRect/>
                </a:stretch>
              </p:blipFill>
              <p:spPr>
                <a:xfrm>
                  <a:off x="4862873" y="3692145"/>
                  <a:ext cx="7380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38" name="Ink 137">
                  <a:extLst>
                    <a:ext uri="{FF2B5EF4-FFF2-40B4-BE49-F238E27FC236}">
                      <a16:creationId xmlns:a16="http://schemas.microsoft.com/office/drawing/2014/main" id="{6FD61CD5-CA84-16AB-40C3-4DD10E43BF79}"/>
                    </a:ext>
                  </a:extLst>
                </p14:cNvPr>
                <p14:cNvContentPartPr/>
                <p14:nvPr/>
              </p14:nvContentPartPr>
              <p14:xfrm>
                <a:off x="4864673" y="3680265"/>
                <a:ext cx="73080" cy="110160"/>
              </p14:xfrm>
            </p:contentPart>
          </mc:Choice>
          <mc:Fallback>
            <p:pic>
              <p:nvPicPr>
                <p:cNvPr id="138" name="Ink 137">
                  <a:extLst>
                    <a:ext uri="{FF2B5EF4-FFF2-40B4-BE49-F238E27FC236}">
                      <a16:creationId xmlns:a16="http://schemas.microsoft.com/office/drawing/2014/main" id="{6FD61CD5-CA84-16AB-40C3-4DD10E43BF79}"/>
                    </a:ext>
                  </a:extLst>
                </p:cNvPr>
                <p:cNvPicPr/>
                <p:nvPr/>
              </p:nvPicPr>
              <p:blipFill>
                <a:blip r:embed="rId243"/>
                <a:stretch>
                  <a:fillRect/>
                </a:stretch>
              </p:blipFill>
              <p:spPr>
                <a:xfrm>
                  <a:off x="4855673" y="3671265"/>
                  <a:ext cx="9072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39" name="Ink 138">
                  <a:extLst>
                    <a:ext uri="{FF2B5EF4-FFF2-40B4-BE49-F238E27FC236}">
                      <a16:creationId xmlns:a16="http://schemas.microsoft.com/office/drawing/2014/main" id="{C9E968D7-8A1B-9E66-1F45-B3B2C18DDE03}"/>
                    </a:ext>
                  </a:extLst>
                </p14:cNvPr>
                <p14:cNvContentPartPr/>
                <p14:nvPr/>
              </p14:nvContentPartPr>
              <p14:xfrm>
                <a:off x="4989953" y="3480825"/>
                <a:ext cx="421560" cy="218520"/>
              </p14:xfrm>
            </p:contentPart>
          </mc:Choice>
          <mc:Fallback>
            <p:pic>
              <p:nvPicPr>
                <p:cNvPr id="139" name="Ink 138">
                  <a:extLst>
                    <a:ext uri="{FF2B5EF4-FFF2-40B4-BE49-F238E27FC236}">
                      <a16:creationId xmlns:a16="http://schemas.microsoft.com/office/drawing/2014/main" id="{C9E968D7-8A1B-9E66-1F45-B3B2C18DDE03}"/>
                    </a:ext>
                  </a:extLst>
                </p:cNvPr>
                <p:cNvPicPr/>
                <p:nvPr/>
              </p:nvPicPr>
              <p:blipFill>
                <a:blip r:embed="rId245"/>
                <a:stretch>
                  <a:fillRect/>
                </a:stretch>
              </p:blipFill>
              <p:spPr>
                <a:xfrm>
                  <a:off x="4981313" y="3471825"/>
                  <a:ext cx="43920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0" name="Ink 139">
                  <a:extLst>
                    <a:ext uri="{FF2B5EF4-FFF2-40B4-BE49-F238E27FC236}">
                      <a16:creationId xmlns:a16="http://schemas.microsoft.com/office/drawing/2014/main" id="{862FF345-1C78-6525-4691-A2D9FC34AA06}"/>
                    </a:ext>
                  </a:extLst>
                </p14:cNvPr>
                <p14:cNvContentPartPr/>
                <p14:nvPr/>
              </p14:nvContentPartPr>
              <p14:xfrm>
                <a:off x="4704833" y="4167345"/>
                <a:ext cx="235440" cy="261720"/>
              </p14:xfrm>
            </p:contentPart>
          </mc:Choice>
          <mc:Fallback>
            <p:pic>
              <p:nvPicPr>
                <p:cNvPr id="140" name="Ink 139">
                  <a:extLst>
                    <a:ext uri="{FF2B5EF4-FFF2-40B4-BE49-F238E27FC236}">
                      <a16:creationId xmlns:a16="http://schemas.microsoft.com/office/drawing/2014/main" id="{862FF345-1C78-6525-4691-A2D9FC34AA06}"/>
                    </a:ext>
                  </a:extLst>
                </p:cNvPr>
                <p:cNvPicPr/>
                <p:nvPr/>
              </p:nvPicPr>
              <p:blipFill>
                <a:blip r:embed="rId247"/>
                <a:stretch>
                  <a:fillRect/>
                </a:stretch>
              </p:blipFill>
              <p:spPr>
                <a:xfrm>
                  <a:off x="4695833" y="4158345"/>
                  <a:ext cx="25308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41" name="Ink 140">
                  <a:extLst>
                    <a:ext uri="{FF2B5EF4-FFF2-40B4-BE49-F238E27FC236}">
                      <a16:creationId xmlns:a16="http://schemas.microsoft.com/office/drawing/2014/main" id="{229C5B12-7B8A-A169-F4ED-A1B460F5D191}"/>
                    </a:ext>
                  </a:extLst>
                </p14:cNvPr>
                <p14:cNvContentPartPr/>
                <p14:nvPr/>
              </p14:nvContentPartPr>
              <p14:xfrm>
                <a:off x="6653873" y="2773065"/>
                <a:ext cx="438840" cy="271440"/>
              </p14:xfrm>
            </p:contentPart>
          </mc:Choice>
          <mc:Fallback>
            <p:pic>
              <p:nvPicPr>
                <p:cNvPr id="141" name="Ink 140">
                  <a:extLst>
                    <a:ext uri="{FF2B5EF4-FFF2-40B4-BE49-F238E27FC236}">
                      <a16:creationId xmlns:a16="http://schemas.microsoft.com/office/drawing/2014/main" id="{229C5B12-7B8A-A169-F4ED-A1B460F5D191}"/>
                    </a:ext>
                  </a:extLst>
                </p:cNvPr>
                <p:cNvPicPr/>
                <p:nvPr/>
              </p:nvPicPr>
              <p:blipFill>
                <a:blip r:embed="rId249"/>
                <a:stretch>
                  <a:fillRect/>
                </a:stretch>
              </p:blipFill>
              <p:spPr>
                <a:xfrm>
                  <a:off x="6645233" y="2764425"/>
                  <a:ext cx="45648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2" name="Ink 141">
                  <a:extLst>
                    <a:ext uri="{FF2B5EF4-FFF2-40B4-BE49-F238E27FC236}">
                      <a16:creationId xmlns:a16="http://schemas.microsoft.com/office/drawing/2014/main" id="{CC07B888-9712-2EDF-403C-73B4A763E67F}"/>
                    </a:ext>
                  </a:extLst>
                </p14:cNvPr>
                <p14:cNvContentPartPr/>
                <p14:nvPr/>
              </p14:nvContentPartPr>
              <p14:xfrm>
                <a:off x="6956633" y="2766945"/>
                <a:ext cx="390600" cy="183960"/>
              </p14:xfrm>
            </p:contentPart>
          </mc:Choice>
          <mc:Fallback>
            <p:pic>
              <p:nvPicPr>
                <p:cNvPr id="142" name="Ink 141">
                  <a:extLst>
                    <a:ext uri="{FF2B5EF4-FFF2-40B4-BE49-F238E27FC236}">
                      <a16:creationId xmlns:a16="http://schemas.microsoft.com/office/drawing/2014/main" id="{CC07B888-9712-2EDF-403C-73B4A763E67F}"/>
                    </a:ext>
                  </a:extLst>
                </p:cNvPr>
                <p:cNvPicPr/>
                <p:nvPr/>
              </p:nvPicPr>
              <p:blipFill>
                <a:blip r:embed="rId251"/>
                <a:stretch>
                  <a:fillRect/>
                </a:stretch>
              </p:blipFill>
              <p:spPr>
                <a:xfrm>
                  <a:off x="6947993" y="2757945"/>
                  <a:ext cx="40824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43" name="Ink 142">
                  <a:extLst>
                    <a:ext uri="{FF2B5EF4-FFF2-40B4-BE49-F238E27FC236}">
                      <a16:creationId xmlns:a16="http://schemas.microsoft.com/office/drawing/2014/main" id="{DF514E0B-DE34-4055-7A85-E75AF141691E}"/>
                    </a:ext>
                  </a:extLst>
                </p14:cNvPr>
                <p14:cNvContentPartPr/>
                <p14:nvPr/>
              </p14:nvContentPartPr>
              <p14:xfrm>
                <a:off x="7382873" y="2708625"/>
                <a:ext cx="117360" cy="256320"/>
              </p14:xfrm>
            </p:contentPart>
          </mc:Choice>
          <mc:Fallback>
            <p:pic>
              <p:nvPicPr>
                <p:cNvPr id="143" name="Ink 142">
                  <a:extLst>
                    <a:ext uri="{FF2B5EF4-FFF2-40B4-BE49-F238E27FC236}">
                      <a16:creationId xmlns:a16="http://schemas.microsoft.com/office/drawing/2014/main" id="{DF514E0B-DE34-4055-7A85-E75AF141691E}"/>
                    </a:ext>
                  </a:extLst>
                </p:cNvPr>
                <p:cNvPicPr/>
                <p:nvPr/>
              </p:nvPicPr>
              <p:blipFill>
                <a:blip r:embed="rId253"/>
                <a:stretch>
                  <a:fillRect/>
                </a:stretch>
              </p:blipFill>
              <p:spPr>
                <a:xfrm>
                  <a:off x="7374233" y="2699985"/>
                  <a:ext cx="13500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44" name="Ink 143">
                  <a:extLst>
                    <a:ext uri="{FF2B5EF4-FFF2-40B4-BE49-F238E27FC236}">
                      <a16:creationId xmlns:a16="http://schemas.microsoft.com/office/drawing/2014/main" id="{FA7E069F-B023-27AB-CA52-10CD982E4331}"/>
                    </a:ext>
                  </a:extLst>
                </p14:cNvPr>
                <p14:cNvContentPartPr/>
                <p14:nvPr/>
              </p14:nvContentPartPr>
              <p14:xfrm>
                <a:off x="7340033" y="2687385"/>
                <a:ext cx="157680" cy="111600"/>
              </p14:xfrm>
            </p:contentPart>
          </mc:Choice>
          <mc:Fallback>
            <p:pic>
              <p:nvPicPr>
                <p:cNvPr id="144" name="Ink 143">
                  <a:extLst>
                    <a:ext uri="{FF2B5EF4-FFF2-40B4-BE49-F238E27FC236}">
                      <a16:creationId xmlns:a16="http://schemas.microsoft.com/office/drawing/2014/main" id="{FA7E069F-B023-27AB-CA52-10CD982E4331}"/>
                    </a:ext>
                  </a:extLst>
                </p:cNvPr>
                <p:cNvPicPr/>
                <p:nvPr/>
              </p:nvPicPr>
              <p:blipFill>
                <a:blip r:embed="rId255"/>
                <a:stretch>
                  <a:fillRect/>
                </a:stretch>
              </p:blipFill>
              <p:spPr>
                <a:xfrm>
                  <a:off x="7331393" y="2678745"/>
                  <a:ext cx="17532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45" name="Ink 144">
                  <a:extLst>
                    <a:ext uri="{FF2B5EF4-FFF2-40B4-BE49-F238E27FC236}">
                      <a16:creationId xmlns:a16="http://schemas.microsoft.com/office/drawing/2014/main" id="{464C1B89-8469-AC51-6C72-04B746B4D8F7}"/>
                    </a:ext>
                  </a:extLst>
                </p14:cNvPr>
                <p14:cNvContentPartPr/>
                <p14:nvPr/>
              </p14:nvContentPartPr>
              <p14:xfrm>
                <a:off x="7516073" y="2465625"/>
                <a:ext cx="464760" cy="260280"/>
              </p14:xfrm>
            </p:contentPart>
          </mc:Choice>
          <mc:Fallback>
            <p:pic>
              <p:nvPicPr>
                <p:cNvPr id="145" name="Ink 144">
                  <a:extLst>
                    <a:ext uri="{FF2B5EF4-FFF2-40B4-BE49-F238E27FC236}">
                      <a16:creationId xmlns:a16="http://schemas.microsoft.com/office/drawing/2014/main" id="{464C1B89-8469-AC51-6C72-04B746B4D8F7}"/>
                    </a:ext>
                  </a:extLst>
                </p:cNvPr>
                <p:cNvPicPr/>
                <p:nvPr/>
              </p:nvPicPr>
              <p:blipFill>
                <a:blip r:embed="rId257"/>
                <a:stretch>
                  <a:fillRect/>
                </a:stretch>
              </p:blipFill>
              <p:spPr>
                <a:xfrm>
                  <a:off x="7507433" y="2456985"/>
                  <a:ext cx="48240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46" name="Ink 145">
                  <a:extLst>
                    <a:ext uri="{FF2B5EF4-FFF2-40B4-BE49-F238E27FC236}">
                      <a16:creationId xmlns:a16="http://schemas.microsoft.com/office/drawing/2014/main" id="{17041749-DEEA-4B02-9F0A-3660453F4C15}"/>
                    </a:ext>
                  </a:extLst>
                </p14:cNvPr>
                <p14:cNvContentPartPr/>
                <p14:nvPr/>
              </p14:nvContentPartPr>
              <p14:xfrm>
                <a:off x="7744673" y="2895825"/>
                <a:ext cx="201960" cy="279720"/>
              </p14:xfrm>
            </p:contentPart>
          </mc:Choice>
          <mc:Fallback>
            <p:pic>
              <p:nvPicPr>
                <p:cNvPr id="146" name="Ink 145">
                  <a:extLst>
                    <a:ext uri="{FF2B5EF4-FFF2-40B4-BE49-F238E27FC236}">
                      <a16:creationId xmlns:a16="http://schemas.microsoft.com/office/drawing/2014/main" id="{17041749-DEEA-4B02-9F0A-3660453F4C15}"/>
                    </a:ext>
                  </a:extLst>
                </p:cNvPr>
                <p:cNvPicPr/>
                <p:nvPr/>
              </p:nvPicPr>
              <p:blipFill>
                <a:blip r:embed="rId259"/>
                <a:stretch>
                  <a:fillRect/>
                </a:stretch>
              </p:blipFill>
              <p:spPr>
                <a:xfrm>
                  <a:off x="7736033" y="2886825"/>
                  <a:ext cx="219600" cy="297360"/>
                </a:xfrm>
                <a:prstGeom prst="rect">
                  <a:avLst/>
                </a:prstGeom>
              </p:spPr>
            </p:pic>
          </mc:Fallback>
        </mc:AlternateContent>
      </p:grpSp>
    </p:spTree>
    <p:extLst>
      <p:ext uri="{BB962C8B-B14F-4D97-AF65-F5344CB8AC3E}">
        <p14:creationId xmlns:p14="http://schemas.microsoft.com/office/powerpoint/2010/main" val="2082347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9D92102-F2EA-11B4-35BD-850F0B717CB8}"/>
                  </a:ext>
                </a:extLst>
              </p14:cNvPr>
              <p14:cNvContentPartPr/>
              <p14:nvPr/>
            </p14:nvContentPartPr>
            <p14:xfrm>
              <a:off x="2952713" y="199065"/>
              <a:ext cx="27360" cy="272520"/>
            </p14:xfrm>
          </p:contentPart>
        </mc:Choice>
        <mc:Fallback>
          <p:pic>
            <p:nvPicPr>
              <p:cNvPr id="2" name="Ink 1">
                <a:extLst>
                  <a:ext uri="{FF2B5EF4-FFF2-40B4-BE49-F238E27FC236}">
                    <a16:creationId xmlns:a16="http://schemas.microsoft.com/office/drawing/2014/main" id="{D9D92102-F2EA-11B4-35BD-850F0B717CB8}"/>
                  </a:ext>
                </a:extLst>
              </p:cNvPr>
              <p:cNvPicPr/>
              <p:nvPr/>
            </p:nvPicPr>
            <p:blipFill>
              <a:blip r:embed="rId3"/>
              <a:stretch>
                <a:fillRect/>
              </a:stretch>
            </p:blipFill>
            <p:spPr>
              <a:xfrm>
                <a:off x="2944073" y="190425"/>
                <a:ext cx="4500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6FD4D76-032D-EC27-4207-2584D6BED6E0}"/>
                  </a:ext>
                </a:extLst>
              </p14:cNvPr>
              <p14:cNvContentPartPr/>
              <p14:nvPr/>
            </p14:nvContentPartPr>
            <p14:xfrm>
              <a:off x="2847593" y="196185"/>
              <a:ext cx="284760" cy="127440"/>
            </p14:xfrm>
          </p:contentPart>
        </mc:Choice>
        <mc:Fallback>
          <p:pic>
            <p:nvPicPr>
              <p:cNvPr id="3" name="Ink 2">
                <a:extLst>
                  <a:ext uri="{FF2B5EF4-FFF2-40B4-BE49-F238E27FC236}">
                    <a16:creationId xmlns:a16="http://schemas.microsoft.com/office/drawing/2014/main" id="{D6FD4D76-032D-EC27-4207-2584D6BED6E0}"/>
                  </a:ext>
                </a:extLst>
              </p:cNvPr>
              <p:cNvPicPr/>
              <p:nvPr/>
            </p:nvPicPr>
            <p:blipFill>
              <a:blip r:embed="rId5"/>
              <a:stretch>
                <a:fillRect/>
              </a:stretch>
            </p:blipFill>
            <p:spPr>
              <a:xfrm>
                <a:off x="2838953" y="187545"/>
                <a:ext cx="30240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F75AAD69-777C-1414-77DA-1AB0894173F2}"/>
                  </a:ext>
                </a:extLst>
              </p14:cNvPr>
              <p14:cNvContentPartPr/>
              <p14:nvPr/>
            </p14:nvContentPartPr>
            <p14:xfrm>
              <a:off x="3072593" y="359625"/>
              <a:ext cx="309960" cy="144360"/>
            </p14:xfrm>
          </p:contentPart>
        </mc:Choice>
        <mc:Fallback>
          <p:pic>
            <p:nvPicPr>
              <p:cNvPr id="4" name="Ink 3">
                <a:extLst>
                  <a:ext uri="{FF2B5EF4-FFF2-40B4-BE49-F238E27FC236}">
                    <a16:creationId xmlns:a16="http://schemas.microsoft.com/office/drawing/2014/main" id="{F75AAD69-777C-1414-77DA-1AB0894173F2}"/>
                  </a:ext>
                </a:extLst>
              </p:cNvPr>
              <p:cNvPicPr/>
              <p:nvPr/>
            </p:nvPicPr>
            <p:blipFill>
              <a:blip r:embed="rId7"/>
              <a:stretch>
                <a:fillRect/>
              </a:stretch>
            </p:blipFill>
            <p:spPr>
              <a:xfrm>
                <a:off x="3063953" y="350625"/>
                <a:ext cx="32760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B6BD8E47-A9C7-AE24-947B-F9C0B9DCA9E8}"/>
                  </a:ext>
                </a:extLst>
              </p14:cNvPr>
              <p14:cNvContentPartPr/>
              <p14:nvPr/>
            </p14:nvContentPartPr>
            <p14:xfrm>
              <a:off x="3444113" y="356745"/>
              <a:ext cx="188640" cy="94680"/>
            </p14:xfrm>
          </p:contentPart>
        </mc:Choice>
        <mc:Fallback>
          <p:pic>
            <p:nvPicPr>
              <p:cNvPr id="5" name="Ink 4">
                <a:extLst>
                  <a:ext uri="{FF2B5EF4-FFF2-40B4-BE49-F238E27FC236}">
                    <a16:creationId xmlns:a16="http://schemas.microsoft.com/office/drawing/2014/main" id="{B6BD8E47-A9C7-AE24-947B-F9C0B9DCA9E8}"/>
                  </a:ext>
                </a:extLst>
              </p:cNvPr>
              <p:cNvPicPr/>
              <p:nvPr/>
            </p:nvPicPr>
            <p:blipFill>
              <a:blip r:embed="rId9"/>
              <a:stretch>
                <a:fillRect/>
              </a:stretch>
            </p:blipFill>
            <p:spPr>
              <a:xfrm>
                <a:off x="3435473" y="347745"/>
                <a:ext cx="20628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AB61BC88-50DA-1BB9-221F-343215362B41}"/>
                  </a:ext>
                </a:extLst>
              </p14:cNvPr>
              <p14:cNvContentPartPr/>
              <p14:nvPr/>
            </p14:nvContentPartPr>
            <p14:xfrm>
              <a:off x="3603593" y="348105"/>
              <a:ext cx="312480" cy="89280"/>
            </p14:xfrm>
          </p:contentPart>
        </mc:Choice>
        <mc:Fallback>
          <p:pic>
            <p:nvPicPr>
              <p:cNvPr id="6" name="Ink 5">
                <a:extLst>
                  <a:ext uri="{FF2B5EF4-FFF2-40B4-BE49-F238E27FC236}">
                    <a16:creationId xmlns:a16="http://schemas.microsoft.com/office/drawing/2014/main" id="{AB61BC88-50DA-1BB9-221F-343215362B41}"/>
                  </a:ext>
                </a:extLst>
              </p:cNvPr>
              <p:cNvPicPr/>
              <p:nvPr/>
            </p:nvPicPr>
            <p:blipFill>
              <a:blip r:embed="rId11"/>
              <a:stretch>
                <a:fillRect/>
              </a:stretch>
            </p:blipFill>
            <p:spPr>
              <a:xfrm>
                <a:off x="3594593" y="339105"/>
                <a:ext cx="33012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2A0B4C4C-4512-74EE-8394-F6B6DFE6A0DC}"/>
                  </a:ext>
                </a:extLst>
              </p14:cNvPr>
              <p14:cNvContentPartPr/>
              <p14:nvPr/>
            </p14:nvContentPartPr>
            <p14:xfrm>
              <a:off x="3821033" y="316425"/>
              <a:ext cx="114120" cy="103680"/>
            </p14:xfrm>
          </p:contentPart>
        </mc:Choice>
        <mc:Fallback>
          <p:pic>
            <p:nvPicPr>
              <p:cNvPr id="7" name="Ink 6">
                <a:extLst>
                  <a:ext uri="{FF2B5EF4-FFF2-40B4-BE49-F238E27FC236}">
                    <a16:creationId xmlns:a16="http://schemas.microsoft.com/office/drawing/2014/main" id="{2A0B4C4C-4512-74EE-8394-F6B6DFE6A0DC}"/>
                  </a:ext>
                </a:extLst>
              </p:cNvPr>
              <p:cNvPicPr/>
              <p:nvPr/>
            </p:nvPicPr>
            <p:blipFill>
              <a:blip r:embed="rId13"/>
              <a:stretch>
                <a:fillRect/>
              </a:stretch>
            </p:blipFill>
            <p:spPr>
              <a:xfrm>
                <a:off x="3812393" y="307425"/>
                <a:ext cx="13176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5E36AA50-3F8F-9914-8790-CD9BA448839D}"/>
                  </a:ext>
                </a:extLst>
              </p14:cNvPr>
              <p14:cNvContentPartPr/>
              <p14:nvPr/>
            </p14:nvContentPartPr>
            <p14:xfrm>
              <a:off x="4017953" y="318945"/>
              <a:ext cx="50760" cy="321480"/>
            </p14:xfrm>
          </p:contentPart>
        </mc:Choice>
        <mc:Fallback>
          <p:pic>
            <p:nvPicPr>
              <p:cNvPr id="8" name="Ink 7">
                <a:extLst>
                  <a:ext uri="{FF2B5EF4-FFF2-40B4-BE49-F238E27FC236}">
                    <a16:creationId xmlns:a16="http://schemas.microsoft.com/office/drawing/2014/main" id="{5E36AA50-3F8F-9914-8790-CD9BA448839D}"/>
                  </a:ext>
                </a:extLst>
              </p:cNvPr>
              <p:cNvPicPr/>
              <p:nvPr/>
            </p:nvPicPr>
            <p:blipFill>
              <a:blip r:embed="rId15"/>
              <a:stretch>
                <a:fillRect/>
              </a:stretch>
            </p:blipFill>
            <p:spPr>
              <a:xfrm>
                <a:off x="4009313" y="310305"/>
                <a:ext cx="6840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0485E68E-BF11-1651-365A-8CF16B631E95}"/>
                  </a:ext>
                </a:extLst>
              </p14:cNvPr>
              <p14:cNvContentPartPr/>
              <p14:nvPr/>
            </p14:nvContentPartPr>
            <p14:xfrm>
              <a:off x="3990593" y="312465"/>
              <a:ext cx="118800" cy="102600"/>
            </p14:xfrm>
          </p:contentPart>
        </mc:Choice>
        <mc:Fallback>
          <p:pic>
            <p:nvPicPr>
              <p:cNvPr id="9" name="Ink 8">
                <a:extLst>
                  <a:ext uri="{FF2B5EF4-FFF2-40B4-BE49-F238E27FC236}">
                    <a16:creationId xmlns:a16="http://schemas.microsoft.com/office/drawing/2014/main" id="{0485E68E-BF11-1651-365A-8CF16B631E95}"/>
                  </a:ext>
                </a:extLst>
              </p:cNvPr>
              <p:cNvPicPr/>
              <p:nvPr/>
            </p:nvPicPr>
            <p:blipFill>
              <a:blip r:embed="rId17"/>
              <a:stretch>
                <a:fillRect/>
              </a:stretch>
            </p:blipFill>
            <p:spPr>
              <a:xfrm>
                <a:off x="3981953" y="303465"/>
                <a:ext cx="13644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718AB969-7832-D549-68E1-EE74A3992868}"/>
                  </a:ext>
                </a:extLst>
              </p14:cNvPr>
              <p14:cNvContentPartPr/>
              <p14:nvPr/>
            </p14:nvContentPartPr>
            <p14:xfrm>
              <a:off x="4132433" y="279345"/>
              <a:ext cx="470520" cy="113400"/>
            </p14:xfrm>
          </p:contentPart>
        </mc:Choice>
        <mc:Fallback>
          <p:pic>
            <p:nvPicPr>
              <p:cNvPr id="10" name="Ink 9">
                <a:extLst>
                  <a:ext uri="{FF2B5EF4-FFF2-40B4-BE49-F238E27FC236}">
                    <a16:creationId xmlns:a16="http://schemas.microsoft.com/office/drawing/2014/main" id="{718AB969-7832-D549-68E1-EE74A3992868}"/>
                  </a:ext>
                </a:extLst>
              </p:cNvPr>
              <p:cNvPicPr/>
              <p:nvPr/>
            </p:nvPicPr>
            <p:blipFill>
              <a:blip r:embed="rId19"/>
              <a:stretch>
                <a:fillRect/>
              </a:stretch>
            </p:blipFill>
            <p:spPr>
              <a:xfrm>
                <a:off x="4123793" y="270705"/>
                <a:ext cx="48816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0E4BC268-D4F6-372F-E128-BA13C6414252}"/>
                  </a:ext>
                </a:extLst>
              </p14:cNvPr>
              <p14:cNvContentPartPr/>
              <p14:nvPr/>
            </p14:nvContentPartPr>
            <p14:xfrm>
              <a:off x="4850273" y="164505"/>
              <a:ext cx="211320" cy="263160"/>
            </p14:xfrm>
          </p:contentPart>
        </mc:Choice>
        <mc:Fallback>
          <p:pic>
            <p:nvPicPr>
              <p:cNvPr id="11" name="Ink 10">
                <a:extLst>
                  <a:ext uri="{FF2B5EF4-FFF2-40B4-BE49-F238E27FC236}">
                    <a16:creationId xmlns:a16="http://schemas.microsoft.com/office/drawing/2014/main" id="{0E4BC268-D4F6-372F-E128-BA13C6414252}"/>
                  </a:ext>
                </a:extLst>
              </p:cNvPr>
              <p:cNvPicPr/>
              <p:nvPr/>
            </p:nvPicPr>
            <p:blipFill>
              <a:blip r:embed="rId21"/>
              <a:stretch>
                <a:fillRect/>
              </a:stretch>
            </p:blipFill>
            <p:spPr>
              <a:xfrm>
                <a:off x="4841273" y="155865"/>
                <a:ext cx="22896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15D3F60C-38D8-5A58-6562-6E4F43310E12}"/>
                  </a:ext>
                </a:extLst>
              </p14:cNvPr>
              <p14:cNvContentPartPr/>
              <p14:nvPr/>
            </p14:nvContentPartPr>
            <p14:xfrm>
              <a:off x="7238873" y="131745"/>
              <a:ext cx="69480" cy="237600"/>
            </p14:xfrm>
          </p:contentPart>
        </mc:Choice>
        <mc:Fallback>
          <p:pic>
            <p:nvPicPr>
              <p:cNvPr id="12" name="Ink 11">
                <a:extLst>
                  <a:ext uri="{FF2B5EF4-FFF2-40B4-BE49-F238E27FC236}">
                    <a16:creationId xmlns:a16="http://schemas.microsoft.com/office/drawing/2014/main" id="{15D3F60C-38D8-5A58-6562-6E4F43310E12}"/>
                  </a:ext>
                </a:extLst>
              </p:cNvPr>
              <p:cNvPicPr/>
              <p:nvPr/>
            </p:nvPicPr>
            <p:blipFill>
              <a:blip r:embed="rId23"/>
              <a:stretch>
                <a:fillRect/>
              </a:stretch>
            </p:blipFill>
            <p:spPr>
              <a:xfrm>
                <a:off x="7229873" y="122745"/>
                <a:ext cx="8712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1E3CC267-724A-AD2A-53AA-42A7533CCD6E}"/>
                  </a:ext>
                </a:extLst>
              </p14:cNvPr>
              <p14:cNvContentPartPr/>
              <p14:nvPr/>
            </p14:nvContentPartPr>
            <p14:xfrm>
              <a:off x="7168673" y="97185"/>
              <a:ext cx="260640" cy="152640"/>
            </p14:xfrm>
          </p:contentPart>
        </mc:Choice>
        <mc:Fallback>
          <p:pic>
            <p:nvPicPr>
              <p:cNvPr id="13" name="Ink 12">
                <a:extLst>
                  <a:ext uri="{FF2B5EF4-FFF2-40B4-BE49-F238E27FC236}">
                    <a16:creationId xmlns:a16="http://schemas.microsoft.com/office/drawing/2014/main" id="{1E3CC267-724A-AD2A-53AA-42A7533CCD6E}"/>
                  </a:ext>
                </a:extLst>
              </p:cNvPr>
              <p:cNvPicPr/>
              <p:nvPr/>
            </p:nvPicPr>
            <p:blipFill>
              <a:blip r:embed="rId25"/>
              <a:stretch>
                <a:fillRect/>
              </a:stretch>
            </p:blipFill>
            <p:spPr>
              <a:xfrm>
                <a:off x="7159673" y="88185"/>
                <a:ext cx="2782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505831A9-A312-61CF-A322-18E76EB3C381}"/>
                  </a:ext>
                </a:extLst>
              </p14:cNvPr>
              <p14:cNvContentPartPr/>
              <p14:nvPr/>
            </p14:nvContentPartPr>
            <p14:xfrm>
              <a:off x="7413833" y="176745"/>
              <a:ext cx="307800" cy="173880"/>
            </p14:xfrm>
          </p:contentPart>
        </mc:Choice>
        <mc:Fallback>
          <p:pic>
            <p:nvPicPr>
              <p:cNvPr id="14" name="Ink 13">
                <a:extLst>
                  <a:ext uri="{FF2B5EF4-FFF2-40B4-BE49-F238E27FC236}">
                    <a16:creationId xmlns:a16="http://schemas.microsoft.com/office/drawing/2014/main" id="{505831A9-A312-61CF-A322-18E76EB3C381}"/>
                  </a:ext>
                </a:extLst>
              </p:cNvPr>
              <p:cNvPicPr/>
              <p:nvPr/>
            </p:nvPicPr>
            <p:blipFill>
              <a:blip r:embed="rId27"/>
              <a:stretch>
                <a:fillRect/>
              </a:stretch>
            </p:blipFill>
            <p:spPr>
              <a:xfrm>
                <a:off x="7405193" y="167745"/>
                <a:ext cx="32544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5" name="Ink 14">
                <a:extLst>
                  <a:ext uri="{FF2B5EF4-FFF2-40B4-BE49-F238E27FC236}">
                    <a16:creationId xmlns:a16="http://schemas.microsoft.com/office/drawing/2014/main" id="{6BB3AE98-5641-BA6B-2C8B-EFF505470C8E}"/>
                  </a:ext>
                </a:extLst>
              </p14:cNvPr>
              <p14:cNvContentPartPr/>
              <p14:nvPr/>
            </p14:nvContentPartPr>
            <p14:xfrm>
              <a:off x="7764113" y="214185"/>
              <a:ext cx="158760" cy="107640"/>
            </p14:xfrm>
          </p:contentPart>
        </mc:Choice>
        <mc:Fallback>
          <p:pic>
            <p:nvPicPr>
              <p:cNvPr id="15" name="Ink 14">
                <a:extLst>
                  <a:ext uri="{FF2B5EF4-FFF2-40B4-BE49-F238E27FC236}">
                    <a16:creationId xmlns:a16="http://schemas.microsoft.com/office/drawing/2014/main" id="{6BB3AE98-5641-BA6B-2C8B-EFF505470C8E}"/>
                  </a:ext>
                </a:extLst>
              </p:cNvPr>
              <p:cNvPicPr/>
              <p:nvPr/>
            </p:nvPicPr>
            <p:blipFill>
              <a:blip r:embed="rId29"/>
              <a:stretch>
                <a:fillRect/>
              </a:stretch>
            </p:blipFill>
            <p:spPr>
              <a:xfrm>
                <a:off x="7755113" y="205185"/>
                <a:ext cx="1764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Ink 15">
                <a:extLst>
                  <a:ext uri="{FF2B5EF4-FFF2-40B4-BE49-F238E27FC236}">
                    <a16:creationId xmlns:a16="http://schemas.microsoft.com/office/drawing/2014/main" id="{62350E28-22F9-2B0E-FD2E-E1FA2E4F5E06}"/>
                  </a:ext>
                </a:extLst>
              </p14:cNvPr>
              <p14:cNvContentPartPr/>
              <p14:nvPr/>
            </p14:nvContentPartPr>
            <p14:xfrm>
              <a:off x="7924673" y="211305"/>
              <a:ext cx="214560" cy="110520"/>
            </p14:xfrm>
          </p:contentPart>
        </mc:Choice>
        <mc:Fallback>
          <p:pic>
            <p:nvPicPr>
              <p:cNvPr id="16" name="Ink 15">
                <a:extLst>
                  <a:ext uri="{FF2B5EF4-FFF2-40B4-BE49-F238E27FC236}">
                    <a16:creationId xmlns:a16="http://schemas.microsoft.com/office/drawing/2014/main" id="{62350E28-22F9-2B0E-FD2E-E1FA2E4F5E06}"/>
                  </a:ext>
                </a:extLst>
              </p:cNvPr>
              <p:cNvPicPr/>
              <p:nvPr/>
            </p:nvPicPr>
            <p:blipFill>
              <a:blip r:embed="rId31"/>
              <a:stretch>
                <a:fillRect/>
              </a:stretch>
            </p:blipFill>
            <p:spPr>
              <a:xfrm>
                <a:off x="7915673" y="202305"/>
                <a:ext cx="23220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 name="Ink 16">
                <a:extLst>
                  <a:ext uri="{FF2B5EF4-FFF2-40B4-BE49-F238E27FC236}">
                    <a16:creationId xmlns:a16="http://schemas.microsoft.com/office/drawing/2014/main" id="{6FB03169-24BF-9F5E-43B8-D1BF54A4D3CC}"/>
                  </a:ext>
                </a:extLst>
              </p14:cNvPr>
              <p14:cNvContentPartPr/>
              <p14:nvPr/>
            </p14:nvContentPartPr>
            <p14:xfrm>
              <a:off x="8197193" y="226065"/>
              <a:ext cx="45720" cy="259560"/>
            </p14:xfrm>
          </p:contentPart>
        </mc:Choice>
        <mc:Fallback>
          <p:pic>
            <p:nvPicPr>
              <p:cNvPr id="17" name="Ink 16">
                <a:extLst>
                  <a:ext uri="{FF2B5EF4-FFF2-40B4-BE49-F238E27FC236}">
                    <a16:creationId xmlns:a16="http://schemas.microsoft.com/office/drawing/2014/main" id="{6FB03169-24BF-9F5E-43B8-D1BF54A4D3CC}"/>
                  </a:ext>
                </a:extLst>
              </p:cNvPr>
              <p:cNvPicPr/>
              <p:nvPr/>
            </p:nvPicPr>
            <p:blipFill>
              <a:blip r:embed="rId33"/>
              <a:stretch>
                <a:fillRect/>
              </a:stretch>
            </p:blipFill>
            <p:spPr>
              <a:xfrm>
                <a:off x="8188553" y="217065"/>
                <a:ext cx="6336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8" name="Ink 17">
                <a:extLst>
                  <a:ext uri="{FF2B5EF4-FFF2-40B4-BE49-F238E27FC236}">
                    <a16:creationId xmlns:a16="http://schemas.microsoft.com/office/drawing/2014/main" id="{20D125C2-926C-830C-7E38-23E4F45BF6A7}"/>
                  </a:ext>
                </a:extLst>
              </p14:cNvPr>
              <p14:cNvContentPartPr/>
              <p14:nvPr/>
            </p14:nvContentPartPr>
            <p14:xfrm>
              <a:off x="8217713" y="198705"/>
              <a:ext cx="98280" cy="116280"/>
            </p14:xfrm>
          </p:contentPart>
        </mc:Choice>
        <mc:Fallback>
          <p:pic>
            <p:nvPicPr>
              <p:cNvPr id="18" name="Ink 17">
                <a:extLst>
                  <a:ext uri="{FF2B5EF4-FFF2-40B4-BE49-F238E27FC236}">
                    <a16:creationId xmlns:a16="http://schemas.microsoft.com/office/drawing/2014/main" id="{20D125C2-926C-830C-7E38-23E4F45BF6A7}"/>
                  </a:ext>
                </a:extLst>
              </p:cNvPr>
              <p:cNvPicPr/>
              <p:nvPr/>
            </p:nvPicPr>
            <p:blipFill>
              <a:blip r:embed="rId35"/>
              <a:stretch>
                <a:fillRect/>
              </a:stretch>
            </p:blipFill>
            <p:spPr>
              <a:xfrm>
                <a:off x="8208713" y="190065"/>
                <a:ext cx="11592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9" name="Ink 18">
                <a:extLst>
                  <a:ext uri="{FF2B5EF4-FFF2-40B4-BE49-F238E27FC236}">
                    <a16:creationId xmlns:a16="http://schemas.microsoft.com/office/drawing/2014/main" id="{667E2794-1FDF-559B-8925-B2C33CE5F9CC}"/>
                  </a:ext>
                </a:extLst>
              </p14:cNvPr>
              <p14:cNvContentPartPr/>
              <p14:nvPr/>
            </p14:nvContentPartPr>
            <p14:xfrm>
              <a:off x="8315993" y="205545"/>
              <a:ext cx="502200" cy="132840"/>
            </p14:xfrm>
          </p:contentPart>
        </mc:Choice>
        <mc:Fallback>
          <p:pic>
            <p:nvPicPr>
              <p:cNvPr id="19" name="Ink 18">
                <a:extLst>
                  <a:ext uri="{FF2B5EF4-FFF2-40B4-BE49-F238E27FC236}">
                    <a16:creationId xmlns:a16="http://schemas.microsoft.com/office/drawing/2014/main" id="{667E2794-1FDF-559B-8925-B2C33CE5F9CC}"/>
                  </a:ext>
                </a:extLst>
              </p:cNvPr>
              <p:cNvPicPr/>
              <p:nvPr/>
            </p:nvPicPr>
            <p:blipFill>
              <a:blip r:embed="rId37"/>
              <a:stretch>
                <a:fillRect/>
              </a:stretch>
            </p:blipFill>
            <p:spPr>
              <a:xfrm>
                <a:off x="8306993" y="196905"/>
                <a:ext cx="51984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0" name="Ink 19">
                <a:extLst>
                  <a:ext uri="{FF2B5EF4-FFF2-40B4-BE49-F238E27FC236}">
                    <a16:creationId xmlns:a16="http://schemas.microsoft.com/office/drawing/2014/main" id="{355541D6-1CDD-3C27-5930-2CA8C272AD1B}"/>
                  </a:ext>
                </a:extLst>
              </p14:cNvPr>
              <p14:cNvContentPartPr/>
              <p14:nvPr/>
            </p14:nvContentPartPr>
            <p14:xfrm>
              <a:off x="8994953" y="106545"/>
              <a:ext cx="170640" cy="212400"/>
            </p14:xfrm>
          </p:contentPart>
        </mc:Choice>
        <mc:Fallback>
          <p:pic>
            <p:nvPicPr>
              <p:cNvPr id="20" name="Ink 19">
                <a:extLst>
                  <a:ext uri="{FF2B5EF4-FFF2-40B4-BE49-F238E27FC236}">
                    <a16:creationId xmlns:a16="http://schemas.microsoft.com/office/drawing/2014/main" id="{355541D6-1CDD-3C27-5930-2CA8C272AD1B}"/>
                  </a:ext>
                </a:extLst>
              </p:cNvPr>
              <p:cNvPicPr/>
              <p:nvPr/>
            </p:nvPicPr>
            <p:blipFill>
              <a:blip r:embed="rId39"/>
              <a:stretch>
                <a:fillRect/>
              </a:stretch>
            </p:blipFill>
            <p:spPr>
              <a:xfrm>
                <a:off x="8985953" y="97905"/>
                <a:ext cx="18828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8DF43764-9B19-D4A2-FFDE-7E1C349867A5}"/>
                  </a:ext>
                </a:extLst>
              </p14:cNvPr>
              <p14:cNvContentPartPr/>
              <p14:nvPr/>
            </p14:nvContentPartPr>
            <p14:xfrm>
              <a:off x="3782873" y="703785"/>
              <a:ext cx="60120" cy="374400"/>
            </p14:xfrm>
          </p:contentPart>
        </mc:Choice>
        <mc:Fallback>
          <p:pic>
            <p:nvPicPr>
              <p:cNvPr id="23" name="Ink 22">
                <a:extLst>
                  <a:ext uri="{FF2B5EF4-FFF2-40B4-BE49-F238E27FC236}">
                    <a16:creationId xmlns:a16="http://schemas.microsoft.com/office/drawing/2014/main" id="{8DF43764-9B19-D4A2-FFDE-7E1C349867A5}"/>
                  </a:ext>
                </a:extLst>
              </p:cNvPr>
              <p:cNvPicPr/>
              <p:nvPr/>
            </p:nvPicPr>
            <p:blipFill>
              <a:blip r:embed="rId41"/>
              <a:stretch>
                <a:fillRect/>
              </a:stretch>
            </p:blipFill>
            <p:spPr>
              <a:xfrm>
                <a:off x="3774233" y="695145"/>
                <a:ext cx="77760" cy="3920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C30DACA5-BC64-6801-2209-7A74FDE7F53A}"/>
                  </a:ext>
                </a:extLst>
              </p14:cNvPr>
              <p14:cNvContentPartPr/>
              <p14:nvPr/>
            </p14:nvContentPartPr>
            <p14:xfrm>
              <a:off x="3751193" y="993225"/>
              <a:ext cx="173880" cy="73080"/>
            </p14:xfrm>
          </p:contentPart>
        </mc:Choice>
        <mc:Fallback>
          <p:pic>
            <p:nvPicPr>
              <p:cNvPr id="24" name="Ink 23">
                <a:extLst>
                  <a:ext uri="{FF2B5EF4-FFF2-40B4-BE49-F238E27FC236}">
                    <a16:creationId xmlns:a16="http://schemas.microsoft.com/office/drawing/2014/main" id="{C30DACA5-BC64-6801-2209-7A74FDE7F53A}"/>
                  </a:ext>
                </a:extLst>
              </p:cNvPr>
              <p:cNvPicPr/>
              <p:nvPr/>
            </p:nvPicPr>
            <p:blipFill>
              <a:blip r:embed="rId43"/>
              <a:stretch>
                <a:fillRect/>
              </a:stretch>
            </p:blipFill>
            <p:spPr>
              <a:xfrm>
                <a:off x="3742553" y="984225"/>
                <a:ext cx="19152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496C7FE9-85E1-3403-DFE9-55408A726AA6}"/>
                  </a:ext>
                </a:extLst>
              </p14:cNvPr>
              <p14:cNvContentPartPr/>
              <p14:nvPr/>
            </p14:nvContentPartPr>
            <p14:xfrm>
              <a:off x="3326393" y="1306065"/>
              <a:ext cx="271800" cy="216360"/>
            </p14:xfrm>
          </p:contentPart>
        </mc:Choice>
        <mc:Fallback>
          <p:pic>
            <p:nvPicPr>
              <p:cNvPr id="25" name="Ink 24">
                <a:extLst>
                  <a:ext uri="{FF2B5EF4-FFF2-40B4-BE49-F238E27FC236}">
                    <a16:creationId xmlns:a16="http://schemas.microsoft.com/office/drawing/2014/main" id="{496C7FE9-85E1-3403-DFE9-55408A726AA6}"/>
                  </a:ext>
                </a:extLst>
              </p:cNvPr>
              <p:cNvPicPr/>
              <p:nvPr/>
            </p:nvPicPr>
            <p:blipFill>
              <a:blip r:embed="rId45"/>
              <a:stretch>
                <a:fillRect/>
              </a:stretch>
            </p:blipFill>
            <p:spPr>
              <a:xfrm>
                <a:off x="3317753" y="1297065"/>
                <a:ext cx="28944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5EEA7C43-987F-068C-C01E-F10E8A2E6611}"/>
                  </a:ext>
                </a:extLst>
              </p14:cNvPr>
              <p14:cNvContentPartPr/>
              <p14:nvPr/>
            </p14:nvContentPartPr>
            <p14:xfrm>
              <a:off x="3573713" y="1389945"/>
              <a:ext cx="320760" cy="128880"/>
            </p14:xfrm>
          </p:contentPart>
        </mc:Choice>
        <mc:Fallback>
          <p:pic>
            <p:nvPicPr>
              <p:cNvPr id="26" name="Ink 25">
                <a:extLst>
                  <a:ext uri="{FF2B5EF4-FFF2-40B4-BE49-F238E27FC236}">
                    <a16:creationId xmlns:a16="http://schemas.microsoft.com/office/drawing/2014/main" id="{5EEA7C43-987F-068C-C01E-F10E8A2E6611}"/>
                  </a:ext>
                </a:extLst>
              </p:cNvPr>
              <p:cNvPicPr/>
              <p:nvPr/>
            </p:nvPicPr>
            <p:blipFill>
              <a:blip r:embed="rId47"/>
              <a:stretch>
                <a:fillRect/>
              </a:stretch>
            </p:blipFill>
            <p:spPr>
              <a:xfrm>
                <a:off x="3565073" y="1380945"/>
                <a:ext cx="33840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896F1B44-F609-16BE-2505-9BF69FD74420}"/>
                  </a:ext>
                </a:extLst>
              </p14:cNvPr>
              <p14:cNvContentPartPr/>
              <p14:nvPr/>
            </p14:nvContentPartPr>
            <p14:xfrm>
              <a:off x="3920393" y="1429185"/>
              <a:ext cx="43200" cy="252360"/>
            </p14:xfrm>
          </p:contentPart>
        </mc:Choice>
        <mc:Fallback>
          <p:pic>
            <p:nvPicPr>
              <p:cNvPr id="27" name="Ink 26">
                <a:extLst>
                  <a:ext uri="{FF2B5EF4-FFF2-40B4-BE49-F238E27FC236}">
                    <a16:creationId xmlns:a16="http://schemas.microsoft.com/office/drawing/2014/main" id="{896F1B44-F609-16BE-2505-9BF69FD74420}"/>
                  </a:ext>
                </a:extLst>
              </p:cNvPr>
              <p:cNvPicPr/>
              <p:nvPr/>
            </p:nvPicPr>
            <p:blipFill>
              <a:blip r:embed="rId49"/>
              <a:stretch>
                <a:fillRect/>
              </a:stretch>
            </p:blipFill>
            <p:spPr>
              <a:xfrm>
                <a:off x="3911753" y="1420545"/>
                <a:ext cx="6084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7F342775-F866-9B72-A2E8-4B0735350F31}"/>
                  </a:ext>
                </a:extLst>
              </p14:cNvPr>
              <p14:cNvContentPartPr/>
              <p14:nvPr/>
            </p14:nvContentPartPr>
            <p14:xfrm>
              <a:off x="3909593" y="1412985"/>
              <a:ext cx="76320" cy="104400"/>
            </p14:xfrm>
          </p:contentPart>
        </mc:Choice>
        <mc:Fallback>
          <p:pic>
            <p:nvPicPr>
              <p:cNvPr id="28" name="Ink 27">
                <a:extLst>
                  <a:ext uri="{FF2B5EF4-FFF2-40B4-BE49-F238E27FC236}">
                    <a16:creationId xmlns:a16="http://schemas.microsoft.com/office/drawing/2014/main" id="{7F342775-F866-9B72-A2E8-4B0735350F31}"/>
                  </a:ext>
                </a:extLst>
              </p:cNvPr>
              <p:cNvPicPr/>
              <p:nvPr/>
            </p:nvPicPr>
            <p:blipFill>
              <a:blip r:embed="rId51"/>
              <a:stretch>
                <a:fillRect/>
              </a:stretch>
            </p:blipFill>
            <p:spPr>
              <a:xfrm>
                <a:off x="3900953" y="1404345"/>
                <a:ext cx="9396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1EC0E753-0EC6-FBA0-BA98-C3A8402842E6}"/>
                  </a:ext>
                </a:extLst>
              </p14:cNvPr>
              <p14:cNvContentPartPr/>
              <p14:nvPr/>
            </p14:nvContentPartPr>
            <p14:xfrm>
              <a:off x="4016153" y="1346025"/>
              <a:ext cx="532080" cy="137880"/>
            </p14:xfrm>
          </p:contentPart>
        </mc:Choice>
        <mc:Fallback>
          <p:pic>
            <p:nvPicPr>
              <p:cNvPr id="29" name="Ink 28">
                <a:extLst>
                  <a:ext uri="{FF2B5EF4-FFF2-40B4-BE49-F238E27FC236}">
                    <a16:creationId xmlns:a16="http://schemas.microsoft.com/office/drawing/2014/main" id="{1EC0E753-0EC6-FBA0-BA98-C3A8402842E6}"/>
                  </a:ext>
                </a:extLst>
              </p:cNvPr>
              <p:cNvPicPr/>
              <p:nvPr/>
            </p:nvPicPr>
            <p:blipFill>
              <a:blip r:embed="rId53"/>
              <a:stretch>
                <a:fillRect/>
              </a:stretch>
            </p:blipFill>
            <p:spPr>
              <a:xfrm>
                <a:off x="4007153" y="1337025"/>
                <a:ext cx="54972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31C4ADE5-0D67-5DC7-E213-887BC66D718B}"/>
                  </a:ext>
                </a:extLst>
              </p14:cNvPr>
              <p14:cNvContentPartPr/>
              <p14:nvPr/>
            </p14:nvContentPartPr>
            <p14:xfrm>
              <a:off x="4609433" y="1160265"/>
              <a:ext cx="176760" cy="214560"/>
            </p14:xfrm>
          </p:contentPart>
        </mc:Choice>
        <mc:Fallback>
          <p:pic>
            <p:nvPicPr>
              <p:cNvPr id="30" name="Ink 29">
                <a:extLst>
                  <a:ext uri="{FF2B5EF4-FFF2-40B4-BE49-F238E27FC236}">
                    <a16:creationId xmlns:a16="http://schemas.microsoft.com/office/drawing/2014/main" id="{31C4ADE5-0D67-5DC7-E213-887BC66D718B}"/>
                  </a:ext>
                </a:extLst>
              </p:cNvPr>
              <p:cNvPicPr/>
              <p:nvPr/>
            </p:nvPicPr>
            <p:blipFill>
              <a:blip r:embed="rId55"/>
              <a:stretch>
                <a:fillRect/>
              </a:stretch>
            </p:blipFill>
            <p:spPr>
              <a:xfrm>
                <a:off x="4600793" y="1151625"/>
                <a:ext cx="19440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CF465CFC-CCF7-19C6-5E15-83BF9FB461CA}"/>
                  </a:ext>
                </a:extLst>
              </p14:cNvPr>
              <p14:cNvContentPartPr/>
              <p14:nvPr/>
            </p14:nvContentPartPr>
            <p14:xfrm>
              <a:off x="8097473" y="529185"/>
              <a:ext cx="12240" cy="423360"/>
            </p14:xfrm>
          </p:contentPart>
        </mc:Choice>
        <mc:Fallback>
          <p:pic>
            <p:nvPicPr>
              <p:cNvPr id="31" name="Ink 30">
                <a:extLst>
                  <a:ext uri="{FF2B5EF4-FFF2-40B4-BE49-F238E27FC236}">
                    <a16:creationId xmlns:a16="http://schemas.microsoft.com/office/drawing/2014/main" id="{CF465CFC-CCF7-19C6-5E15-83BF9FB461CA}"/>
                  </a:ext>
                </a:extLst>
              </p:cNvPr>
              <p:cNvPicPr/>
              <p:nvPr/>
            </p:nvPicPr>
            <p:blipFill>
              <a:blip r:embed="rId57"/>
              <a:stretch>
                <a:fillRect/>
              </a:stretch>
            </p:blipFill>
            <p:spPr>
              <a:xfrm>
                <a:off x="8088473" y="520185"/>
                <a:ext cx="29880" cy="441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6FB3DEDB-94C1-290D-C843-ADD8E4D0FFB0}"/>
                  </a:ext>
                </a:extLst>
              </p14:cNvPr>
              <p14:cNvContentPartPr/>
              <p14:nvPr/>
            </p14:nvContentPartPr>
            <p14:xfrm>
              <a:off x="8022233" y="833385"/>
              <a:ext cx="176760" cy="96840"/>
            </p14:xfrm>
          </p:contentPart>
        </mc:Choice>
        <mc:Fallback>
          <p:pic>
            <p:nvPicPr>
              <p:cNvPr id="32" name="Ink 31">
                <a:extLst>
                  <a:ext uri="{FF2B5EF4-FFF2-40B4-BE49-F238E27FC236}">
                    <a16:creationId xmlns:a16="http://schemas.microsoft.com/office/drawing/2014/main" id="{6FB3DEDB-94C1-290D-C843-ADD8E4D0FFB0}"/>
                  </a:ext>
                </a:extLst>
              </p:cNvPr>
              <p:cNvPicPr/>
              <p:nvPr/>
            </p:nvPicPr>
            <p:blipFill>
              <a:blip r:embed="rId59"/>
              <a:stretch>
                <a:fillRect/>
              </a:stretch>
            </p:blipFill>
            <p:spPr>
              <a:xfrm>
                <a:off x="8013593" y="824745"/>
                <a:ext cx="19440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F39E9C8B-1605-37FB-AB04-58D7A92268E7}"/>
                  </a:ext>
                </a:extLst>
              </p14:cNvPr>
              <p14:cNvContentPartPr/>
              <p14:nvPr/>
            </p14:nvContentPartPr>
            <p14:xfrm>
              <a:off x="7464953" y="1144785"/>
              <a:ext cx="224640" cy="176040"/>
            </p14:xfrm>
          </p:contentPart>
        </mc:Choice>
        <mc:Fallback>
          <p:pic>
            <p:nvPicPr>
              <p:cNvPr id="33" name="Ink 32">
                <a:extLst>
                  <a:ext uri="{FF2B5EF4-FFF2-40B4-BE49-F238E27FC236}">
                    <a16:creationId xmlns:a16="http://schemas.microsoft.com/office/drawing/2014/main" id="{F39E9C8B-1605-37FB-AB04-58D7A92268E7}"/>
                  </a:ext>
                </a:extLst>
              </p:cNvPr>
              <p:cNvPicPr/>
              <p:nvPr/>
            </p:nvPicPr>
            <p:blipFill>
              <a:blip r:embed="rId61"/>
              <a:stretch>
                <a:fillRect/>
              </a:stretch>
            </p:blipFill>
            <p:spPr>
              <a:xfrm>
                <a:off x="7455953" y="1136145"/>
                <a:ext cx="2422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73A2D8EB-C93C-9355-5A75-71D7AB7A9D16}"/>
                  </a:ext>
                </a:extLst>
              </p14:cNvPr>
              <p14:cNvContentPartPr/>
              <p14:nvPr/>
            </p14:nvContentPartPr>
            <p14:xfrm>
              <a:off x="7656833" y="1199505"/>
              <a:ext cx="288720" cy="121680"/>
            </p14:xfrm>
          </p:contentPart>
        </mc:Choice>
        <mc:Fallback>
          <p:pic>
            <p:nvPicPr>
              <p:cNvPr id="34" name="Ink 33">
                <a:extLst>
                  <a:ext uri="{FF2B5EF4-FFF2-40B4-BE49-F238E27FC236}">
                    <a16:creationId xmlns:a16="http://schemas.microsoft.com/office/drawing/2014/main" id="{73A2D8EB-C93C-9355-5A75-71D7AB7A9D16}"/>
                  </a:ext>
                </a:extLst>
              </p:cNvPr>
              <p:cNvPicPr/>
              <p:nvPr/>
            </p:nvPicPr>
            <p:blipFill>
              <a:blip r:embed="rId63"/>
              <a:stretch>
                <a:fillRect/>
              </a:stretch>
            </p:blipFill>
            <p:spPr>
              <a:xfrm>
                <a:off x="7648193" y="1190865"/>
                <a:ext cx="30636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5" name="Ink 34">
                <a:extLst>
                  <a:ext uri="{FF2B5EF4-FFF2-40B4-BE49-F238E27FC236}">
                    <a16:creationId xmlns:a16="http://schemas.microsoft.com/office/drawing/2014/main" id="{CC35A488-F1AA-4CFB-3B78-3807BB03D364}"/>
                  </a:ext>
                </a:extLst>
              </p14:cNvPr>
              <p14:cNvContentPartPr/>
              <p14:nvPr/>
            </p14:nvContentPartPr>
            <p14:xfrm>
              <a:off x="8034113" y="1200945"/>
              <a:ext cx="55080" cy="254880"/>
            </p14:xfrm>
          </p:contentPart>
        </mc:Choice>
        <mc:Fallback>
          <p:pic>
            <p:nvPicPr>
              <p:cNvPr id="35" name="Ink 34">
                <a:extLst>
                  <a:ext uri="{FF2B5EF4-FFF2-40B4-BE49-F238E27FC236}">
                    <a16:creationId xmlns:a16="http://schemas.microsoft.com/office/drawing/2014/main" id="{CC35A488-F1AA-4CFB-3B78-3807BB03D364}"/>
                  </a:ext>
                </a:extLst>
              </p:cNvPr>
              <p:cNvPicPr/>
              <p:nvPr/>
            </p:nvPicPr>
            <p:blipFill>
              <a:blip r:embed="rId65"/>
              <a:stretch>
                <a:fillRect/>
              </a:stretch>
            </p:blipFill>
            <p:spPr>
              <a:xfrm>
                <a:off x="8025473" y="1192305"/>
                <a:ext cx="7272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8E73308F-4954-F83B-A396-F12672F5CBCA}"/>
                  </a:ext>
                </a:extLst>
              </p14:cNvPr>
              <p14:cNvContentPartPr/>
              <p14:nvPr/>
            </p14:nvContentPartPr>
            <p14:xfrm>
              <a:off x="8041313" y="1189785"/>
              <a:ext cx="97920" cy="109080"/>
            </p14:xfrm>
          </p:contentPart>
        </mc:Choice>
        <mc:Fallback>
          <p:pic>
            <p:nvPicPr>
              <p:cNvPr id="36" name="Ink 35">
                <a:extLst>
                  <a:ext uri="{FF2B5EF4-FFF2-40B4-BE49-F238E27FC236}">
                    <a16:creationId xmlns:a16="http://schemas.microsoft.com/office/drawing/2014/main" id="{8E73308F-4954-F83B-A396-F12672F5CBCA}"/>
                  </a:ext>
                </a:extLst>
              </p:cNvPr>
              <p:cNvPicPr/>
              <p:nvPr/>
            </p:nvPicPr>
            <p:blipFill>
              <a:blip r:embed="rId67"/>
              <a:stretch>
                <a:fillRect/>
              </a:stretch>
            </p:blipFill>
            <p:spPr>
              <a:xfrm>
                <a:off x="8032673" y="1180785"/>
                <a:ext cx="11556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7" name="Ink 36">
                <a:extLst>
                  <a:ext uri="{FF2B5EF4-FFF2-40B4-BE49-F238E27FC236}">
                    <a16:creationId xmlns:a16="http://schemas.microsoft.com/office/drawing/2014/main" id="{03991514-0BF3-31DB-BA07-E430BC81E52B}"/>
                  </a:ext>
                </a:extLst>
              </p14:cNvPr>
              <p14:cNvContentPartPr/>
              <p14:nvPr/>
            </p14:nvContentPartPr>
            <p14:xfrm>
              <a:off x="8177393" y="1176825"/>
              <a:ext cx="477360" cy="88920"/>
            </p14:xfrm>
          </p:contentPart>
        </mc:Choice>
        <mc:Fallback>
          <p:pic>
            <p:nvPicPr>
              <p:cNvPr id="37" name="Ink 36">
                <a:extLst>
                  <a:ext uri="{FF2B5EF4-FFF2-40B4-BE49-F238E27FC236}">
                    <a16:creationId xmlns:a16="http://schemas.microsoft.com/office/drawing/2014/main" id="{03991514-0BF3-31DB-BA07-E430BC81E52B}"/>
                  </a:ext>
                </a:extLst>
              </p:cNvPr>
              <p:cNvPicPr/>
              <p:nvPr/>
            </p:nvPicPr>
            <p:blipFill>
              <a:blip r:embed="rId69"/>
              <a:stretch>
                <a:fillRect/>
              </a:stretch>
            </p:blipFill>
            <p:spPr>
              <a:xfrm>
                <a:off x="8168753" y="1167825"/>
                <a:ext cx="49500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8" name="Ink 37">
                <a:extLst>
                  <a:ext uri="{FF2B5EF4-FFF2-40B4-BE49-F238E27FC236}">
                    <a16:creationId xmlns:a16="http://schemas.microsoft.com/office/drawing/2014/main" id="{C37BAA56-E542-BDCB-41DC-418B30087074}"/>
                  </a:ext>
                </a:extLst>
              </p14:cNvPr>
              <p14:cNvContentPartPr/>
              <p14:nvPr/>
            </p14:nvContentPartPr>
            <p14:xfrm>
              <a:off x="8819993" y="1058385"/>
              <a:ext cx="174960" cy="169560"/>
            </p14:xfrm>
          </p:contentPart>
        </mc:Choice>
        <mc:Fallback>
          <p:pic>
            <p:nvPicPr>
              <p:cNvPr id="38" name="Ink 37">
                <a:extLst>
                  <a:ext uri="{FF2B5EF4-FFF2-40B4-BE49-F238E27FC236}">
                    <a16:creationId xmlns:a16="http://schemas.microsoft.com/office/drawing/2014/main" id="{C37BAA56-E542-BDCB-41DC-418B30087074}"/>
                  </a:ext>
                </a:extLst>
              </p:cNvPr>
              <p:cNvPicPr/>
              <p:nvPr/>
            </p:nvPicPr>
            <p:blipFill>
              <a:blip r:embed="rId71"/>
              <a:stretch>
                <a:fillRect/>
              </a:stretch>
            </p:blipFill>
            <p:spPr>
              <a:xfrm>
                <a:off x="8810993" y="1049745"/>
                <a:ext cx="19260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39" name="Ink 38">
                <a:extLst>
                  <a:ext uri="{FF2B5EF4-FFF2-40B4-BE49-F238E27FC236}">
                    <a16:creationId xmlns:a16="http://schemas.microsoft.com/office/drawing/2014/main" id="{76FD91D6-FA9E-B0FF-9DD8-74D39C4C42FC}"/>
                  </a:ext>
                </a:extLst>
              </p14:cNvPr>
              <p14:cNvContentPartPr/>
              <p14:nvPr/>
            </p14:nvContentPartPr>
            <p14:xfrm>
              <a:off x="5564873" y="1558785"/>
              <a:ext cx="18360" cy="216720"/>
            </p14:xfrm>
          </p:contentPart>
        </mc:Choice>
        <mc:Fallback>
          <p:pic>
            <p:nvPicPr>
              <p:cNvPr id="39" name="Ink 38">
                <a:extLst>
                  <a:ext uri="{FF2B5EF4-FFF2-40B4-BE49-F238E27FC236}">
                    <a16:creationId xmlns:a16="http://schemas.microsoft.com/office/drawing/2014/main" id="{76FD91D6-FA9E-B0FF-9DD8-74D39C4C42FC}"/>
                  </a:ext>
                </a:extLst>
              </p:cNvPr>
              <p:cNvPicPr/>
              <p:nvPr/>
            </p:nvPicPr>
            <p:blipFill>
              <a:blip r:embed="rId73"/>
              <a:stretch>
                <a:fillRect/>
              </a:stretch>
            </p:blipFill>
            <p:spPr>
              <a:xfrm>
                <a:off x="5555873" y="1550145"/>
                <a:ext cx="3600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0" name="Ink 39">
                <a:extLst>
                  <a:ext uri="{FF2B5EF4-FFF2-40B4-BE49-F238E27FC236}">
                    <a16:creationId xmlns:a16="http://schemas.microsoft.com/office/drawing/2014/main" id="{BA3A7E2C-586B-F6AF-77AB-BF47066D0A6D}"/>
                  </a:ext>
                </a:extLst>
              </p14:cNvPr>
              <p14:cNvContentPartPr/>
              <p14:nvPr/>
            </p14:nvContentPartPr>
            <p14:xfrm>
              <a:off x="5501513" y="1513785"/>
              <a:ext cx="224280" cy="90720"/>
            </p14:xfrm>
          </p:contentPart>
        </mc:Choice>
        <mc:Fallback>
          <p:pic>
            <p:nvPicPr>
              <p:cNvPr id="40" name="Ink 39">
                <a:extLst>
                  <a:ext uri="{FF2B5EF4-FFF2-40B4-BE49-F238E27FC236}">
                    <a16:creationId xmlns:a16="http://schemas.microsoft.com/office/drawing/2014/main" id="{BA3A7E2C-586B-F6AF-77AB-BF47066D0A6D}"/>
                  </a:ext>
                </a:extLst>
              </p:cNvPr>
              <p:cNvPicPr/>
              <p:nvPr/>
            </p:nvPicPr>
            <p:blipFill>
              <a:blip r:embed="rId75"/>
              <a:stretch>
                <a:fillRect/>
              </a:stretch>
            </p:blipFill>
            <p:spPr>
              <a:xfrm>
                <a:off x="5492873" y="1504785"/>
                <a:ext cx="24192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1" name="Ink 40">
                <a:extLst>
                  <a:ext uri="{FF2B5EF4-FFF2-40B4-BE49-F238E27FC236}">
                    <a16:creationId xmlns:a16="http://schemas.microsoft.com/office/drawing/2014/main" id="{3EFD80D3-DAA6-5C41-AF18-D1DA4A011CB1}"/>
                  </a:ext>
                </a:extLst>
              </p14:cNvPr>
              <p14:cNvContentPartPr/>
              <p14:nvPr/>
            </p14:nvContentPartPr>
            <p14:xfrm>
              <a:off x="5732633" y="1630785"/>
              <a:ext cx="214200" cy="97920"/>
            </p14:xfrm>
          </p:contentPart>
        </mc:Choice>
        <mc:Fallback>
          <p:pic>
            <p:nvPicPr>
              <p:cNvPr id="41" name="Ink 40">
                <a:extLst>
                  <a:ext uri="{FF2B5EF4-FFF2-40B4-BE49-F238E27FC236}">
                    <a16:creationId xmlns:a16="http://schemas.microsoft.com/office/drawing/2014/main" id="{3EFD80D3-DAA6-5C41-AF18-D1DA4A011CB1}"/>
                  </a:ext>
                </a:extLst>
              </p:cNvPr>
              <p:cNvPicPr/>
              <p:nvPr/>
            </p:nvPicPr>
            <p:blipFill>
              <a:blip r:embed="rId77"/>
              <a:stretch>
                <a:fillRect/>
              </a:stretch>
            </p:blipFill>
            <p:spPr>
              <a:xfrm>
                <a:off x="5723993" y="1621785"/>
                <a:ext cx="23184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2" name="Ink 41">
                <a:extLst>
                  <a:ext uri="{FF2B5EF4-FFF2-40B4-BE49-F238E27FC236}">
                    <a16:creationId xmlns:a16="http://schemas.microsoft.com/office/drawing/2014/main" id="{F04294DC-C8E9-B820-CE1F-7CAC4E5B0DCF}"/>
                  </a:ext>
                </a:extLst>
              </p14:cNvPr>
              <p14:cNvContentPartPr/>
              <p14:nvPr/>
            </p14:nvContentPartPr>
            <p14:xfrm>
              <a:off x="5993273" y="1637265"/>
              <a:ext cx="123120" cy="90360"/>
            </p14:xfrm>
          </p:contentPart>
        </mc:Choice>
        <mc:Fallback>
          <p:pic>
            <p:nvPicPr>
              <p:cNvPr id="42" name="Ink 41">
                <a:extLst>
                  <a:ext uri="{FF2B5EF4-FFF2-40B4-BE49-F238E27FC236}">
                    <a16:creationId xmlns:a16="http://schemas.microsoft.com/office/drawing/2014/main" id="{F04294DC-C8E9-B820-CE1F-7CAC4E5B0DCF}"/>
                  </a:ext>
                </a:extLst>
              </p:cNvPr>
              <p:cNvPicPr/>
              <p:nvPr/>
            </p:nvPicPr>
            <p:blipFill>
              <a:blip r:embed="rId79"/>
              <a:stretch>
                <a:fillRect/>
              </a:stretch>
            </p:blipFill>
            <p:spPr>
              <a:xfrm>
                <a:off x="5984633" y="1628265"/>
                <a:ext cx="14076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3" name="Ink 42">
                <a:extLst>
                  <a:ext uri="{FF2B5EF4-FFF2-40B4-BE49-F238E27FC236}">
                    <a16:creationId xmlns:a16="http://schemas.microsoft.com/office/drawing/2014/main" id="{E7725A58-BF6D-278A-B5C4-A91C9A6AACFF}"/>
                  </a:ext>
                </a:extLst>
              </p14:cNvPr>
              <p14:cNvContentPartPr/>
              <p14:nvPr/>
            </p14:nvContentPartPr>
            <p14:xfrm>
              <a:off x="6149513" y="1607025"/>
              <a:ext cx="228600" cy="120960"/>
            </p14:xfrm>
          </p:contentPart>
        </mc:Choice>
        <mc:Fallback>
          <p:pic>
            <p:nvPicPr>
              <p:cNvPr id="43" name="Ink 42">
                <a:extLst>
                  <a:ext uri="{FF2B5EF4-FFF2-40B4-BE49-F238E27FC236}">
                    <a16:creationId xmlns:a16="http://schemas.microsoft.com/office/drawing/2014/main" id="{E7725A58-BF6D-278A-B5C4-A91C9A6AACFF}"/>
                  </a:ext>
                </a:extLst>
              </p:cNvPr>
              <p:cNvPicPr/>
              <p:nvPr/>
            </p:nvPicPr>
            <p:blipFill>
              <a:blip r:embed="rId81"/>
              <a:stretch>
                <a:fillRect/>
              </a:stretch>
            </p:blipFill>
            <p:spPr>
              <a:xfrm>
                <a:off x="6140513" y="1598385"/>
                <a:ext cx="24624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4" name="Ink 43">
                <a:extLst>
                  <a:ext uri="{FF2B5EF4-FFF2-40B4-BE49-F238E27FC236}">
                    <a16:creationId xmlns:a16="http://schemas.microsoft.com/office/drawing/2014/main" id="{C27633CE-B93A-B114-6EA4-915A5F1F548B}"/>
                  </a:ext>
                </a:extLst>
              </p14:cNvPr>
              <p14:cNvContentPartPr/>
              <p14:nvPr/>
            </p14:nvContentPartPr>
            <p14:xfrm>
              <a:off x="6405473" y="1635105"/>
              <a:ext cx="50400" cy="242640"/>
            </p14:xfrm>
          </p:contentPart>
        </mc:Choice>
        <mc:Fallback>
          <p:pic>
            <p:nvPicPr>
              <p:cNvPr id="44" name="Ink 43">
                <a:extLst>
                  <a:ext uri="{FF2B5EF4-FFF2-40B4-BE49-F238E27FC236}">
                    <a16:creationId xmlns:a16="http://schemas.microsoft.com/office/drawing/2014/main" id="{C27633CE-B93A-B114-6EA4-915A5F1F548B}"/>
                  </a:ext>
                </a:extLst>
              </p:cNvPr>
              <p:cNvPicPr/>
              <p:nvPr/>
            </p:nvPicPr>
            <p:blipFill>
              <a:blip r:embed="rId83"/>
              <a:stretch>
                <a:fillRect/>
              </a:stretch>
            </p:blipFill>
            <p:spPr>
              <a:xfrm>
                <a:off x="6396473" y="1626105"/>
                <a:ext cx="6804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5" name="Ink 44">
                <a:extLst>
                  <a:ext uri="{FF2B5EF4-FFF2-40B4-BE49-F238E27FC236}">
                    <a16:creationId xmlns:a16="http://schemas.microsoft.com/office/drawing/2014/main" id="{B3290C86-4D79-B1AD-0895-6889B786513B}"/>
                  </a:ext>
                </a:extLst>
              </p14:cNvPr>
              <p14:cNvContentPartPr/>
              <p14:nvPr/>
            </p14:nvContentPartPr>
            <p14:xfrm>
              <a:off x="6434993" y="1606665"/>
              <a:ext cx="61200" cy="77760"/>
            </p14:xfrm>
          </p:contentPart>
        </mc:Choice>
        <mc:Fallback>
          <p:pic>
            <p:nvPicPr>
              <p:cNvPr id="45" name="Ink 44">
                <a:extLst>
                  <a:ext uri="{FF2B5EF4-FFF2-40B4-BE49-F238E27FC236}">
                    <a16:creationId xmlns:a16="http://schemas.microsoft.com/office/drawing/2014/main" id="{B3290C86-4D79-B1AD-0895-6889B786513B}"/>
                  </a:ext>
                </a:extLst>
              </p:cNvPr>
              <p:cNvPicPr/>
              <p:nvPr/>
            </p:nvPicPr>
            <p:blipFill>
              <a:blip r:embed="rId85"/>
              <a:stretch>
                <a:fillRect/>
              </a:stretch>
            </p:blipFill>
            <p:spPr>
              <a:xfrm>
                <a:off x="6426353" y="1598025"/>
                <a:ext cx="7884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6" name="Ink 45">
                <a:extLst>
                  <a:ext uri="{FF2B5EF4-FFF2-40B4-BE49-F238E27FC236}">
                    <a16:creationId xmlns:a16="http://schemas.microsoft.com/office/drawing/2014/main" id="{1B2E262D-1CB3-9971-B3BE-2722F3926CD1}"/>
                  </a:ext>
                </a:extLst>
              </p14:cNvPr>
              <p14:cNvContentPartPr/>
              <p14:nvPr/>
            </p14:nvContentPartPr>
            <p14:xfrm>
              <a:off x="6525713" y="1587945"/>
              <a:ext cx="343440" cy="96120"/>
            </p14:xfrm>
          </p:contentPart>
        </mc:Choice>
        <mc:Fallback>
          <p:pic>
            <p:nvPicPr>
              <p:cNvPr id="46" name="Ink 45">
                <a:extLst>
                  <a:ext uri="{FF2B5EF4-FFF2-40B4-BE49-F238E27FC236}">
                    <a16:creationId xmlns:a16="http://schemas.microsoft.com/office/drawing/2014/main" id="{1B2E262D-1CB3-9971-B3BE-2722F3926CD1}"/>
                  </a:ext>
                </a:extLst>
              </p:cNvPr>
              <p:cNvPicPr/>
              <p:nvPr/>
            </p:nvPicPr>
            <p:blipFill>
              <a:blip r:embed="rId87"/>
              <a:stretch>
                <a:fillRect/>
              </a:stretch>
            </p:blipFill>
            <p:spPr>
              <a:xfrm>
                <a:off x="6516713" y="1578945"/>
                <a:ext cx="36108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7" name="Ink 46">
                <a:extLst>
                  <a:ext uri="{FF2B5EF4-FFF2-40B4-BE49-F238E27FC236}">
                    <a16:creationId xmlns:a16="http://schemas.microsoft.com/office/drawing/2014/main" id="{5F8B1027-ED5C-BE86-3D02-5C4036BB6FF8}"/>
                  </a:ext>
                </a:extLst>
              </p14:cNvPr>
              <p14:cNvContentPartPr/>
              <p14:nvPr/>
            </p14:nvContentPartPr>
            <p14:xfrm>
              <a:off x="6957713" y="1494345"/>
              <a:ext cx="162360" cy="154440"/>
            </p14:xfrm>
          </p:contentPart>
        </mc:Choice>
        <mc:Fallback>
          <p:pic>
            <p:nvPicPr>
              <p:cNvPr id="47" name="Ink 46">
                <a:extLst>
                  <a:ext uri="{FF2B5EF4-FFF2-40B4-BE49-F238E27FC236}">
                    <a16:creationId xmlns:a16="http://schemas.microsoft.com/office/drawing/2014/main" id="{5F8B1027-ED5C-BE86-3D02-5C4036BB6FF8}"/>
                  </a:ext>
                </a:extLst>
              </p:cNvPr>
              <p:cNvPicPr/>
              <p:nvPr/>
            </p:nvPicPr>
            <p:blipFill>
              <a:blip r:embed="rId89"/>
              <a:stretch>
                <a:fillRect/>
              </a:stretch>
            </p:blipFill>
            <p:spPr>
              <a:xfrm>
                <a:off x="6949073" y="1485705"/>
                <a:ext cx="18000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48" name="Ink 47">
                <a:extLst>
                  <a:ext uri="{FF2B5EF4-FFF2-40B4-BE49-F238E27FC236}">
                    <a16:creationId xmlns:a16="http://schemas.microsoft.com/office/drawing/2014/main" id="{55020BFA-EEDF-D8F6-955F-B9FF2F377F21}"/>
                  </a:ext>
                </a:extLst>
              </p14:cNvPr>
              <p14:cNvContentPartPr/>
              <p14:nvPr/>
            </p14:nvContentPartPr>
            <p14:xfrm>
              <a:off x="5891033" y="1999425"/>
              <a:ext cx="57960" cy="1404720"/>
            </p14:xfrm>
          </p:contentPart>
        </mc:Choice>
        <mc:Fallback>
          <p:pic>
            <p:nvPicPr>
              <p:cNvPr id="48" name="Ink 47">
                <a:extLst>
                  <a:ext uri="{FF2B5EF4-FFF2-40B4-BE49-F238E27FC236}">
                    <a16:creationId xmlns:a16="http://schemas.microsoft.com/office/drawing/2014/main" id="{55020BFA-EEDF-D8F6-955F-B9FF2F377F21}"/>
                  </a:ext>
                </a:extLst>
              </p:cNvPr>
              <p:cNvPicPr/>
              <p:nvPr/>
            </p:nvPicPr>
            <p:blipFill>
              <a:blip r:embed="rId91"/>
              <a:stretch>
                <a:fillRect/>
              </a:stretch>
            </p:blipFill>
            <p:spPr>
              <a:xfrm>
                <a:off x="5882033" y="1990425"/>
                <a:ext cx="75600" cy="14223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49" name="Ink 48">
                <a:extLst>
                  <a:ext uri="{FF2B5EF4-FFF2-40B4-BE49-F238E27FC236}">
                    <a16:creationId xmlns:a16="http://schemas.microsoft.com/office/drawing/2014/main" id="{B4362B43-0347-3632-6C3C-CBA41E22E5EF}"/>
                  </a:ext>
                </a:extLst>
              </p14:cNvPr>
              <p14:cNvContentPartPr/>
              <p14:nvPr/>
            </p14:nvContentPartPr>
            <p14:xfrm>
              <a:off x="5802833" y="3117945"/>
              <a:ext cx="318240" cy="273240"/>
            </p14:xfrm>
          </p:contentPart>
        </mc:Choice>
        <mc:Fallback>
          <p:pic>
            <p:nvPicPr>
              <p:cNvPr id="49" name="Ink 48">
                <a:extLst>
                  <a:ext uri="{FF2B5EF4-FFF2-40B4-BE49-F238E27FC236}">
                    <a16:creationId xmlns:a16="http://schemas.microsoft.com/office/drawing/2014/main" id="{B4362B43-0347-3632-6C3C-CBA41E22E5EF}"/>
                  </a:ext>
                </a:extLst>
              </p:cNvPr>
              <p:cNvPicPr/>
              <p:nvPr/>
            </p:nvPicPr>
            <p:blipFill>
              <a:blip r:embed="rId93"/>
              <a:stretch>
                <a:fillRect/>
              </a:stretch>
            </p:blipFill>
            <p:spPr>
              <a:xfrm>
                <a:off x="5794193" y="3109305"/>
                <a:ext cx="33588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4" name="Ink 53">
                <a:extLst>
                  <a:ext uri="{FF2B5EF4-FFF2-40B4-BE49-F238E27FC236}">
                    <a16:creationId xmlns:a16="http://schemas.microsoft.com/office/drawing/2014/main" id="{C399A1BC-B1C7-CA3D-71DA-3359358D2B46}"/>
                  </a:ext>
                </a:extLst>
              </p14:cNvPr>
              <p14:cNvContentPartPr/>
              <p14:nvPr/>
            </p14:nvContentPartPr>
            <p14:xfrm>
              <a:off x="3490913" y="1913745"/>
              <a:ext cx="1846080" cy="693360"/>
            </p14:xfrm>
          </p:contentPart>
        </mc:Choice>
        <mc:Fallback>
          <p:pic>
            <p:nvPicPr>
              <p:cNvPr id="54" name="Ink 53">
                <a:extLst>
                  <a:ext uri="{FF2B5EF4-FFF2-40B4-BE49-F238E27FC236}">
                    <a16:creationId xmlns:a16="http://schemas.microsoft.com/office/drawing/2014/main" id="{C399A1BC-B1C7-CA3D-71DA-3359358D2B46}"/>
                  </a:ext>
                </a:extLst>
              </p:cNvPr>
              <p:cNvPicPr/>
              <p:nvPr/>
            </p:nvPicPr>
            <p:blipFill>
              <a:blip r:embed="rId95"/>
              <a:stretch>
                <a:fillRect/>
              </a:stretch>
            </p:blipFill>
            <p:spPr>
              <a:xfrm>
                <a:off x="3482273" y="1904745"/>
                <a:ext cx="1863720" cy="7110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5" name="Ink 54">
                <a:extLst>
                  <a:ext uri="{FF2B5EF4-FFF2-40B4-BE49-F238E27FC236}">
                    <a16:creationId xmlns:a16="http://schemas.microsoft.com/office/drawing/2014/main" id="{3B6F23DA-65CB-DE45-7EE5-50C2A400B658}"/>
                  </a:ext>
                </a:extLst>
              </p14:cNvPr>
              <p14:cNvContentPartPr/>
              <p14:nvPr/>
            </p14:nvContentPartPr>
            <p14:xfrm>
              <a:off x="5204153" y="2477145"/>
              <a:ext cx="172800" cy="264960"/>
            </p14:xfrm>
          </p:contentPart>
        </mc:Choice>
        <mc:Fallback>
          <p:pic>
            <p:nvPicPr>
              <p:cNvPr id="55" name="Ink 54">
                <a:extLst>
                  <a:ext uri="{FF2B5EF4-FFF2-40B4-BE49-F238E27FC236}">
                    <a16:creationId xmlns:a16="http://schemas.microsoft.com/office/drawing/2014/main" id="{3B6F23DA-65CB-DE45-7EE5-50C2A400B658}"/>
                  </a:ext>
                </a:extLst>
              </p:cNvPr>
              <p:cNvPicPr/>
              <p:nvPr/>
            </p:nvPicPr>
            <p:blipFill>
              <a:blip r:embed="rId97"/>
              <a:stretch>
                <a:fillRect/>
              </a:stretch>
            </p:blipFill>
            <p:spPr>
              <a:xfrm>
                <a:off x="5195153" y="2468505"/>
                <a:ext cx="19044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6" name="Ink 55">
                <a:extLst>
                  <a:ext uri="{FF2B5EF4-FFF2-40B4-BE49-F238E27FC236}">
                    <a16:creationId xmlns:a16="http://schemas.microsoft.com/office/drawing/2014/main" id="{98CBA393-2E9B-A9C9-BB38-C60499794DBB}"/>
                  </a:ext>
                </a:extLst>
              </p14:cNvPr>
              <p14:cNvContentPartPr/>
              <p14:nvPr/>
            </p14:nvContentPartPr>
            <p14:xfrm>
              <a:off x="6449393" y="1684425"/>
              <a:ext cx="1912320" cy="963720"/>
            </p14:xfrm>
          </p:contentPart>
        </mc:Choice>
        <mc:Fallback>
          <p:pic>
            <p:nvPicPr>
              <p:cNvPr id="56" name="Ink 55">
                <a:extLst>
                  <a:ext uri="{FF2B5EF4-FFF2-40B4-BE49-F238E27FC236}">
                    <a16:creationId xmlns:a16="http://schemas.microsoft.com/office/drawing/2014/main" id="{98CBA393-2E9B-A9C9-BB38-C60499794DBB}"/>
                  </a:ext>
                </a:extLst>
              </p:cNvPr>
              <p:cNvPicPr/>
              <p:nvPr/>
            </p:nvPicPr>
            <p:blipFill>
              <a:blip r:embed="rId99"/>
              <a:stretch>
                <a:fillRect/>
              </a:stretch>
            </p:blipFill>
            <p:spPr>
              <a:xfrm>
                <a:off x="6440393" y="1675425"/>
                <a:ext cx="1929960" cy="9813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7" name="Ink 56">
                <a:extLst>
                  <a:ext uri="{FF2B5EF4-FFF2-40B4-BE49-F238E27FC236}">
                    <a16:creationId xmlns:a16="http://schemas.microsoft.com/office/drawing/2014/main" id="{E86A27CA-D476-EEAC-00B2-C5B0B1F9CC1F}"/>
                  </a:ext>
                </a:extLst>
              </p14:cNvPr>
              <p14:cNvContentPartPr/>
              <p14:nvPr/>
            </p14:nvContentPartPr>
            <p14:xfrm>
              <a:off x="6411593" y="2486865"/>
              <a:ext cx="187200" cy="279000"/>
            </p14:xfrm>
          </p:contentPart>
        </mc:Choice>
        <mc:Fallback>
          <p:pic>
            <p:nvPicPr>
              <p:cNvPr id="57" name="Ink 56">
                <a:extLst>
                  <a:ext uri="{FF2B5EF4-FFF2-40B4-BE49-F238E27FC236}">
                    <a16:creationId xmlns:a16="http://schemas.microsoft.com/office/drawing/2014/main" id="{E86A27CA-D476-EEAC-00B2-C5B0B1F9CC1F}"/>
                  </a:ext>
                </a:extLst>
              </p:cNvPr>
              <p:cNvPicPr/>
              <p:nvPr/>
            </p:nvPicPr>
            <p:blipFill>
              <a:blip r:embed="rId101"/>
              <a:stretch>
                <a:fillRect/>
              </a:stretch>
            </p:blipFill>
            <p:spPr>
              <a:xfrm>
                <a:off x="6402593" y="2478225"/>
                <a:ext cx="20484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8" name="Ink 57">
                <a:extLst>
                  <a:ext uri="{FF2B5EF4-FFF2-40B4-BE49-F238E27FC236}">
                    <a16:creationId xmlns:a16="http://schemas.microsoft.com/office/drawing/2014/main" id="{2DB07703-BBF5-0B59-45B2-E5FCA33CB1A2}"/>
                  </a:ext>
                </a:extLst>
              </p14:cNvPr>
              <p14:cNvContentPartPr/>
              <p14:nvPr/>
            </p14:nvContentPartPr>
            <p14:xfrm>
              <a:off x="4953953" y="3647145"/>
              <a:ext cx="325440" cy="255240"/>
            </p14:xfrm>
          </p:contentPart>
        </mc:Choice>
        <mc:Fallback>
          <p:pic>
            <p:nvPicPr>
              <p:cNvPr id="58" name="Ink 57">
                <a:extLst>
                  <a:ext uri="{FF2B5EF4-FFF2-40B4-BE49-F238E27FC236}">
                    <a16:creationId xmlns:a16="http://schemas.microsoft.com/office/drawing/2014/main" id="{2DB07703-BBF5-0B59-45B2-E5FCA33CB1A2}"/>
                  </a:ext>
                </a:extLst>
              </p:cNvPr>
              <p:cNvPicPr/>
              <p:nvPr/>
            </p:nvPicPr>
            <p:blipFill>
              <a:blip r:embed="rId103"/>
              <a:stretch>
                <a:fillRect/>
              </a:stretch>
            </p:blipFill>
            <p:spPr>
              <a:xfrm>
                <a:off x="4944953" y="3638145"/>
                <a:ext cx="34308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59" name="Ink 58">
                <a:extLst>
                  <a:ext uri="{FF2B5EF4-FFF2-40B4-BE49-F238E27FC236}">
                    <a16:creationId xmlns:a16="http://schemas.microsoft.com/office/drawing/2014/main" id="{2565D228-FA36-5469-9AD1-965785800E2D}"/>
                  </a:ext>
                </a:extLst>
              </p14:cNvPr>
              <p14:cNvContentPartPr/>
              <p14:nvPr/>
            </p14:nvContentPartPr>
            <p14:xfrm>
              <a:off x="5245553" y="3756585"/>
              <a:ext cx="330840" cy="118440"/>
            </p14:xfrm>
          </p:contentPart>
        </mc:Choice>
        <mc:Fallback>
          <p:pic>
            <p:nvPicPr>
              <p:cNvPr id="59" name="Ink 58">
                <a:extLst>
                  <a:ext uri="{FF2B5EF4-FFF2-40B4-BE49-F238E27FC236}">
                    <a16:creationId xmlns:a16="http://schemas.microsoft.com/office/drawing/2014/main" id="{2565D228-FA36-5469-9AD1-965785800E2D}"/>
                  </a:ext>
                </a:extLst>
              </p:cNvPr>
              <p:cNvPicPr/>
              <p:nvPr/>
            </p:nvPicPr>
            <p:blipFill>
              <a:blip r:embed="rId105"/>
              <a:stretch>
                <a:fillRect/>
              </a:stretch>
            </p:blipFill>
            <p:spPr>
              <a:xfrm>
                <a:off x="5236553" y="3747945"/>
                <a:ext cx="34848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0" name="Ink 59">
                <a:extLst>
                  <a:ext uri="{FF2B5EF4-FFF2-40B4-BE49-F238E27FC236}">
                    <a16:creationId xmlns:a16="http://schemas.microsoft.com/office/drawing/2014/main" id="{503AB77B-1294-7F0E-2D1E-4BE1691738CF}"/>
                  </a:ext>
                </a:extLst>
              </p14:cNvPr>
              <p14:cNvContentPartPr/>
              <p14:nvPr/>
            </p14:nvContentPartPr>
            <p14:xfrm>
              <a:off x="5644433" y="3761985"/>
              <a:ext cx="49320" cy="261720"/>
            </p14:xfrm>
          </p:contentPart>
        </mc:Choice>
        <mc:Fallback>
          <p:pic>
            <p:nvPicPr>
              <p:cNvPr id="60" name="Ink 59">
                <a:extLst>
                  <a:ext uri="{FF2B5EF4-FFF2-40B4-BE49-F238E27FC236}">
                    <a16:creationId xmlns:a16="http://schemas.microsoft.com/office/drawing/2014/main" id="{503AB77B-1294-7F0E-2D1E-4BE1691738CF}"/>
                  </a:ext>
                </a:extLst>
              </p:cNvPr>
              <p:cNvPicPr/>
              <p:nvPr/>
            </p:nvPicPr>
            <p:blipFill>
              <a:blip r:embed="rId107"/>
              <a:stretch>
                <a:fillRect/>
              </a:stretch>
            </p:blipFill>
            <p:spPr>
              <a:xfrm>
                <a:off x="5635793" y="3753345"/>
                <a:ext cx="6696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1" name="Ink 60">
                <a:extLst>
                  <a:ext uri="{FF2B5EF4-FFF2-40B4-BE49-F238E27FC236}">
                    <a16:creationId xmlns:a16="http://schemas.microsoft.com/office/drawing/2014/main" id="{AA46E17F-9982-CD76-3A05-DBCF46A0B2FD}"/>
                  </a:ext>
                </a:extLst>
              </p14:cNvPr>
              <p14:cNvContentPartPr/>
              <p14:nvPr/>
            </p14:nvContentPartPr>
            <p14:xfrm>
              <a:off x="5643353" y="3709425"/>
              <a:ext cx="126360" cy="105480"/>
            </p14:xfrm>
          </p:contentPart>
        </mc:Choice>
        <mc:Fallback>
          <p:pic>
            <p:nvPicPr>
              <p:cNvPr id="61" name="Ink 60">
                <a:extLst>
                  <a:ext uri="{FF2B5EF4-FFF2-40B4-BE49-F238E27FC236}">
                    <a16:creationId xmlns:a16="http://schemas.microsoft.com/office/drawing/2014/main" id="{AA46E17F-9982-CD76-3A05-DBCF46A0B2FD}"/>
                  </a:ext>
                </a:extLst>
              </p:cNvPr>
              <p:cNvPicPr/>
              <p:nvPr/>
            </p:nvPicPr>
            <p:blipFill>
              <a:blip r:embed="rId109"/>
              <a:stretch>
                <a:fillRect/>
              </a:stretch>
            </p:blipFill>
            <p:spPr>
              <a:xfrm>
                <a:off x="5634353" y="3700425"/>
                <a:ext cx="14400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2" name="Ink 61">
                <a:extLst>
                  <a:ext uri="{FF2B5EF4-FFF2-40B4-BE49-F238E27FC236}">
                    <a16:creationId xmlns:a16="http://schemas.microsoft.com/office/drawing/2014/main" id="{DDE87186-5500-6E27-B3B4-D95EB0AF7EC7}"/>
                  </a:ext>
                </a:extLst>
              </p14:cNvPr>
              <p14:cNvContentPartPr/>
              <p14:nvPr/>
            </p14:nvContentPartPr>
            <p14:xfrm>
              <a:off x="5794553" y="3643185"/>
              <a:ext cx="494640" cy="123120"/>
            </p14:xfrm>
          </p:contentPart>
        </mc:Choice>
        <mc:Fallback>
          <p:pic>
            <p:nvPicPr>
              <p:cNvPr id="62" name="Ink 61">
                <a:extLst>
                  <a:ext uri="{FF2B5EF4-FFF2-40B4-BE49-F238E27FC236}">
                    <a16:creationId xmlns:a16="http://schemas.microsoft.com/office/drawing/2014/main" id="{DDE87186-5500-6E27-B3B4-D95EB0AF7EC7}"/>
                  </a:ext>
                </a:extLst>
              </p:cNvPr>
              <p:cNvPicPr/>
              <p:nvPr/>
            </p:nvPicPr>
            <p:blipFill>
              <a:blip r:embed="rId111"/>
              <a:stretch>
                <a:fillRect/>
              </a:stretch>
            </p:blipFill>
            <p:spPr>
              <a:xfrm>
                <a:off x="5785913" y="3634545"/>
                <a:ext cx="51228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3" name="Ink 62">
                <a:extLst>
                  <a:ext uri="{FF2B5EF4-FFF2-40B4-BE49-F238E27FC236}">
                    <a16:creationId xmlns:a16="http://schemas.microsoft.com/office/drawing/2014/main" id="{866D2F65-5BD6-1667-0E59-022A5A529843}"/>
                  </a:ext>
                </a:extLst>
              </p14:cNvPr>
              <p14:cNvContentPartPr/>
              <p14:nvPr/>
            </p14:nvContentPartPr>
            <p14:xfrm>
              <a:off x="6429233" y="3522945"/>
              <a:ext cx="215280" cy="231840"/>
            </p14:xfrm>
          </p:contentPart>
        </mc:Choice>
        <mc:Fallback>
          <p:pic>
            <p:nvPicPr>
              <p:cNvPr id="63" name="Ink 62">
                <a:extLst>
                  <a:ext uri="{FF2B5EF4-FFF2-40B4-BE49-F238E27FC236}">
                    <a16:creationId xmlns:a16="http://schemas.microsoft.com/office/drawing/2014/main" id="{866D2F65-5BD6-1667-0E59-022A5A529843}"/>
                  </a:ext>
                </a:extLst>
              </p:cNvPr>
              <p:cNvPicPr/>
              <p:nvPr/>
            </p:nvPicPr>
            <p:blipFill>
              <a:blip r:embed="rId113"/>
              <a:stretch>
                <a:fillRect/>
              </a:stretch>
            </p:blipFill>
            <p:spPr>
              <a:xfrm>
                <a:off x="6420233" y="3513945"/>
                <a:ext cx="23292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6" name="Ink 65">
                <a:extLst>
                  <a:ext uri="{FF2B5EF4-FFF2-40B4-BE49-F238E27FC236}">
                    <a16:creationId xmlns:a16="http://schemas.microsoft.com/office/drawing/2014/main" id="{B7EF8E8D-A3A0-116B-9D46-8CE83B6776DA}"/>
                  </a:ext>
                </a:extLst>
              </p14:cNvPr>
              <p14:cNvContentPartPr/>
              <p14:nvPr/>
            </p14:nvContentPartPr>
            <p14:xfrm>
              <a:off x="6960233" y="3652905"/>
              <a:ext cx="928440" cy="29520"/>
            </p14:xfrm>
          </p:contentPart>
        </mc:Choice>
        <mc:Fallback>
          <p:pic>
            <p:nvPicPr>
              <p:cNvPr id="66" name="Ink 65">
                <a:extLst>
                  <a:ext uri="{FF2B5EF4-FFF2-40B4-BE49-F238E27FC236}">
                    <a16:creationId xmlns:a16="http://schemas.microsoft.com/office/drawing/2014/main" id="{B7EF8E8D-A3A0-116B-9D46-8CE83B6776DA}"/>
                  </a:ext>
                </a:extLst>
              </p:cNvPr>
              <p:cNvPicPr/>
              <p:nvPr/>
            </p:nvPicPr>
            <p:blipFill>
              <a:blip r:embed="rId115"/>
              <a:stretch>
                <a:fillRect/>
              </a:stretch>
            </p:blipFill>
            <p:spPr>
              <a:xfrm>
                <a:off x="6951233" y="3643905"/>
                <a:ext cx="94608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7" name="Ink 66">
                <a:extLst>
                  <a:ext uri="{FF2B5EF4-FFF2-40B4-BE49-F238E27FC236}">
                    <a16:creationId xmlns:a16="http://schemas.microsoft.com/office/drawing/2014/main" id="{333202AB-AB5B-9262-001B-5E30B73A8833}"/>
                  </a:ext>
                </a:extLst>
              </p14:cNvPr>
              <p14:cNvContentPartPr/>
              <p14:nvPr/>
            </p14:nvContentPartPr>
            <p14:xfrm>
              <a:off x="7656833" y="3601425"/>
              <a:ext cx="241920" cy="201960"/>
            </p14:xfrm>
          </p:contentPart>
        </mc:Choice>
        <mc:Fallback>
          <p:pic>
            <p:nvPicPr>
              <p:cNvPr id="67" name="Ink 66">
                <a:extLst>
                  <a:ext uri="{FF2B5EF4-FFF2-40B4-BE49-F238E27FC236}">
                    <a16:creationId xmlns:a16="http://schemas.microsoft.com/office/drawing/2014/main" id="{333202AB-AB5B-9262-001B-5E30B73A8833}"/>
                  </a:ext>
                </a:extLst>
              </p:cNvPr>
              <p:cNvPicPr/>
              <p:nvPr/>
            </p:nvPicPr>
            <p:blipFill>
              <a:blip r:embed="rId117"/>
              <a:stretch>
                <a:fillRect/>
              </a:stretch>
            </p:blipFill>
            <p:spPr>
              <a:xfrm>
                <a:off x="7647833" y="3592425"/>
                <a:ext cx="259560" cy="219600"/>
              </a:xfrm>
              <a:prstGeom prst="rect">
                <a:avLst/>
              </a:prstGeom>
            </p:spPr>
          </p:pic>
        </mc:Fallback>
      </mc:AlternateContent>
      <p:grpSp>
        <p:nvGrpSpPr>
          <p:cNvPr id="91" name="Group 90">
            <a:extLst>
              <a:ext uri="{FF2B5EF4-FFF2-40B4-BE49-F238E27FC236}">
                <a16:creationId xmlns:a16="http://schemas.microsoft.com/office/drawing/2014/main" id="{7A2A84E1-2E57-56EC-FB1C-DDE53AB93370}"/>
              </a:ext>
            </a:extLst>
          </p:cNvPr>
          <p:cNvGrpSpPr/>
          <p:nvPr/>
        </p:nvGrpSpPr>
        <p:grpSpPr>
          <a:xfrm>
            <a:off x="2240273" y="3854145"/>
            <a:ext cx="2270880" cy="550080"/>
            <a:chOff x="2240273" y="3854145"/>
            <a:chExt cx="2270880" cy="550080"/>
          </a:xfrm>
        </p:grpSpPr>
        <mc:AlternateContent xmlns:mc="http://schemas.openxmlformats.org/markup-compatibility/2006">
          <mc:Choice xmlns:p14="http://schemas.microsoft.com/office/powerpoint/2010/main" Requires="p14">
            <p:contentPart p14:bwMode="auto" r:id="rId118">
              <p14:nvContentPartPr>
                <p14:cNvPr id="64" name="Ink 63">
                  <a:extLst>
                    <a:ext uri="{FF2B5EF4-FFF2-40B4-BE49-F238E27FC236}">
                      <a16:creationId xmlns:a16="http://schemas.microsoft.com/office/drawing/2014/main" id="{97253E73-C7F2-EAA2-45E4-B3151F9E1AAB}"/>
                    </a:ext>
                  </a:extLst>
                </p14:cNvPr>
                <p14:cNvContentPartPr/>
                <p14:nvPr/>
              </p14:nvContentPartPr>
              <p14:xfrm>
                <a:off x="3647873" y="3854145"/>
                <a:ext cx="863280" cy="207000"/>
              </p14:xfrm>
            </p:contentPart>
          </mc:Choice>
          <mc:Fallback>
            <p:pic>
              <p:nvPicPr>
                <p:cNvPr id="64" name="Ink 63">
                  <a:extLst>
                    <a:ext uri="{FF2B5EF4-FFF2-40B4-BE49-F238E27FC236}">
                      <a16:creationId xmlns:a16="http://schemas.microsoft.com/office/drawing/2014/main" id="{97253E73-C7F2-EAA2-45E4-B3151F9E1AAB}"/>
                    </a:ext>
                  </a:extLst>
                </p:cNvPr>
                <p:cNvPicPr/>
                <p:nvPr/>
              </p:nvPicPr>
              <p:blipFill>
                <a:blip r:embed="rId119"/>
                <a:stretch>
                  <a:fillRect/>
                </a:stretch>
              </p:blipFill>
              <p:spPr>
                <a:xfrm>
                  <a:off x="3639233" y="3845505"/>
                  <a:ext cx="88092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5" name="Ink 64">
                  <a:extLst>
                    <a:ext uri="{FF2B5EF4-FFF2-40B4-BE49-F238E27FC236}">
                      <a16:creationId xmlns:a16="http://schemas.microsoft.com/office/drawing/2014/main" id="{FFACB2AC-A380-9B25-DDC0-375B706BE8D0}"/>
                    </a:ext>
                  </a:extLst>
                </p14:cNvPr>
                <p14:cNvContentPartPr/>
                <p14:nvPr/>
              </p14:nvContentPartPr>
              <p14:xfrm>
                <a:off x="3588113" y="3959265"/>
                <a:ext cx="210960" cy="141840"/>
              </p14:xfrm>
            </p:contentPart>
          </mc:Choice>
          <mc:Fallback>
            <p:pic>
              <p:nvPicPr>
                <p:cNvPr id="65" name="Ink 64">
                  <a:extLst>
                    <a:ext uri="{FF2B5EF4-FFF2-40B4-BE49-F238E27FC236}">
                      <a16:creationId xmlns:a16="http://schemas.microsoft.com/office/drawing/2014/main" id="{FFACB2AC-A380-9B25-DDC0-375B706BE8D0}"/>
                    </a:ext>
                  </a:extLst>
                </p:cNvPr>
                <p:cNvPicPr/>
                <p:nvPr/>
              </p:nvPicPr>
              <p:blipFill>
                <a:blip r:embed="rId121"/>
                <a:stretch>
                  <a:fillRect/>
                </a:stretch>
              </p:blipFill>
              <p:spPr>
                <a:xfrm>
                  <a:off x="3579473" y="3950265"/>
                  <a:ext cx="22860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2" name="Ink 71">
                  <a:extLst>
                    <a:ext uri="{FF2B5EF4-FFF2-40B4-BE49-F238E27FC236}">
                      <a16:creationId xmlns:a16="http://schemas.microsoft.com/office/drawing/2014/main" id="{0860FF77-955D-A48B-4D99-CB3D4E9CD9DB}"/>
                    </a:ext>
                  </a:extLst>
                </p14:cNvPr>
                <p14:cNvContentPartPr/>
                <p14:nvPr/>
              </p14:nvContentPartPr>
              <p14:xfrm>
                <a:off x="2254673" y="4150065"/>
                <a:ext cx="15840" cy="231840"/>
              </p14:xfrm>
            </p:contentPart>
          </mc:Choice>
          <mc:Fallback>
            <p:pic>
              <p:nvPicPr>
                <p:cNvPr id="72" name="Ink 71">
                  <a:extLst>
                    <a:ext uri="{FF2B5EF4-FFF2-40B4-BE49-F238E27FC236}">
                      <a16:creationId xmlns:a16="http://schemas.microsoft.com/office/drawing/2014/main" id="{0860FF77-955D-A48B-4D99-CB3D4E9CD9DB}"/>
                    </a:ext>
                  </a:extLst>
                </p:cNvPr>
                <p:cNvPicPr/>
                <p:nvPr/>
              </p:nvPicPr>
              <p:blipFill>
                <a:blip r:embed="rId123"/>
                <a:stretch>
                  <a:fillRect/>
                </a:stretch>
              </p:blipFill>
              <p:spPr>
                <a:xfrm>
                  <a:off x="2246033" y="4141065"/>
                  <a:ext cx="3348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3" name="Ink 72">
                  <a:extLst>
                    <a:ext uri="{FF2B5EF4-FFF2-40B4-BE49-F238E27FC236}">
                      <a16:creationId xmlns:a16="http://schemas.microsoft.com/office/drawing/2014/main" id="{89639EDE-FB2E-A8DE-0CD1-5CDB58A49970}"/>
                    </a:ext>
                  </a:extLst>
                </p14:cNvPr>
                <p14:cNvContentPartPr/>
                <p14:nvPr/>
              </p14:nvContentPartPr>
              <p14:xfrm>
                <a:off x="2240273" y="4120905"/>
                <a:ext cx="207360" cy="32400"/>
              </p14:xfrm>
            </p:contentPart>
          </mc:Choice>
          <mc:Fallback>
            <p:pic>
              <p:nvPicPr>
                <p:cNvPr id="73" name="Ink 72">
                  <a:extLst>
                    <a:ext uri="{FF2B5EF4-FFF2-40B4-BE49-F238E27FC236}">
                      <a16:creationId xmlns:a16="http://schemas.microsoft.com/office/drawing/2014/main" id="{89639EDE-FB2E-A8DE-0CD1-5CDB58A49970}"/>
                    </a:ext>
                  </a:extLst>
                </p:cNvPr>
                <p:cNvPicPr/>
                <p:nvPr/>
              </p:nvPicPr>
              <p:blipFill>
                <a:blip r:embed="rId125"/>
                <a:stretch>
                  <a:fillRect/>
                </a:stretch>
              </p:blipFill>
              <p:spPr>
                <a:xfrm>
                  <a:off x="2231633" y="4112265"/>
                  <a:ext cx="22500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4" name="Ink 73">
                  <a:extLst>
                    <a:ext uri="{FF2B5EF4-FFF2-40B4-BE49-F238E27FC236}">
                      <a16:creationId xmlns:a16="http://schemas.microsoft.com/office/drawing/2014/main" id="{532FEECF-77DB-21C8-DB98-21942C9C627A}"/>
                    </a:ext>
                  </a:extLst>
                </p14:cNvPr>
                <p14:cNvContentPartPr/>
                <p14:nvPr/>
              </p14:nvContentPartPr>
              <p14:xfrm>
                <a:off x="2246393" y="4246545"/>
                <a:ext cx="194400" cy="20880"/>
              </p14:xfrm>
            </p:contentPart>
          </mc:Choice>
          <mc:Fallback>
            <p:pic>
              <p:nvPicPr>
                <p:cNvPr id="74" name="Ink 73">
                  <a:extLst>
                    <a:ext uri="{FF2B5EF4-FFF2-40B4-BE49-F238E27FC236}">
                      <a16:creationId xmlns:a16="http://schemas.microsoft.com/office/drawing/2014/main" id="{532FEECF-77DB-21C8-DB98-21942C9C627A}"/>
                    </a:ext>
                  </a:extLst>
                </p:cNvPr>
                <p:cNvPicPr/>
                <p:nvPr/>
              </p:nvPicPr>
              <p:blipFill>
                <a:blip r:embed="rId127"/>
                <a:stretch>
                  <a:fillRect/>
                </a:stretch>
              </p:blipFill>
              <p:spPr>
                <a:xfrm>
                  <a:off x="2237393" y="4237545"/>
                  <a:ext cx="21204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5" name="Ink 74">
                  <a:extLst>
                    <a:ext uri="{FF2B5EF4-FFF2-40B4-BE49-F238E27FC236}">
                      <a16:creationId xmlns:a16="http://schemas.microsoft.com/office/drawing/2014/main" id="{79B5BADD-A5EF-FABB-B906-09046A1086FC}"/>
                    </a:ext>
                  </a:extLst>
                </p14:cNvPr>
                <p14:cNvContentPartPr/>
                <p14:nvPr/>
              </p14:nvContentPartPr>
              <p14:xfrm>
                <a:off x="2283113" y="4350225"/>
                <a:ext cx="221760" cy="16560"/>
              </p14:xfrm>
            </p:contentPart>
          </mc:Choice>
          <mc:Fallback>
            <p:pic>
              <p:nvPicPr>
                <p:cNvPr id="75" name="Ink 74">
                  <a:extLst>
                    <a:ext uri="{FF2B5EF4-FFF2-40B4-BE49-F238E27FC236}">
                      <a16:creationId xmlns:a16="http://schemas.microsoft.com/office/drawing/2014/main" id="{79B5BADD-A5EF-FABB-B906-09046A1086FC}"/>
                    </a:ext>
                  </a:extLst>
                </p:cNvPr>
                <p:cNvPicPr/>
                <p:nvPr/>
              </p:nvPicPr>
              <p:blipFill>
                <a:blip r:embed="rId129"/>
                <a:stretch>
                  <a:fillRect/>
                </a:stretch>
              </p:blipFill>
              <p:spPr>
                <a:xfrm>
                  <a:off x="2274473" y="4341585"/>
                  <a:ext cx="23940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6" name="Ink 75">
                  <a:extLst>
                    <a:ext uri="{FF2B5EF4-FFF2-40B4-BE49-F238E27FC236}">
                      <a16:creationId xmlns:a16="http://schemas.microsoft.com/office/drawing/2014/main" id="{79DA1E17-E653-7F5B-FA6B-542807CD0676}"/>
                    </a:ext>
                  </a:extLst>
                </p14:cNvPr>
                <p14:cNvContentPartPr/>
                <p14:nvPr/>
              </p14:nvContentPartPr>
              <p14:xfrm>
                <a:off x="2517833" y="4277145"/>
                <a:ext cx="144360" cy="127080"/>
              </p14:xfrm>
            </p:contentPart>
          </mc:Choice>
          <mc:Fallback>
            <p:pic>
              <p:nvPicPr>
                <p:cNvPr id="76" name="Ink 75">
                  <a:extLst>
                    <a:ext uri="{FF2B5EF4-FFF2-40B4-BE49-F238E27FC236}">
                      <a16:creationId xmlns:a16="http://schemas.microsoft.com/office/drawing/2014/main" id="{79DA1E17-E653-7F5B-FA6B-542807CD0676}"/>
                    </a:ext>
                  </a:extLst>
                </p:cNvPr>
                <p:cNvPicPr/>
                <p:nvPr/>
              </p:nvPicPr>
              <p:blipFill>
                <a:blip r:embed="rId131"/>
                <a:stretch>
                  <a:fillRect/>
                </a:stretch>
              </p:blipFill>
              <p:spPr>
                <a:xfrm>
                  <a:off x="2508833" y="4268505"/>
                  <a:ext cx="16200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7" name="Ink 76">
                  <a:extLst>
                    <a:ext uri="{FF2B5EF4-FFF2-40B4-BE49-F238E27FC236}">
                      <a16:creationId xmlns:a16="http://schemas.microsoft.com/office/drawing/2014/main" id="{871ADDA7-7732-3082-6F29-14D413E69ABF}"/>
                    </a:ext>
                  </a:extLst>
                </p14:cNvPr>
                <p14:cNvContentPartPr/>
                <p14:nvPr/>
              </p14:nvContentPartPr>
              <p14:xfrm>
                <a:off x="2713673" y="4103265"/>
                <a:ext cx="169920" cy="262080"/>
              </p14:xfrm>
            </p:contentPart>
          </mc:Choice>
          <mc:Fallback>
            <p:pic>
              <p:nvPicPr>
                <p:cNvPr id="77" name="Ink 76">
                  <a:extLst>
                    <a:ext uri="{FF2B5EF4-FFF2-40B4-BE49-F238E27FC236}">
                      <a16:creationId xmlns:a16="http://schemas.microsoft.com/office/drawing/2014/main" id="{871ADDA7-7732-3082-6F29-14D413E69ABF}"/>
                    </a:ext>
                  </a:extLst>
                </p:cNvPr>
                <p:cNvPicPr/>
                <p:nvPr/>
              </p:nvPicPr>
              <p:blipFill>
                <a:blip r:embed="rId133"/>
                <a:stretch>
                  <a:fillRect/>
                </a:stretch>
              </p:blipFill>
              <p:spPr>
                <a:xfrm>
                  <a:off x="2705033" y="4094265"/>
                  <a:ext cx="18756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8" name="Ink 77">
                  <a:extLst>
                    <a:ext uri="{FF2B5EF4-FFF2-40B4-BE49-F238E27FC236}">
                      <a16:creationId xmlns:a16="http://schemas.microsoft.com/office/drawing/2014/main" id="{1857DD4E-1522-177C-CAF0-C8D531E11643}"/>
                    </a:ext>
                  </a:extLst>
                </p14:cNvPr>
                <p14:cNvContentPartPr/>
                <p14:nvPr/>
              </p14:nvContentPartPr>
              <p14:xfrm>
                <a:off x="2922113" y="4256985"/>
                <a:ext cx="80640" cy="110160"/>
              </p14:xfrm>
            </p:contentPart>
          </mc:Choice>
          <mc:Fallback>
            <p:pic>
              <p:nvPicPr>
                <p:cNvPr id="78" name="Ink 77">
                  <a:extLst>
                    <a:ext uri="{FF2B5EF4-FFF2-40B4-BE49-F238E27FC236}">
                      <a16:creationId xmlns:a16="http://schemas.microsoft.com/office/drawing/2014/main" id="{1857DD4E-1522-177C-CAF0-C8D531E11643}"/>
                    </a:ext>
                  </a:extLst>
                </p:cNvPr>
                <p:cNvPicPr/>
                <p:nvPr/>
              </p:nvPicPr>
              <p:blipFill>
                <a:blip r:embed="rId135"/>
                <a:stretch>
                  <a:fillRect/>
                </a:stretch>
              </p:blipFill>
              <p:spPr>
                <a:xfrm>
                  <a:off x="2913473" y="4248345"/>
                  <a:ext cx="9828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9" name="Ink 78">
                  <a:extLst>
                    <a:ext uri="{FF2B5EF4-FFF2-40B4-BE49-F238E27FC236}">
                      <a16:creationId xmlns:a16="http://schemas.microsoft.com/office/drawing/2014/main" id="{337896F3-1AE7-DFC7-EA68-B91892FA4FBF}"/>
                    </a:ext>
                  </a:extLst>
                </p14:cNvPr>
                <p14:cNvContentPartPr/>
                <p14:nvPr/>
              </p14:nvContentPartPr>
              <p14:xfrm>
                <a:off x="3054953" y="4247625"/>
                <a:ext cx="100440" cy="100080"/>
              </p14:xfrm>
            </p:contentPart>
          </mc:Choice>
          <mc:Fallback>
            <p:pic>
              <p:nvPicPr>
                <p:cNvPr id="79" name="Ink 78">
                  <a:extLst>
                    <a:ext uri="{FF2B5EF4-FFF2-40B4-BE49-F238E27FC236}">
                      <a16:creationId xmlns:a16="http://schemas.microsoft.com/office/drawing/2014/main" id="{337896F3-1AE7-DFC7-EA68-B91892FA4FBF}"/>
                    </a:ext>
                  </a:extLst>
                </p:cNvPr>
                <p:cNvPicPr/>
                <p:nvPr/>
              </p:nvPicPr>
              <p:blipFill>
                <a:blip r:embed="rId137"/>
                <a:stretch>
                  <a:fillRect/>
                </a:stretch>
              </p:blipFill>
              <p:spPr>
                <a:xfrm>
                  <a:off x="3045953" y="4238625"/>
                  <a:ext cx="11808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0" name="Ink 79">
                  <a:extLst>
                    <a:ext uri="{FF2B5EF4-FFF2-40B4-BE49-F238E27FC236}">
                      <a16:creationId xmlns:a16="http://schemas.microsoft.com/office/drawing/2014/main" id="{97E71EA4-952A-70AD-7138-780C55FE3672}"/>
                    </a:ext>
                  </a:extLst>
                </p14:cNvPr>
                <p14:cNvContentPartPr/>
                <p14:nvPr/>
              </p14:nvContentPartPr>
              <p14:xfrm>
                <a:off x="3200033" y="4240785"/>
                <a:ext cx="178920" cy="97200"/>
              </p14:xfrm>
            </p:contentPart>
          </mc:Choice>
          <mc:Fallback>
            <p:pic>
              <p:nvPicPr>
                <p:cNvPr id="80" name="Ink 79">
                  <a:extLst>
                    <a:ext uri="{FF2B5EF4-FFF2-40B4-BE49-F238E27FC236}">
                      <a16:creationId xmlns:a16="http://schemas.microsoft.com/office/drawing/2014/main" id="{97E71EA4-952A-70AD-7138-780C55FE3672}"/>
                    </a:ext>
                  </a:extLst>
                </p:cNvPr>
                <p:cNvPicPr/>
                <p:nvPr/>
              </p:nvPicPr>
              <p:blipFill>
                <a:blip r:embed="rId139"/>
                <a:stretch>
                  <a:fillRect/>
                </a:stretch>
              </p:blipFill>
              <p:spPr>
                <a:xfrm>
                  <a:off x="3191393" y="4231785"/>
                  <a:ext cx="19656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1" name="Ink 80">
                  <a:extLst>
                    <a:ext uri="{FF2B5EF4-FFF2-40B4-BE49-F238E27FC236}">
                      <a16:creationId xmlns:a16="http://schemas.microsoft.com/office/drawing/2014/main" id="{DB15F8DB-EC58-BD42-6B73-4A46EC9D627E}"/>
                    </a:ext>
                  </a:extLst>
                </p14:cNvPr>
                <p14:cNvContentPartPr/>
                <p14:nvPr/>
              </p14:nvContentPartPr>
              <p14:xfrm>
                <a:off x="3386873" y="4246545"/>
                <a:ext cx="115920" cy="74520"/>
              </p14:xfrm>
            </p:contentPart>
          </mc:Choice>
          <mc:Fallback>
            <p:pic>
              <p:nvPicPr>
                <p:cNvPr id="81" name="Ink 80">
                  <a:extLst>
                    <a:ext uri="{FF2B5EF4-FFF2-40B4-BE49-F238E27FC236}">
                      <a16:creationId xmlns:a16="http://schemas.microsoft.com/office/drawing/2014/main" id="{DB15F8DB-EC58-BD42-6B73-4A46EC9D627E}"/>
                    </a:ext>
                  </a:extLst>
                </p:cNvPr>
                <p:cNvPicPr/>
                <p:nvPr/>
              </p:nvPicPr>
              <p:blipFill>
                <a:blip r:embed="rId141"/>
                <a:stretch>
                  <a:fillRect/>
                </a:stretch>
              </p:blipFill>
              <p:spPr>
                <a:xfrm>
                  <a:off x="3377873" y="4237545"/>
                  <a:ext cx="13356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2" name="Ink 81">
                  <a:extLst>
                    <a:ext uri="{FF2B5EF4-FFF2-40B4-BE49-F238E27FC236}">
                      <a16:creationId xmlns:a16="http://schemas.microsoft.com/office/drawing/2014/main" id="{5668C940-2947-E69D-FF3A-DEB6EF1E7F33}"/>
                    </a:ext>
                  </a:extLst>
                </p14:cNvPr>
                <p14:cNvContentPartPr/>
                <p14:nvPr/>
              </p14:nvContentPartPr>
              <p14:xfrm>
                <a:off x="3498833" y="4147905"/>
                <a:ext cx="23040" cy="168480"/>
              </p14:xfrm>
            </p:contentPart>
          </mc:Choice>
          <mc:Fallback>
            <p:pic>
              <p:nvPicPr>
                <p:cNvPr id="82" name="Ink 81">
                  <a:extLst>
                    <a:ext uri="{FF2B5EF4-FFF2-40B4-BE49-F238E27FC236}">
                      <a16:creationId xmlns:a16="http://schemas.microsoft.com/office/drawing/2014/main" id="{5668C940-2947-E69D-FF3A-DEB6EF1E7F33}"/>
                    </a:ext>
                  </a:extLst>
                </p:cNvPr>
                <p:cNvPicPr/>
                <p:nvPr/>
              </p:nvPicPr>
              <p:blipFill>
                <a:blip r:embed="rId143"/>
                <a:stretch>
                  <a:fillRect/>
                </a:stretch>
              </p:blipFill>
              <p:spPr>
                <a:xfrm>
                  <a:off x="3490193" y="4138905"/>
                  <a:ext cx="406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3" name="Ink 82">
                  <a:extLst>
                    <a:ext uri="{FF2B5EF4-FFF2-40B4-BE49-F238E27FC236}">
                      <a16:creationId xmlns:a16="http://schemas.microsoft.com/office/drawing/2014/main" id="{9545707D-BFB2-AF9A-2D3B-108DCFAE1A6C}"/>
                    </a:ext>
                  </a:extLst>
                </p14:cNvPr>
                <p14:cNvContentPartPr/>
                <p14:nvPr/>
              </p14:nvContentPartPr>
              <p14:xfrm>
                <a:off x="3601793" y="4204785"/>
                <a:ext cx="171360" cy="109800"/>
              </p14:xfrm>
            </p:contentPart>
          </mc:Choice>
          <mc:Fallback>
            <p:pic>
              <p:nvPicPr>
                <p:cNvPr id="83" name="Ink 82">
                  <a:extLst>
                    <a:ext uri="{FF2B5EF4-FFF2-40B4-BE49-F238E27FC236}">
                      <a16:creationId xmlns:a16="http://schemas.microsoft.com/office/drawing/2014/main" id="{9545707D-BFB2-AF9A-2D3B-108DCFAE1A6C}"/>
                    </a:ext>
                  </a:extLst>
                </p:cNvPr>
                <p:cNvPicPr/>
                <p:nvPr/>
              </p:nvPicPr>
              <p:blipFill>
                <a:blip r:embed="rId145"/>
                <a:stretch>
                  <a:fillRect/>
                </a:stretch>
              </p:blipFill>
              <p:spPr>
                <a:xfrm>
                  <a:off x="3592793" y="4195785"/>
                  <a:ext cx="18900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4" name="Ink 83">
                  <a:extLst>
                    <a:ext uri="{FF2B5EF4-FFF2-40B4-BE49-F238E27FC236}">
                      <a16:creationId xmlns:a16="http://schemas.microsoft.com/office/drawing/2014/main" id="{C4C11F2A-C595-C5D5-17A0-0811C42F0A9D}"/>
                    </a:ext>
                  </a:extLst>
                </p14:cNvPr>
                <p14:cNvContentPartPr/>
                <p14:nvPr/>
              </p14:nvContentPartPr>
              <p14:xfrm>
                <a:off x="3745433" y="4169865"/>
                <a:ext cx="395640" cy="122040"/>
              </p14:xfrm>
            </p:contentPart>
          </mc:Choice>
          <mc:Fallback>
            <p:pic>
              <p:nvPicPr>
                <p:cNvPr id="84" name="Ink 83">
                  <a:extLst>
                    <a:ext uri="{FF2B5EF4-FFF2-40B4-BE49-F238E27FC236}">
                      <a16:creationId xmlns:a16="http://schemas.microsoft.com/office/drawing/2014/main" id="{C4C11F2A-C595-C5D5-17A0-0811C42F0A9D}"/>
                    </a:ext>
                  </a:extLst>
                </p:cNvPr>
                <p:cNvPicPr/>
                <p:nvPr/>
              </p:nvPicPr>
              <p:blipFill>
                <a:blip r:embed="rId147"/>
                <a:stretch>
                  <a:fillRect/>
                </a:stretch>
              </p:blipFill>
              <p:spPr>
                <a:xfrm>
                  <a:off x="3736433" y="4161225"/>
                  <a:ext cx="413280" cy="139680"/>
                </a:xfrm>
                <a:prstGeom prst="rect">
                  <a:avLst/>
                </a:prstGeom>
              </p:spPr>
            </p:pic>
          </mc:Fallback>
        </mc:AlternateContent>
      </p:grpSp>
      <p:grpSp>
        <p:nvGrpSpPr>
          <p:cNvPr id="90" name="Group 89">
            <a:extLst>
              <a:ext uri="{FF2B5EF4-FFF2-40B4-BE49-F238E27FC236}">
                <a16:creationId xmlns:a16="http://schemas.microsoft.com/office/drawing/2014/main" id="{84BBD765-339E-8075-FE58-AB16CCF364D0}"/>
              </a:ext>
            </a:extLst>
          </p:cNvPr>
          <p:cNvGrpSpPr/>
          <p:nvPr/>
        </p:nvGrpSpPr>
        <p:grpSpPr>
          <a:xfrm>
            <a:off x="3093113" y="4528425"/>
            <a:ext cx="556200" cy="230040"/>
            <a:chOff x="3093113" y="4528425"/>
            <a:chExt cx="556200" cy="230040"/>
          </a:xfrm>
        </p:grpSpPr>
        <mc:AlternateContent xmlns:mc="http://schemas.openxmlformats.org/markup-compatibility/2006">
          <mc:Choice xmlns:p14="http://schemas.microsoft.com/office/powerpoint/2010/main" Requires="p14">
            <p:contentPart p14:bwMode="auto" r:id="rId148">
              <p14:nvContentPartPr>
                <p14:cNvPr id="85" name="Ink 84">
                  <a:extLst>
                    <a:ext uri="{FF2B5EF4-FFF2-40B4-BE49-F238E27FC236}">
                      <a16:creationId xmlns:a16="http://schemas.microsoft.com/office/drawing/2014/main" id="{F133F1A3-4DF5-11F0-5FBD-13FB96DD1166}"/>
                    </a:ext>
                  </a:extLst>
                </p14:cNvPr>
                <p14:cNvContentPartPr/>
                <p14:nvPr/>
              </p14:nvContentPartPr>
              <p14:xfrm>
                <a:off x="3093113" y="4549305"/>
                <a:ext cx="169200" cy="209160"/>
              </p14:xfrm>
            </p:contentPart>
          </mc:Choice>
          <mc:Fallback>
            <p:pic>
              <p:nvPicPr>
                <p:cNvPr id="85" name="Ink 84">
                  <a:extLst>
                    <a:ext uri="{FF2B5EF4-FFF2-40B4-BE49-F238E27FC236}">
                      <a16:creationId xmlns:a16="http://schemas.microsoft.com/office/drawing/2014/main" id="{F133F1A3-4DF5-11F0-5FBD-13FB96DD1166}"/>
                    </a:ext>
                  </a:extLst>
                </p:cNvPr>
                <p:cNvPicPr/>
                <p:nvPr/>
              </p:nvPicPr>
              <p:blipFill>
                <a:blip r:embed="rId149"/>
                <a:stretch>
                  <a:fillRect/>
                </a:stretch>
              </p:blipFill>
              <p:spPr>
                <a:xfrm>
                  <a:off x="3084113" y="4540665"/>
                  <a:ext cx="18684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6" name="Ink 85">
                  <a:extLst>
                    <a:ext uri="{FF2B5EF4-FFF2-40B4-BE49-F238E27FC236}">
                      <a16:creationId xmlns:a16="http://schemas.microsoft.com/office/drawing/2014/main" id="{394A7913-653A-C6BE-AE5C-77C69AFA6CD6}"/>
                    </a:ext>
                  </a:extLst>
                </p14:cNvPr>
                <p14:cNvContentPartPr/>
                <p14:nvPr/>
              </p14:nvContentPartPr>
              <p14:xfrm>
                <a:off x="3122633" y="4641825"/>
                <a:ext cx="227880" cy="47520"/>
              </p14:xfrm>
            </p:contentPart>
          </mc:Choice>
          <mc:Fallback>
            <p:pic>
              <p:nvPicPr>
                <p:cNvPr id="86" name="Ink 85">
                  <a:extLst>
                    <a:ext uri="{FF2B5EF4-FFF2-40B4-BE49-F238E27FC236}">
                      <a16:creationId xmlns:a16="http://schemas.microsoft.com/office/drawing/2014/main" id="{394A7913-653A-C6BE-AE5C-77C69AFA6CD6}"/>
                    </a:ext>
                  </a:extLst>
                </p:cNvPr>
                <p:cNvPicPr/>
                <p:nvPr/>
              </p:nvPicPr>
              <p:blipFill>
                <a:blip r:embed="rId151"/>
                <a:stretch>
                  <a:fillRect/>
                </a:stretch>
              </p:blipFill>
              <p:spPr>
                <a:xfrm>
                  <a:off x="3113993" y="4632825"/>
                  <a:ext cx="24552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7" name="Ink 86">
                  <a:extLst>
                    <a:ext uri="{FF2B5EF4-FFF2-40B4-BE49-F238E27FC236}">
                      <a16:creationId xmlns:a16="http://schemas.microsoft.com/office/drawing/2014/main" id="{D9EA9853-32AE-ED80-8DB0-DEDC42BA06C2}"/>
                    </a:ext>
                  </a:extLst>
                </p14:cNvPr>
                <p14:cNvContentPartPr/>
                <p14:nvPr/>
              </p14:nvContentPartPr>
              <p14:xfrm>
                <a:off x="3345473" y="4623465"/>
                <a:ext cx="146880" cy="91440"/>
              </p14:xfrm>
            </p:contentPart>
          </mc:Choice>
          <mc:Fallback>
            <p:pic>
              <p:nvPicPr>
                <p:cNvPr id="87" name="Ink 86">
                  <a:extLst>
                    <a:ext uri="{FF2B5EF4-FFF2-40B4-BE49-F238E27FC236}">
                      <a16:creationId xmlns:a16="http://schemas.microsoft.com/office/drawing/2014/main" id="{D9EA9853-32AE-ED80-8DB0-DEDC42BA06C2}"/>
                    </a:ext>
                  </a:extLst>
                </p:cNvPr>
                <p:cNvPicPr/>
                <p:nvPr/>
              </p:nvPicPr>
              <p:blipFill>
                <a:blip r:embed="rId153"/>
                <a:stretch>
                  <a:fillRect/>
                </a:stretch>
              </p:blipFill>
              <p:spPr>
                <a:xfrm>
                  <a:off x="3336473" y="4614825"/>
                  <a:ext cx="16452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88" name="Ink 87">
                  <a:extLst>
                    <a:ext uri="{FF2B5EF4-FFF2-40B4-BE49-F238E27FC236}">
                      <a16:creationId xmlns:a16="http://schemas.microsoft.com/office/drawing/2014/main" id="{C191307E-B15B-7A7B-9A49-ABB3115F6C55}"/>
                    </a:ext>
                  </a:extLst>
                </p14:cNvPr>
                <p14:cNvContentPartPr/>
                <p14:nvPr/>
              </p14:nvContentPartPr>
              <p14:xfrm>
                <a:off x="3502433" y="4528425"/>
                <a:ext cx="39960" cy="154440"/>
              </p14:xfrm>
            </p:contentPart>
          </mc:Choice>
          <mc:Fallback>
            <p:pic>
              <p:nvPicPr>
                <p:cNvPr id="88" name="Ink 87">
                  <a:extLst>
                    <a:ext uri="{FF2B5EF4-FFF2-40B4-BE49-F238E27FC236}">
                      <a16:creationId xmlns:a16="http://schemas.microsoft.com/office/drawing/2014/main" id="{C191307E-B15B-7A7B-9A49-ABB3115F6C55}"/>
                    </a:ext>
                  </a:extLst>
                </p:cNvPr>
                <p:cNvPicPr/>
                <p:nvPr/>
              </p:nvPicPr>
              <p:blipFill>
                <a:blip r:embed="rId155"/>
                <a:stretch>
                  <a:fillRect/>
                </a:stretch>
              </p:blipFill>
              <p:spPr>
                <a:xfrm>
                  <a:off x="3493433" y="4519785"/>
                  <a:ext cx="5760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89" name="Ink 88">
                  <a:extLst>
                    <a:ext uri="{FF2B5EF4-FFF2-40B4-BE49-F238E27FC236}">
                      <a16:creationId xmlns:a16="http://schemas.microsoft.com/office/drawing/2014/main" id="{42CD2491-5C06-FF74-8D23-E7E634B83EC4}"/>
                    </a:ext>
                  </a:extLst>
                </p14:cNvPr>
                <p14:cNvContentPartPr/>
                <p14:nvPr/>
              </p14:nvContentPartPr>
              <p14:xfrm>
                <a:off x="3494153" y="4563705"/>
                <a:ext cx="155160" cy="23760"/>
              </p14:xfrm>
            </p:contentPart>
          </mc:Choice>
          <mc:Fallback>
            <p:pic>
              <p:nvPicPr>
                <p:cNvPr id="89" name="Ink 88">
                  <a:extLst>
                    <a:ext uri="{FF2B5EF4-FFF2-40B4-BE49-F238E27FC236}">
                      <a16:creationId xmlns:a16="http://schemas.microsoft.com/office/drawing/2014/main" id="{42CD2491-5C06-FF74-8D23-E7E634B83EC4}"/>
                    </a:ext>
                  </a:extLst>
                </p:cNvPr>
                <p:cNvPicPr/>
                <p:nvPr/>
              </p:nvPicPr>
              <p:blipFill>
                <a:blip r:embed="rId157"/>
                <a:stretch>
                  <a:fillRect/>
                </a:stretch>
              </p:blipFill>
              <p:spPr>
                <a:xfrm>
                  <a:off x="3485513" y="4554705"/>
                  <a:ext cx="172800" cy="41400"/>
                </a:xfrm>
                <a:prstGeom prst="rect">
                  <a:avLst/>
                </a:prstGeom>
              </p:spPr>
            </p:pic>
          </mc:Fallback>
        </mc:AlternateContent>
      </p:grpSp>
      <p:grpSp>
        <p:nvGrpSpPr>
          <p:cNvPr id="162" name="Group 161">
            <a:extLst>
              <a:ext uri="{FF2B5EF4-FFF2-40B4-BE49-F238E27FC236}">
                <a16:creationId xmlns:a16="http://schemas.microsoft.com/office/drawing/2014/main" id="{BEBA8FE5-48C6-2278-2DE0-B412269043FA}"/>
              </a:ext>
            </a:extLst>
          </p:cNvPr>
          <p:cNvGrpSpPr/>
          <p:nvPr/>
        </p:nvGrpSpPr>
        <p:grpSpPr>
          <a:xfrm>
            <a:off x="7528673" y="3891585"/>
            <a:ext cx="1350000" cy="546840"/>
            <a:chOff x="7528673" y="3891585"/>
            <a:chExt cx="1350000" cy="546840"/>
          </a:xfrm>
        </p:grpSpPr>
        <mc:AlternateContent xmlns:mc="http://schemas.openxmlformats.org/markup-compatibility/2006">
          <mc:Choice xmlns:p14="http://schemas.microsoft.com/office/powerpoint/2010/main" Requires="p14">
            <p:contentPart p14:bwMode="auto" r:id="rId158">
              <p14:nvContentPartPr>
                <p14:cNvPr id="92" name="Ink 91">
                  <a:extLst>
                    <a:ext uri="{FF2B5EF4-FFF2-40B4-BE49-F238E27FC236}">
                      <a16:creationId xmlns:a16="http://schemas.microsoft.com/office/drawing/2014/main" id="{E37B9DEA-7A0C-EEA6-6F87-E20D51A24CF2}"/>
                    </a:ext>
                  </a:extLst>
                </p14:cNvPr>
                <p14:cNvContentPartPr/>
                <p14:nvPr/>
              </p14:nvContentPartPr>
              <p14:xfrm>
                <a:off x="7528673" y="3914625"/>
                <a:ext cx="162720" cy="257040"/>
              </p14:xfrm>
            </p:contentPart>
          </mc:Choice>
          <mc:Fallback>
            <p:pic>
              <p:nvPicPr>
                <p:cNvPr id="92" name="Ink 91">
                  <a:extLst>
                    <a:ext uri="{FF2B5EF4-FFF2-40B4-BE49-F238E27FC236}">
                      <a16:creationId xmlns:a16="http://schemas.microsoft.com/office/drawing/2014/main" id="{E37B9DEA-7A0C-EEA6-6F87-E20D51A24CF2}"/>
                    </a:ext>
                  </a:extLst>
                </p:cNvPr>
                <p:cNvPicPr/>
                <p:nvPr/>
              </p:nvPicPr>
              <p:blipFill>
                <a:blip r:embed="rId159"/>
                <a:stretch>
                  <a:fillRect/>
                </a:stretch>
              </p:blipFill>
              <p:spPr>
                <a:xfrm>
                  <a:off x="7519673" y="3905985"/>
                  <a:ext cx="18036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3" name="Ink 92">
                  <a:extLst>
                    <a:ext uri="{FF2B5EF4-FFF2-40B4-BE49-F238E27FC236}">
                      <a16:creationId xmlns:a16="http://schemas.microsoft.com/office/drawing/2014/main" id="{C21F6E96-8ED3-8A39-0250-713934892200}"/>
                    </a:ext>
                  </a:extLst>
                </p14:cNvPr>
                <p14:cNvContentPartPr/>
                <p14:nvPr/>
              </p14:nvContentPartPr>
              <p14:xfrm>
                <a:off x="7735313" y="4020465"/>
                <a:ext cx="343440" cy="117720"/>
              </p14:xfrm>
            </p:contentPart>
          </mc:Choice>
          <mc:Fallback>
            <p:pic>
              <p:nvPicPr>
                <p:cNvPr id="93" name="Ink 92">
                  <a:extLst>
                    <a:ext uri="{FF2B5EF4-FFF2-40B4-BE49-F238E27FC236}">
                      <a16:creationId xmlns:a16="http://schemas.microsoft.com/office/drawing/2014/main" id="{C21F6E96-8ED3-8A39-0250-713934892200}"/>
                    </a:ext>
                  </a:extLst>
                </p:cNvPr>
                <p:cNvPicPr/>
                <p:nvPr/>
              </p:nvPicPr>
              <p:blipFill>
                <a:blip r:embed="rId161"/>
                <a:stretch>
                  <a:fillRect/>
                </a:stretch>
              </p:blipFill>
              <p:spPr>
                <a:xfrm>
                  <a:off x="7726673" y="4011465"/>
                  <a:ext cx="36108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4" name="Ink 93">
                  <a:extLst>
                    <a:ext uri="{FF2B5EF4-FFF2-40B4-BE49-F238E27FC236}">
                      <a16:creationId xmlns:a16="http://schemas.microsoft.com/office/drawing/2014/main" id="{A3A3B94F-2A1B-480F-3406-2B1DB0EBA39A}"/>
                    </a:ext>
                  </a:extLst>
                </p14:cNvPr>
                <p14:cNvContentPartPr/>
                <p14:nvPr/>
              </p14:nvContentPartPr>
              <p14:xfrm>
                <a:off x="8106833" y="3891585"/>
                <a:ext cx="46800" cy="191160"/>
              </p14:xfrm>
            </p:contentPart>
          </mc:Choice>
          <mc:Fallback>
            <p:pic>
              <p:nvPicPr>
                <p:cNvPr id="94" name="Ink 93">
                  <a:extLst>
                    <a:ext uri="{FF2B5EF4-FFF2-40B4-BE49-F238E27FC236}">
                      <a16:creationId xmlns:a16="http://schemas.microsoft.com/office/drawing/2014/main" id="{A3A3B94F-2A1B-480F-3406-2B1DB0EBA39A}"/>
                    </a:ext>
                  </a:extLst>
                </p:cNvPr>
                <p:cNvPicPr/>
                <p:nvPr/>
              </p:nvPicPr>
              <p:blipFill>
                <a:blip r:embed="rId163"/>
                <a:stretch>
                  <a:fillRect/>
                </a:stretch>
              </p:blipFill>
              <p:spPr>
                <a:xfrm>
                  <a:off x="8098193" y="3882945"/>
                  <a:ext cx="6444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5" name="Ink 94">
                  <a:extLst>
                    <a:ext uri="{FF2B5EF4-FFF2-40B4-BE49-F238E27FC236}">
                      <a16:creationId xmlns:a16="http://schemas.microsoft.com/office/drawing/2014/main" id="{370D6CBC-9F0A-5C30-240F-51DC5499CB0F}"/>
                    </a:ext>
                  </a:extLst>
                </p14:cNvPr>
                <p14:cNvContentPartPr/>
                <p14:nvPr/>
              </p14:nvContentPartPr>
              <p14:xfrm>
                <a:off x="8110433" y="3959265"/>
                <a:ext cx="128880" cy="30240"/>
              </p14:xfrm>
            </p:contentPart>
          </mc:Choice>
          <mc:Fallback>
            <p:pic>
              <p:nvPicPr>
                <p:cNvPr id="95" name="Ink 94">
                  <a:extLst>
                    <a:ext uri="{FF2B5EF4-FFF2-40B4-BE49-F238E27FC236}">
                      <a16:creationId xmlns:a16="http://schemas.microsoft.com/office/drawing/2014/main" id="{370D6CBC-9F0A-5C30-240F-51DC5499CB0F}"/>
                    </a:ext>
                  </a:extLst>
                </p:cNvPr>
                <p:cNvPicPr/>
                <p:nvPr/>
              </p:nvPicPr>
              <p:blipFill>
                <a:blip r:embed="rId165"/>
                <a:stretch>
                  <a:fillRect/>
                </a:stretch>
              </p:blipFill>
              <p:spPr>
                <a:xfrm>
                  <a:off x="8101433" y="3950265"/>
                  <a:ext cx="14652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6" name="Ink 95">
                  <a:extLst>
                    <a:ext uri="{FF2B5EF4-FFF2-40B4-BE49-F238E27FC236}">
                      <a16:creationId xmlns:a16="http://schemas.microsoft.com/office/drawing/2014/main" id="{CD7A5ACA-36BC-EDB9-26A0-54A7B276AC78}"/>
                    </a:ext>
                  </a:extLst>
                </p14:cNvPr>
                <p14:cNvContentPartPr/>
                <p14:nvPr/>
              </p14:nvContentPartPr>
              <p14:xfrm>
                <a:off x="8258033" y="3966825"/>
                <a:ext cx="435240" cy="125640"/>
              </p14:xfrm>
            </p:contentPart>
          </mc:Choice>
          <mc:Fallback>
            <p:pic>
              <p:nvPicPr>
                <p:cNvPr id="96" name="Ink 95">
                  <a:extLst>
                    <a:ext uri="{FF2B5EF4-FFF2-40B4-BE49-F238E27FC236}">
                      <a16:creationId xmlns:a16="http://schemas.microsoft.com/office/drawing/2014/main" id="{CD7A5ACA-36BC-EDB9-26A0-54A7B276AC78}"/>
                    </a:ext>
                  </a:extLst>
                </p:cNvPr>
                <p:cNvPicPr/>
                <p:nvPr/>
              </p:nvPicPr>
              <p:blipFill>
                <a:blip r:embed="rId167"/>
                <a:stretch>
                  <a:fillRect/>
                </a:stretch>
              </p:blipFill>
              <p:spPr>
                <a:xfrm>
                  <a:off x="8249393" y="3958185"/>
                  <a:ext cx="4528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7" name="Ink 96">
                  <a:extLst>
                    <a:ext uri="{FF2B5EF4-FFF2-40B4-BE49-F238E27FC236}">
                      <a16:creationId xmlns:a16="http://schemas.microsoft.com/office/drawing/2014/main" id="{6592FBFC-E902-87D8-09C8-394E345EF2EE}"/>
                    </a:ext>
                  </a:extLst>
                </p14:cNvPr>
                <p14:cNvContentPartPr/>
                <p14:nvPr/>
              </p14:nvContentPartPr>
              <p14:xfrm>
                <a:off x="8129513" y="4177785"/>
                <a:ext cx="193680" cy="260640"/>
              </p14:xfrm>
            </p:contentPart>
          </mc:Choice>
          <mc:Fallback>
            <p:pic>
              <p:nvPicPr>
                <p:cNvPr id="97" name="Ink 96">
                  <a:extLst>
                    <a:ext uri="{FF2B5EF4-FFF2-40B4-BE49-F238E27FC236}">
                      <a16:creationId xmlns:a16="http://schemas.microsoft.com/office/drawing/2014/main" id="{6592FBFC-E902-87D8-09C8-394E345EF2EE}"/>
                    </a:ext>
                  </a:extLst>
                </p:cNvPr>
                <p:cNvPicPr/>
                <p:nvPr/>
              </p:nvPicPr>
              <p:blipFill>
                <a:blip r:embed="rId169"/>
                <a:stretch>
                  <a:fillRect/>
                </a:stretch>
              </p:blipFill>
              <p:spPr>
                <a:xfrm>
                  <a:off x="8120513" y="4169145"/>
                  <a:ext cx="211320" cy="2782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8" name="Ink 97">
                  <a:extLst>
                    <a:ext uri="{FF2B5EF4-FFF2-40B4-BE49-F238E27FC236}">
                      <a16:creationId xmlns:a16="http://schemas.microsoft.com/office/drawing/2014/main" id="{40987D6A-2A73-9B8A-780D-33B9E1C76AB2}"/>
                    </a:ext>
                  </a:extLst>
                </p14:cNvPr>
                <p14:cNvContentPartPr/>
                <p14:nvPr/>
              </p14:nvContentPartPr>
              <p14:xfrm>
                <a:off x="8227073" y="4268865"/>
                <a:ext cx="275400" cy="76320"/>
              </p14:xfrm>
            </p:contentPart>
          </mc:Choice>
          <mc:Fallback>
            <p:pic>
              <p:nvPicPr>
                <p:cNvPr id="98" name="Ink 97">
                  <a:extLst>
                    <a:ext uri="{FF2B5EF4-FFF2-40B4-BE49-F238E27FC236}">
                      <a16:creationId xmlns:a16="http://schemas.microsoft.com/office/drawing/2014/main" id="{40987D6A-2A73-9B8A-780D-33B9E1C76AB2}"/>
                    </a:ext>
                  </a:extLst>
                </p:cNvPr>
                <p:cNvPicPr/>
                <p:nvPr/>
              </p:nvPicPr>
              <p:blipFill>
                <a:blip r:embed="rId171"/>
                <a:stretch>
                  <a:fillRect/>
                </a:stretch>
              </p:blipFill>
              <p:spPr>
                <a:xfrm>
                  <a:off x="8218433" y="4260225"/>
                  <a:ext cx="29304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99" name="Ink 98">
                  <a:extLst>
                    <a:ext uri="{FF2B5EF4-FFF2-40B4-BE49-F238E27FC236}">
                      <a16:creationId xmlns:a16="http://schemas.microsoft.com/office/drawing/2014/main" id="{90342EEF-B43E-FAC4-B4B9-19666CECDC42}"/>
                    </a:ext>
                  </a:extLst>
                </p14:cNvPr>
                <p14:cNvContentPartPr/>
                <p14:nvPr/>
              </p14:nvContentPartPr>
              <p14:xfrm>
                <a:off x="8411033" y="4216305"/>
                <a:ext cx="223920" cy="155880"/>
              </p14:xfrm>
            </p:contentPart>
          </mc:Choice>
          <mc:Fallback>
            <p:pic>
              <p:nvPicPr>
                <p:cNvPr id="99" name="Ink 98">
                  <a:extLst>
                    <a:ext uri="{FF2B5EF4-FFF2-40B4-BE49-F238E27FC236}">
                      <a16:creationId xmlns:a16="http://schemas.microsoft.com/office/drawing/2014/main" id="{90342EEF-B43E-FAC4-B4B9-19666CECDC42}"/>
                    </a:ext>
                  </a:extLst>
                </p:cNvPr>
                <p:cNvPicPr/>
                <p:nvPr/>
              </p:nvPicPr>
              <p:blipFill>
                <a:blip r:embed="rId173"/>
                <a:stretch>
                  <a:fillRect/>
                </a:stretch>
              </p:blipFill>
              <p:spPr>
                <a:xfrm>
                  <a:off x="8402033" y="4207665"/>
                  <a:ext cx="24156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0" name="Ink 99">
                  <a:extLst>
                    <a:ext uri="{FF2B5EF4-FFF2-40B4-BE49-F238E27FC236}">
                      <a16:creationId xmlns:a16="http://schemas.microsoft.com/office/drawing/2014/main" id="{B32B797F-35DA-21B5-19F2-C8E9356D0EEC}"/>
                    </a:ext>
                  </a:extLst>
                </p14:cNvPr>
                <p14:cNvContentPartPr/>
                <p14:nvPr/>
              </p14:nvContentPartPr>
              <p14:xfrm>
                <a:off x="8632073" y="4117665"/>
                <a:ext cx="8640" cy="216720"/>
              </p14:xfrm>
            </p:contentPart>
          </mc:Choice>
          <mc:Fallback>
            <p:pic>
              <p:nvPicPr>
                <p:cNvPr id="100" name="Ink 99">
                  <a:extLst>
                    <a:ext uri="{FF2B5EF4-FFF2-40B4-BE49-F238E27FC236}">
                      <a16:creationId xmlns:a16="http://schemas.microsoft.com/office/drawing/2014/main" id="{B32B797F-35DA-21B5-19F2-C8E9356D0EEC}"/>
                    </a:ext>
                  </a:extLst>
                </p:cNvPr>
                <p:cNvPicPr/>
                <p:nvPr/>
              </p:nvPicPr>
              <p:blipFill>
                <a:blip r:embed="rId175"/>
                <a:stretch>
                  <a:fillRect/>
                </a:stretch>
              </p:blipFill>
              <p:spPr>
                <a:xfrm>
                  <a:off x="8623073" y="4109025"/>
                  <a:ext cx="2628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1" name="Ink 100">
                  <a:extLst>
                    <a:ext uri="{FF2B5EF4-FFF2-40B4-BE49-F238E27FC236}">
                      <a16:creationId xmlns:a16="http://schemas.microsoft.com/office/drawing/2014/main" id="{200159C8-CC35-A27A-A5D9-FBF2CDB1C9CC}"/>
                    </a:ext>
                  </a:extLst>
                </p14:cNvPr>
                <p14:cNvContentPartPr/>
                <p14:nvPr/>
              </p14:nvContentPartPr>
              <p14:xfrm>
                <a:off x="8646113" y="4174545"/>
                <a:ext cx="232560" cy="69120"/>
              </p14:xfrm>
            </p:contentPart>
          </mc:Choice>
          <mc:Fallback>
            <p:pic>
              <p:nvPicPr>
                <p:cNvPr id="101" name="Ink 100">
                  <a:extLst>
                    <a:ext uri="{FF2B5EF4-FFF2-40B4-BE49-F238E27FC236}">
                      <a16:creationId xmlns:a16="http://schemas.microsoft.com/office/drawing/2014/main" id="{200159C8-CC35-A27A-A5D9-FBF2CDB1C9CC}"/>
                    </a:ext>
                  </a:extLst>
                </p:cNvPr>
                <p:cNvPicPr/>
                <p:nvPr/>
              </p:nvPicPr>
              <p:blipFill>
                <a:blip r:embed="rId177"/>
                <a:stretch>
                  <a:fillRect/>
                </a:stretch>
              </p:blipFill>
              <p:spPr>
                <a:xfrm>
                  <a:off x="8637473" y="4165905"/>
                  <a:ext cx="250200" cy="86760"/>
                </a:xfrm>
                <a:prstGeom prst="rect">
                  <a:avLst/>
                </a:prstGeom>
              </p:spPr>
            </p:pic>
          </mc:Fallback>
        </mc:AlternateContent>
      </p:grpSp>
      <p:grpSp>
        <p:nvGrpSpPr>
          <p:cNvPr id="161" name="Group 160">
            <a:extLst>
              <a:ext uri="{FF2B5EF4-FFF2-40B4-BE49-F238E27FC236}">
                <a16:creationId xmlns:a16="http://schemas.microsoft.com/office/drawing/2014/main" id="{E440711B-D2DD-C489-7705-88D30DB1E27C}"/>
              </a:ext>
            </a:extLst>
          </p:cNvPr>
          <p:cNvGrpSpPr/>
          <p:nvPr/>
        </p:nvGrpSpPr>
        <p:grpSpPr>
          <a:xfrm>
            <a:off x="3145313" y="4944945"/>
            <a:ext cx="225360" cy="338040"/>
            <a:chOff x="3145313" y="4944945"/>
            <a:chExt cx="225360" cy="338040"/>
          </a:xfrm>
        </p:grpSpPr>
        <mc:AlternateContent xmlns:mc="http://schemas.openxmlformats.org/markup-compatibility/2006">
          <mc:Choice xmlns:p14="http://schemas.microsoft.com/office/powerpoint/2010/main" Requires="p14">
            <p:contentPart p14:bwMode="auto" r:id="rId178">
              <p14:nvContentPartPr>
                <p14:cNvPr id="102" name="Ink 101">
                  <a:extLst>
                    <a:ext uri="{FF2B5EF4-FFF2-40B4-BE49-F238E27FC236}">
                      <a16:creationId xmlns:a16="http://schemas.microsoft.com/office/drawing/2014/main" id="{6DE557DB-072F-EBD4-4E7F-B147C503EC32}"/>
                    </a:ext>
                  </a:extLst>
                </p14:cNvPr>
                <p14:cNvContentPartPr/>
                <p14:nvPr/>
              </p14:nvContentPartPr>
              <p14:xfrm>
                <a:off x="3192833" y="4944945"/>
                <a:ext cx="43200" cy="338040"/>
              </p14:xfrm>
            </p:contentPart>
          </mc:Choice>
          <mc:Fallback>
            <p:pic>
              <p:nvPicPr>
                <p:cNvPr id="102" name="Ink 101">
                  <a:extLst>
                    <a:ext uri="{FF2B5EF4-FFF2-40B4-BE49-F238E27FC236}">
                      <a16:creationId xmlns:a16="http://schemas.microsoft.com/office/drawing/2014/main" id="{6DE557DB-072F-EBD4-4E7F-B147C503EC32}"/>
                    </a:ext>
                  </a:extLst>
                </p:cNvPr>
                <p:cNvPicPr/>
                <p:nvPr/>
              </p:nvPicPr>
              <p:blipFill>
                <a:blip r:embed="rId179"/>
                <a:stretch>
                  <a:fillRect/>
                </a:stretch>
              </p:blipFill>
              <p:spPr>
                <a:xfrm>
                  <a:off x="3184193" y="4936305"/>
                  <a:ext cx="6084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3" name="Ink 102">
                  <a:extLst>
                    <a:ext uri="{FF2B5EF4-FFF2-40B4-BE49-F238E27FC236}">
                      <a16:creationId xmlns:a16="http://schemas.microsoft.com/office/drawing/2014/main" id="{89A2DF91-651A-FC97-DA16-8C9700575077}"/>
                    </a:ext>
                  </a:extLst>
                </p14:cNvPr>
                <p14:cNvContentPartPr/>
                <p14:nvPr/>
              </p14:nvContentPartPr>
              <p14:xfrm>
                <a:off x="3145313" y="5183985"/>
                <a:ext cx="225360" cy="84960"/>
              </p14:xfrm>
            </p:contentPart>
          </mc:Choice>
          <mc:Fallback>
            <p:pic>
              <p:nvPicPr>
                <p:cNvPr id="103" name="Ink 102">
                  <a:extLst>
                    <a:ext uri="{FF2B5EF4-FFF2-40B4-BE49-F238E27FC236}">
                      <a16:creationId xmlns:a16="http://schemas.microsoft.com/office/drawing/2014/main" id="{89A2DF91-651A-FC97-DA16-8C9700575077}"/>
                    </a:ext>
                  </a:extLst>
                </p:cNvPr>
                <p:cNvPicPr/>
                <p:nvPr/>
              </p:nvPicPr>
              <p:blipFill>
                <a:blip r:embed="rId181"/>
                <a:stretch>
                  <a:fillRect/>
                </a:stretch>
              </p:blipFill>
              <p:spPr>
                <a:xfrm>
                  <a:off x="3136313" y="5175345"/>
                  <a:ext cx="243000" cy="102600"/>
                </a:xfrm>
                <a:prstGeom prst="rect">
                  <a:avLst/>
                </a:prstGeom>
              </p:spPr>
            </p:pic>
          </mc:Fallback>
        </mc:AlternateContent>
      </p:grpSp>
      <p:grpSp>
        <p:nvGrpSpPr>
          <p:cNvPr id="160" name="Group 159">
            <a:extLst>
              <a:ext uri="{FF2B5EF4-FFF2-40B4-BE49-F238E27FC236}">
                <a16:creationId xmlns:a16="http://schemas.microsoft.com/office/drawing/2014/main" id="{CF388905-719A-95DD-707D-3C668C4F51AB}"/>
              </a:ext>
            </a:extLst>
          </p:cNvPr>
          <p:cNvGrpSpPr/>
          <p:nvPr/>
        </p:nvGrpSpPr>
        <p:grpSpPr>
          <a:xfrm>
            <a:off x="2563553" y="5478825"/>
            <a:ext cx="1224720" cy="283320"/>
            <a:chOff x="2563553" y="5478825"/>
            <a:chExt cx="1224720" cy="283320"/>
          </a:xfrm>
        </p:grpSpPr>
        <mc:AlternateContent xmlns:mc="http://schemas.openxmlformats.org/markup-compatibility/2006">
          <mc:Choice xmlns:p14="http://schemas.microsoft.com/office/powerpoint/2010/main" Requires="p14">
            <p:contentPart p14:bwMode="auto" r:id="rId182">
              <p14:nvContentPartPr>
                <p14:cNvPr id="104" name="Ink 103">
                  <a:extLst>
                    <a:ext uri="{FF2B5EF4-FFF2-40B4-BE49-F238E27FC236}">
                      <a16:creationId xmlns:a16="http://schemas.microsoft.com/office/drawing/2014/main" id="{CFA1FD9D-D8D1-0AD3-4D70-95348C3014D7}"/>
                    </a:ext>
                  </a:extLst>
                </p14:cNvPr>
                <p14:cNvContentPartPr/>
                <p14:nvPr/>
              </p14:nvContentPartPr>
              <p14:xfrm>
                <a:off x="2563553" y="5564505"/>
                <a:ext cx="283680" cy="197640"/>
              </p14:xfrm>
            </p:contentPart>
          </mc:Choice>
          <mc:Fallback>
            <p:pic>
              <p:nvPicPr>
                <p:cNvPr id="104" name="Ink 103">
                  <a:extLst>
                    <a:ext uri="{FF2B5EF4-FFF2-40B4-BE49-F238E27FC236}">
                      <a16:creationId xmlns:a16="http://schemas.microsoft.com/office/drawing/2014/main" id="{CFA1FD9D-D8D1-0AD3-4D70-95348C3014D7}"/>
                    </a:ext>
                  </a:extLst>
                </p:cNvPr>
                <p:cNvPicPr/>
                <p:nvPr/>
              </p:nvPicPr>
              <p:blipFill>
                <a:blip r:embed="rId183"/>
                <a:stretch>
                  <a:fillRect/>
                </a:stretch>
              </p:blipFill>
              <p:spPr>
                <a:xfrm>
                  <a:off x="2554913" y="5555505"/>
                  <a:ext cx="30132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5" name="Ink 104">
                  <a:extLst>
                    <a:ext uri="{FF2B5EF4-FFF2-40B4-BE49-F238E27FC236}">
                      <a16:creationId xmlns:a16="http://schemas.microsoft.com/office/drawing/2014/main" id="{A1B605D0-8410-5985-84AB-8E5F683F4C15}"/>
                    </a:ext>
                  </a:extLst>
                </p14:cNvPr>
                <p14:cNvContentPartPr/>
                <p14:nvPr/>
              </p14:nvContentPartPr>
              <p14:xfrm>
                <a:off x="2903753" y="5611665"/>
                <a:ext cx="120960" cy="136800"/>
              </p14:xfrm>
            </p:contentPart>
          </mc:Choice>
          <mc:Fallback>
            <p:pic>
              <p:nvPicPr>
                <p:cNvPr id="105" name="Ink 104">
                  <a:extLst>
                    <a:ext uri="{FF2B5EF4-FFF2-40B4-BE49-F238E27FC236}">
                      <a16:creationId xmlns:a16="http://schemas.microsoft.com/office/drawing/2014/main" id="{A1B605D0-8410-5985-84AB-8E5F683F4C15}"/>
                    </a:ext>
                  </a:extLst>
                </p:cNvPr>
                <p:cNvPicPr/>
                <p:nvPr/>
              </p:nvPicPr>
              <p:blipFill>
                <a:blip r:embed="rId185"/>
                <a:stretch>
                  <a:fillRect/>
                </a:stretch>
              </p:blipFill>
              <p:spPr>
                <a:xfrm>
                  <a:off x="2894753" y="5602665"/>
                  <a:ext cx="13860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6" name="Ink 105">
                  <a:extLst>
                    <a:ext uri="{FF2B5EF4-FFF2-40B4-BE49-F238E27FC236}">
                      <a16:creationId xmlns:a16="http://schemas.microsoft.com/office/drawing/2014/main" id="{76C9D230-8F85-12A3-E300-DA5E9BB0C5AB}"/>
                    </a:ext>
                  </a:extLst>
                </p14:cNvPr>
                <p14:cNvContentPartPr/>
                <p14:nvPr/>
              </p14:nvContentPartPr>
              <p14:xfrm>
                <a:off x="3088073" y="5611665"/>
                <a:ext cx="147960" cy="107280"/>
              </p14:xfrm>
            </p:contentPart>
          </mc:Choice>
          <mc:Fallback>
            <p:pic>
              <p:nvPicPr>
                <p:cNvPr id="106" name="Ink 105">
                  <a:extLst>
                    <a:ext uri="{FF2B5EF4-FFF2-40B4-BE49-F238E27FC236}">
                      <a16:creationId xmlns:a16="http://schemas.microsoft.com/office/drawing/2014/main" id="{76C9D230-8F85-12A3-E300-DA5E9BB0C5AB}"/>
                    </a:ext>
                  </a:extLst>
                </p:cNvPr>
                <p:cNvPicPr/>
                <p:nvPr/>
              </p:nvPicPr>
              <p:blipFill>
                <a:blip r:embed="rId187"/>
                <a:stretch>
                  <a:fillRect/>
                </a:stretch>
              </p:blipFill>
              <p:spPr>
                <a:xfrm>
                  <a:off x="3079433" y="5602665"/>
                  <a:ext cx="1656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07" name="Ink 106">
                  <a:extLst>
                    <a:ext uri="{FF2B5EF4-FFF2-40B4-BE49-F238E27FC236}">
                      <a16:creationId xmlns:a16="http://schemas.microsoft.com/office/drawing/2014/main" id="{CD84B0A6-C6D6-887C-CA16-9463302D1218}"/>
                    </a:ext>
                  </a:extLst>
                </p14:cNvPr>
                <p14:cNvContentPartPr/>
                <p14:nvPr/>
              </p14:nvContentPartPr>
              <p14:xfrm>
                <a:off x="3237113" y="5478825"/>
                <a:ext cx="54000" cy="201960"/>
              </p14:xfrm>
            </p:contentPart>
          </mc:Choice>
          <mc:Fallback>
            <p:pic>
              <p:nvPicPr>
                <p:cNvPr id="107" name="Ink 106">
                  <a:extLst>
                    <a:ext uri="{FF2B5EF4-FFF2-40B4-BE49-F238E27FC236}">
                      <a16:creationId xmlns:a16="http://schemas.microsoft.com/office/drawing/2014/main" id="{CD84B0A6-C6D6-887C-CA16-9463302D1218}"/>
                    </a:ext>
                  </a:extLst>
                </p:cNvPr>
                <p:cNvPicPr/>
                <p:nvPr/>
              </p:nvPicPr>
              <p:blipFill>
                <a:blip r:embed="rId189"/>
                <a:stretch>
                  <a:fillRect/>
                </a:stretch>
              </p:blipFill>
              <p:spPr>
                <a:xfrm>
                  <a:off x="3228113" y="5469825"/>
                  <a:ext cx="7164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08" name="Ink 107">
                  <a:extLst>
                    <a:ext uri="{FF2B5EF4-FFF2-40B4-BE49-F238E27FC236}">
                      <a16:creationId xmlns:a16="http://schemas.microsoft.com/office/drawing/2014/main" id="{CF7B9052-83DB-AB84-8BF6-564084C158E8}"/>
                    </a:ext>
                  </a:extLst>
                </p14:cNvPr>
                <p14:cNvContentPartPr/>
                <p14:nvPr/>
              </p14:nvContentPartPr>
              <p14:xfrm>
                <a:off x="3376073" y="5523465"/>
                <a:ext cx="412200" cy="171000"/>
              </p14:xfrm>
            </p:contentPart>
          </mc:Choice>
          <mc:Fallback>
            <p:pic>
              <p:nvPicPr>
                <p:cNvPr id="108" name="Ink 107">
                  <a:extLst>
                    <a:ext uri="{FF2B5EF4-FFF2-40B4-BE49-F238E27FC236}">
                      <a16:creationId xmlns:a16="http://schemas.microsoft.com/office/drawing/2014/main" id="{CF7B9052-83DB-AB84-8BF6-564084C158E8}"/>
                    </a:ext>
                  </a:extLst>
                </p:cNvPr>
                <p:cNvPicPr/>
                <p:nvPr/>
              </p:nvPicPr>
              <p:blipFill>
                <a:blip r:embed="rId191"/>
                <a:stretch>
                  <a:fillRect/>
                </a:stretch>
              </p:blipFill>
              <p:spPr>
                <a:xfrm>
                  <a:off x="3367433" y="5514465"/>
                  <a:ext cx="429840" cy="188640"/>
                </a:xfrm>
                <a:prstGeom prst="rect">
                  <a:avLst/>
                </a:prstGeom>
              </p:spPr>
            </p:pic>
          </mc:Fallback>
        </mc:AlternateContent>
      </p:grpSp>
      <p:grpSp>
        <p:nvGrpSpPr>
          <p:cNvPr id="159" name="Group 158">
            <a:extLst>
              <a:ext uri="{FF2B5EF4-FFF2-40B4-BE49-F238E27FC236}">
                <a16:creationId xmlns:a16="http://schemas.microsoft.com/office/drawing/2014/main" id="{33082E41-737C-59AA-75C5-5731165F92A6}"/>
              </a:ext>
            </a:extLst>
          </p:cNvPr>
          <p:cNvGrpSpPr/>
          <p:nvPr/>
        </p:nvGrpSpPr>
        <p:grpSpPr>
          <a:xfrm>
            <a:off x="2645273" y="5888865"/>
            <a:ext cx="1679400" cy="323280"/>
            <a:chOff x="2645273" y="5888865"/>
            <a:chExt cx="1679400" cy="323280"/>
          </a:xfrm>
        </p:grpSpPr>
        <mc:AlternateContent xmlns:mc="http://schemas.openxmlformats.org/markup-compatibility/2006">
          <mc:Choice xmlns:p14="http://schemas.microsoft.com/office/powerpoint/2010/main" Requires="p14">
            <p:contentPart p14:bwMode="auto" r:id="rId192">
              <p14:nvContentPartPr>
                <p14:cNvPr id="109" name="Ink 108">
                  <a:extLst>
                    <a:ext uri="{FF2B5EF4-FFF2-40B4-BE49-F238E27FC236}">
                      <a16:creationId xmlns:a16="http://schemas.microsoft.com/office/drawing/2014/main" id="{E8631982-F004-BB69-D7D8-29A50C1EED97}"/>
                    </a:ext>
                  </a:extLst>
                </p14:cNvPr>
                <p14:cNvContentPartPr/>
                <p14:nvPr/>
              </p14:nvContentPartPr>
              <p14:xfrm>
                <a:off x="2645273" y="5999385"/>
                <a:ext cx="34920" cy="210240"/>
              </p14:xfrm>
            </p:contentPart>
          </mc:Choice>
          <mc:Fallback>
            <p:pic>
              <p:nvPicPr>
                <p:cNvPr id="109" name="Ink 108">
                  <a:extLst>
                    <a:ext uri="{FF2B5EF4-FFF2-40B4-BE49-F238E27FC236}">
                      <a16:creationId xmlns:a16="http://schemas.microsoft.com/office/drawing/2014/main" id="{E8631982-F004-BB69-D7D8-29A50C1EED97}"/>
                    </a:ext>
                  </a:extLst>
                </p:cNvPr>
                <p:cNvPicPr/>
                <p:nvPr/>
              </p:nvPicPr>
              <p:blipFill>
                <a:blip r:embed="rId193"/>
                <a:stretch>
                  <a:fillRect/>
                </a:stretch>
              </p:blipFill>
              <p:spPr>
                <a:xfrm>
                  <a:off x="2636273" y="5990745"/>
                  <a:ext cx="5256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0" name="Ink 109">
                  <a:extLst>
                    <a:ext uri="{FF2B5EF4-FFF2-40B4-BE49-F238E27FC236}">
                      <a16:creationId xmlns:a16="http://schemas.microsoft.com/office/drawing/2014/main" id="{7E2674B1-37F0-3CA6-265E-6F68F9AFC977}"/>
                    </a:ext>
                  </a:extLst>
                </p14:cNvPr>
                <p14:cNvContentPartPr/>
                <p14:nvPr/>
              </p14:nvContentPartPr>
              <p14:xfrm>
                <a:off x="2671553" y="5995065"/>
                <a:ext cx="215640" cy="217080"/>
              </p14:xfrm>
            </p:contentPart>
          </mc:Choice>
          <mc:Fallback>
            <p:pic>
              <p:nvPicPr>
                <p:cNvPr id="110" name="Ink 109">
                  <a:extLst>
                    <a:ext uri="{FF2B5EF4-FFF2-40B4-BE49-F238E27FC236}">
                      <a16:creationId xmlns:a16="http://schemas.microsoft.com/office/drawing/2014/main" id="{7E2674B1-37F0-3CA6-265E-6F68F9AFC977}"/>
                    </a:ext>
                  </a:extLst>
                </p:cNvPr>
                <p:cNvPicPr/>
                <p:nvPr/>
              </p:nvPicPr>
              <p:blipFill>
                <a:blip r:embed="rId195"/>
                <a:stretch>
                  <a:fillRect/>
                </a:stretch>
              </p:blipFill>
              <p:spPr>
                <a:xfrm>
                  <a:off x="2662553" y="5986425"/>
                  <a:ext cx="23328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1" name="Ink 110">
                  <a:extLst>
                    <a:ext uri="{FF2B5EF4-FFF2-40B4-BE49-F238E27FC236}">
                      <a16:creationId xmlns:a16="http://schemas.microsoft.com/office/drawing/2014/main" id="{DFC34C02-6749-9FA0-4EDC-ADE55D52E564}"/>
                    </a:ext>
                  </a:extLst>
                </p14:cNvPr>
                <p14:cNvContentPartPr/>
                <p14:nvPr/>
              </p14:nvContentPartPr>
              <p14:xfrm>
                <a:off x="2931113" y="5995065"/>
                <a:ext cx="174240" cy="176760"/>
              </p14:xfrm>
            </p:contentPart>
          </mc:Choice>
          <mc:Fallback>
            <p:pic>
              <p:nvPicPr>
                <p:cNvPr id="111" name="Ink 110">
                  <a:extLst>
                    <a:ext uri="{FF2B5EF4-FFF2-40B4-BE49-F238E27FC236}">
                      <a16:creationId xmlns:a16="http://schemas.microsoft.com/office/drawing/2014/main" id="{DFC34C02-6749-9FA0-4EDC-ADE55D52E564}"/>
                    </a:ext>
                  </a:extLst>
                </p:cNvPr>
                <p:cNvPicPr/>
                <p:nvPr/>
              </p:nvPicPr>
              <p:blipFill>
                <a:blip r:embed="rId197"/>
                <a:stretch>
                  <a:fillRect/>
                </a:stretch>
              </p:blipFill>
              <p:spPr>
                <a:xfrm>
                  <a:off x="2922113" y="5986425"/>
                  <a:ext cx="19188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2" name="Ink 111">
                  <a:extLst>
                    <a:ext uri="{FF2B5EF4-FFF2-40B4-BE49-F238E27FC236}">
                      <a16:creationId xmlns:a16="http://schemas.microsoft.com/office/drawing/2014/main" id="{CF49DA83-6BA7-39E7-C7DB-0FB883A7FF11}"/>
                    </a:ext>
                  </a:extLst>
                </p14:cNvPr>
                <p14:cNvContentPartPr/>
                <p14:nvPr/>
              </p14:nvContentPartPr>
              <p14:xfrm>
                <a:off x="3160433" y="6020985"/>
                <a:ext cx="182880" cy="132840"/>
              </p14:xfrm>
            </p:contentPart>
          </mc:Choice>
          <mc:Fallback>
            <p:pic>
              <p:nvPicPr>
                <p:cNvPr id="112" name="Ink 111">
                  <a:extLst>
                    <a:ext uri="{FF2B5EF4-FFF2-40B4-BE49-F238E27FC236}">
                      <a16:creationId xmlns:a16="http://schemas.microsoft.com/office/drawing/2014/main" id="{CF49DA83-6BA7-39E7-C7DB-0FB883A7FF11}"/>
                    </a:ext>
                  </a:extLst>
                </p:cNvPr>
                <p:cNvPicPr/>
                <p:nvPr/>
              </p:nvPicPr>
              <p:blipFill>
                <a:blip r:embed="rId199"/>
                <a:stretch>
                  <a:fillRect/>
                </a:stretch>
              </p:blipFill>
              <p:spPr>
                <a:xfrm>
                  <a:off x="3151793" y="6011985"/>
                  <a:ext cx="20052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3" name="Ink 112">
                  <a:extLst>
                    <a:ext uri="{FF2B5EF4-FFF2-40B4-BE49-F238E27FC236}">
                      <a16:creationId xmlns:a16="http://schemas.microsoft.com/office/drawing/2014/main" id="{5D9B7F2E-62DD-C2BA-ED27-116DA13C944F}"/>
                    </a:ext>
                  </a:extLst>
                </p14:cNvPr>
                <p14:cNvContentPartPr/>
                <p14:nvPr/>
              </p14:nvContentPartPr>
              <p14:xfrm>
                <a:off x="3286793" y="6085785"/>
                <a:ext cx="123480" cy="45720"/>
              </p14:xfrm>
            </p:contentPart>
          </mc:Choice>
          <mc:Fallback>
            <p:pic>
              <p:nvPicPr>
                <p:cNvPr id="113" name="Ink 112">
                  <a:extLst>
                    <a:ext uri="{FF2B5EF4-FFF2-40B4-BE49-F238E27FC236}">
                      <a16:creationId xmlns:a16="http://schemas.microsoft.com/office/drawing/2014/main" id="{5D9B7F2E-62DD-C2BA-ED27-116DA13C944F}"/>
                    </a:ext>
                  </a:extLst>
                </p:cNvPr>
                <p:cNvPicPr/>
                <p:nvPr/>
              </p:nvPicPr>
              <p:blipFill>
                <a:blip r:embed="rId201"/>
                <a:stretch>
                  <a:fillRect/>
                </a:stretch>
              </p:blipFill>
              <p:spPr>
                <a:xfrm>
                  <a:off x="3277793" y="6076785"/>
                  <a:ext cx="14112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4" name="Ink 113">
                  <a:extLst>
                    <a:ext uri="{FF2B5EF4-FFF2-40B4-BE49-F238E27FC236}">
                      <a16:creationId xmlns:a16="http://schemas.microsoft.com/office/drawing/2014/main" id="{A5C87B2C-784C-A528-A02D-DFA8FE40B7AF}"/>
                    </a:ext>
                  </a:extLst>
                </p14:cNvPr>
                <p14:cNvContentPartPr/>
                <p14:nvPr/>
              </p14:nvContentPartPr>
              <p14:xfrm>
                <a:off x="3425033" y="5937465"/>
                <a:ext cx="45720" cy="212400"/>
              </p14:xfrm>
            </p:contentPart>
          </mc:Choice>
          <mc:Fallback>
            <p:pic>
              <p:nvPicPr>
                <p:cNvPr id="114" name="Ink 113">
                  <a:extLst>
                    <a:ext uri="{FF2B5EF4-FFF2-40B4-BE49-F238E27FC236}">
                      <a16:creationId xmlns:a16="http://schemas.microsoft.com/office/drawing/2014/main" id="{A5C87B2C-784C-A528-A02D-DFA8FE40B7AF}"/>
                    </a:ext>
                  </a:extLst>
                </p:cNvPr>
                <p:cNvPicPr/>
                <p:nvPr/>
              </p:nvPicPr>
              <p:blipFill>
                <a:blip r:embed="rId203"/>
                <a:stretch>
                  <a:fillRect/>
                </a:stretch>
              </p:blipFill>
              <p:spPr>
                <a:xfrm>
                  <a:off x="3416393" y="5928465"/>
                  <a:ext cx="6336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5" name="Ink 114">
                  <a:extLst>
                    <a:ext uri="{FF2B5EF4-FFF2-40B4-BE49-F238E27FC236}">
                      <a16:creationId xmlns:a16="http://schemas.microsoft.com/office/drawing/2014/main" id="{5202D215-F696-EF89-6E60-9A77BB992C06}"/>
                    </a:ext>
                  </a:extLst>
                </p14:cNvPr>
                <p14:cNvContentPartPr/>
                <p14:nvPr/>
              </p14:nvContentPartPr>
              <p14:xfrm>
                <a:off x="3457433" y="6046545"/>
                <a:ext cx="139680" cy="88200"/>
              </p14:xfrm>
            </p:contentPart>
          </mc:Choice>
          <mc:Fallback>
            <p:pic>
              <p:nvPicPr>
                <p:cNvPr id="115" name="Ink 114">
                  <a:extLst>
                    <a:ext uri="{FF2B5EF4-FFF2-40B4-BE49-F238E27FC236}">
                      <a16:creationId xmlns:a16="http://schemas.microsoft.com/office/drawing/2014/main" id="{5202D215-F696-EF89-6E60-9A77BB992C06}"/>
                    </a:ext>
                  </a:extLst>
                </p:cNvPr>
                <p:cNvPicPr/>
                <p:nvPr/>
              </p:nvPicPr>
              <p:blipFill>
                <a:blip r:embed="rId205"/>
                <a:stretch>
                  <a:fillRect/>
                </a:stretch>
              </p:blipFill>
              <p:spPr>
                <a:xfrm>
                  <a:off x="3448433" y="6037905"/>
                  <a:ext cx="15732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16" name="Ink 115">
                  <a:extLst>
                    <a:ext uri="{FF2B5EF4-FFF2-40B4-BE49-F238E27FC236}">
                      <a16:creationId xmlns:a16="http://schemas.microsoft.com/office/drawing/2014/main" id="{43D4F6CB-98CE-387E-974A-50E93B219D20}"/>
                    </a:ext>
                  </a:extLst>
                </p14:cNvPr>
                <p14:cNvContentPartPr/>
                <p14:nvPr/>
              </p14:nvContentPartPr>
              <p14:xfrm>
                <a:off x="3559313" y="5888865"/>
                <a:ext cx="151920" cy="251280"/>
              </p14:xfrm>
            </p:contentPart>
          </mc:Choice>
          <mc:Fallback>
            <p:pic>
              <p:nvPicPr>
                <p:cNvPr id="116" name="Ink 115">
                  <a:extLst>
                    <a:ext uri="{FF2B5EF4-FFF2-40B4-BE49-F238E27FC236}">
                      <a16:creationId xmlns:a16="http://schemas.microsoft.com/office/drawing/2014/main" id="{43D4F6CB-98CE-387E-974A-50E93B219D20}"/>
                    </a:ext>
                  </a:extLst>
                </p:cNvPr>
                <p:cNvPicPr/>
                <p:nvPr/>
              </p:nvPicPr>
              <p:blipFill>
                <a:blip r:embed="rId207"/>
                <a:stretch>
                  <a:fillRect/>
                </a:stretch>
              </p:blipFill>
              <p:spPr>
                <a:xfrm>
                  <a:off x="3550313" y="5880225"/>
                  <a:ext cx="16956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17" name="Ink 116">
                  <a:extLst>
                    <a:ext uri="{FF2B5EF4-FFF2-40B4-BE49-F238E27FC236}">
                      <a16:creationId xmlns:a16="http://schemas.microsoft.com/office/drawing/2014/main" id="{63B3B647-E70F-8BFA-F9E9-616E766F28A0}"/>
                    </a:ext>
                  </a:extLst>
                </p14:cNvPr>
                <p14:cNvContentPartPr/>
                <p14:nvPr/>
              </p14:nvContentPartPr>
              <p14:xfrm>
                <a:off x="3832193" y="5997225"/>
                <a:ext cx="31320" cy="63720"/>
              </p14:xfrm>
            </p:contentPart>
          </mc:Choice>
          <mc:Fallback>
            <p:pic>
              <p:nvPicPr>
                <p:cNvPr id="117" name="Ink 116">
                  <a:extLst>
                    <a:ext uri="{FF2B5EF4-FFF2-40B4-BE49-F238E27FC236}">
                      <a16:creationId xmlns:a16="http://schemas.microsoft.com/office/drawing/2014/main" id="{63B3B647-E70F-8BFA-F9E9-616E766F28A0}"/>
                    </a:ext>
                  </a:extLst>
                </p:cNvPr>
                <p:cNvPicPr/>
                <p:nvPr/>
              </p:nvPicPr>
              <p:blipFill>
                <a:blip r:embed="rId209"/>
                <a:stretch>
                  <a:fillRect/>
                </a:stretch>
              </p:blipFill>
              <p:spPr>
                <a:xfrm>
                  <a:off x="3823553" y="5988585"/>
                  <a:ext cx="4896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18" name="Ink 117">
                  <a:extLst>
                    <a:ext uri="{FF2B5EF4-FFF2-40B4-BE49-F238E27FC236}">
                      <a16:creationId xmlns:a16="http://schemas.microsoft.com/office/drawing/2014/main" id="{1B3F5FE6-7A66-9A27-6043-8BFCCC7CE213}"/>
                    </a:ext>
                  </a:extLst>
                </p14:cNvPr>
                <p14:cNvContentPartPr/>
                <p14:nvPr/>
              </p14:nvContentPartPr>
              <p14:xfrm>
                <a:off x="3939473" y="5925585"/>
                <a:ext cx="165600" cy="122040"/>
              </p14:xfrm>
            </p:contentPart>
          </mc:Choice>
          <mc:Fallback>
            <p:pic>
              <p:nvPicPr>
                <p:cNvPr id="118" name="Ink 117">
                  <a:extLst>
                    <a:ext uri="{FF2B5EF4-FFF2-40B4-BE49-F238E27FC236}">
                      <a16:creationId xmlns:a16="http://schemas.microsoft.com/office/drawing/2014/main" id="{1B3F5FE6-7A66-9A27-6043-8BFCCC7CE213}"/>
                    </a:ext>
                  </a:extLst>
                </p:cNvPr>
                <p:cNvPicPr/>
                <p:nvPr/>
              </p:nvPicPr>
              <p:blipFill>
                <a:blip r:embed="rId211"/>
                <a:stretch>
                  <a:fillRect/>
                </a:stretch>
              </p:blipFill>
              <p:spPr>
                <a:xfrm>
                  <a:off x="3930833" y="5916585"/>
                  <a:ext cx="1832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19" name="Ink 118">
                  <a:extLst>
                    <a:ext uri="{FF2B5EF4-FFF2-40B4-BE49-F238E27FC236}">
                      <a16:creationId xmlns:a16="http://schemas.microsoft.com/office/drawing/2014/main" id="{D39FD2C8-B3CD-AAD0-3CAA-C27407C54E99}"/>
                    </a:ext>
                  </a:extLst>
                </p14:cNvPr>
                <p14:cNvContentPartPr/>
                <p14:nvPr/>
              </p14:nvContentPartPr>
              <p14:xfrm>
                <a:off x="4177793" y="5945025"/>
                <a:ext cx="146880" cy="42480"/>
              </p14:xfrm>
            </p:contentPart>
          </mc:Choice>
          <mc:Fallback>
            <p:pic>
              <p:nvPicPr>
                <p:cNvPr id="119" name="Ink 118">
                  <a:extLst>
                    <a:ext uri="{FF2B5EF4-FFF2-40B4-BE49-F238E27FC236}">
                      <a16:creationId xmlns:a16="http://schemas.microsoft.com/office/drawing/2014/main" id="{D39FD2C8-B3CD-AAD0-3CAA-C27407C54E99}"/>
                    </a:ext>
                  </a:extLst>
                </p:cNvPr>
                <p:cNvPicPr/>
                <p:nvPr/>
              </p:nvPicPr>
              <p:blipFill>
                <a:blip r:embed="rId213"/>
                <a:stretch>
                  <a:fillRect/>
                </a:stretch>
              </p:blipFill>
              <p:spPr>
                <a:xfrm>
                  <a:off x="4168793" y="5936025"/>
                  <a:ext cx="164520" cy="60120"/>
                </a:xfrm>
                <a:prstGeom prst="rect">
                  <a:avLst/>
                </a:prstGeom>
              </p:spPr>
            </p:pic>
          </mc:Fallback>
        </mc:AlternateContent>
      </p:grpSp>
      <p:grpSp>
        <p:nvGrpSpPr>
          <p:cNvPr id="158" name="Group 157">
            <a:extLst>
              <a:ext uri="{FF2B5EF4-FFF2-40B4-BE49-F238E27FC236}">
                <a16:creationId xmlns:a16="http://schemas.microsoft.com/office/drawing/2014/main" id="{499215B9-8872-36B6-D3D4-C70911C19FCC}"/>
              </a:ext>
            </a:extLst>
          </p:cNvPr>
          <p:cNvGrpSpPr/>
          <p:nvPr/>
        </p:nvGrpSpPr>
        <p:grpSpPr>
          <a:xfrm>
            <a:off x="6406553" y="4620225"/>
            <a:ext cx="3224880" cy="1965600"/>
            <a:chOff x="6406553" y="4620225"/>
            <a:chExt cx="3224880" cy="1965600"/>
          </a:xfrm>
        </p:grpSpPr>
        <mc:AlternateContent xmlns:mc="http://schemas.openxmlformats.org/markup-compatibility/2006">
          <mc:Choice xmlns:p14="http://schemas.microsoft.com/office/powerpoint/2010/main" Requires="p14">
            <p:contentPart p14:bwMode="auto" r:id="rId214">
              <p14:nvContentPartPr>
                <p14:cNvPr id="120" name="Ink 119">
                  <a:extLst>
                    <a:ext uri="{FF2B5EF4-FFF2-40B4-BE49-F238E27FC236}">
                      <a16:creationId xmlns:a16="http://schemas.microsoft.com/office/drawing/2014/main" id="{5CFF80DA-3BC9-CF77-C65E-1CAB746F2E90}"/>
                    </a:ext>
                  </a:extLst>
                </p14:cNvPr>
                <p14:cNvContentPartPr/>
                <p14:nvPr/>
              </p14:nvContentPartPr>
              <p14:xfrm>
                <a:off x="8332913" y="4620225"/>
                <a:ext cx="13320" cy="330480"/>
              </p14:xfrm>
            </p:contentPart>
          </mc:Choice>
          <mc:Fallback>
            <p:pic>
              <p:nvPicPr>
                <p:cNvPr id="120" name="Ink 119">
                  <a:extLst>
                    <a:ext uri="{FF2B5EF4-FFF2-40B4-BE49-F238E27FC236}">
                      <a16:creationId xmlns:a16="http://schemas.microsoft.com/office/drawing/2014/main" id="{5CFF80DA-3BC9-CF77-C65E-1CAB746F2E90}"/>
                    </a:ext>
                  </a:extLst>
                </p:cNvPr>
                <p:cNvPicPr/>
                <p:nvPr/>
              </p:nvPicPr>
              <p:blipFill>
                <a:blip r:embed="rId215"/>
                <a:stretch>
                  <a:fillRect/>
                </a:stretch>
              </p:blipFill>
              <p:spPr>
                <a:xfrm>
                  <a:off x="8324273" y="4611585"/>
                  <a:ext cx="3096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1" name="Ink 120">
                  <a:extLst>
                    <a:ext uri="{FF2B5EF4-FFF2-40B4-BE49-F238E27FC236}">
                      <a16:creationId xmlns:a16="http://schemas.microsoft.com/office/drawing/2014/main" id="{D0A7E8D5-8687-DBEE-4295-277C174C3000}"/>
                    </a:ext>
                  </a:extLst>
                </p14:cNvPr>
                <p14:cNvContentPartPr/>
                <p14:nvPr/>
              </p14:nvContentPartPr>
              <p14:xfrm>
                <a:off x="8316353" y="4840185"/>
                <a:ext cx="151560" cy="65880"/>
              </p14:xfrm>
            </p:contentPart>
          </mc:Choice>
          <mc:Fallback>
            <p:pic>
              <p:nvPicPr>
                <p:cNvPr id="121" name="Ink 120">
                  <a:extLst>
                    <a:ext uri="{FF2B5EF4-FFF2-40B4-BE49-F238E27FC236}">
                      <a16:creationId xmlns:a16="http://schemas.microsoft.com/office/drawing/2014/main" id="{D0A7E8D5-8687-DBEE-4295-277C174C3000}"/>
                    </a:ext>
                  </a:extLst>
                </p:cNvPr>
                <p:cNvPicPr/>
                <p:nvPr/>
              </p:nvPicPr>
              <p:blipFill>
                <a:blip r:embed="rId217"/>
                <a:stretch>
                  <a:fillRect/>
                </a:stretch>
              </p:blipFill>
              <p:spPr>
                <a:xfrm>
                  <a:off x="8307713" y="4831185"/>
                  <a:ext cx="16920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2" name="Ink 121">
                  <a:extLst>
                    <a:ext uri="{FF2B5EF4-FFF2-40B4-BE49-F238E27FC236}">
                      <a16:creationId xmlns:a16="http://schemas.microsoft.com/office/drawing/2014/main" id="{9103BDE8-4F9F-CA3A-AED1-1EC44106E053}"/>
                    </a:ext>
                  </a:extLst>
                </p14:cNvPr>
                <p14:cNvContentPartPr/>
                <p14:nvPr/>
              </p14:nvContentPartPr>
              <p14:xfrm>
                <a:off x="7666193" y="5132145"/>
                <a:ext cx="469800" cy="313920"/>
              </p14:xfrm>
            </p:contentPart>
          </mc:Choice>
          <mc:Fallback>
            <p:pic>
              <p:nvPicPr>
                <p:cNvPr id="122" name="Ink 121">
                  <a:extLst>
                    <a:ext uri="{FF2B5EF4-FFF2-40B4-BE49-F238E27FC236}">
                      <a16:creationId xmlns:a16="http://schemas.microsoft.com/office/drawing/2014/main" id="{9103BDE8-4F9F-CA3A-AED1-1EC44106E053}"/>
                    </a:ext>
                  </a:extLst>
                </p:cNvPr>
                <p:cNvPicPr/>
                <p:nvPr/>
              </p:nvPicPr>
              <p:blipFill>
                <a:blip r:embed="rId219"/>
                <a:stretch>
                  <a:fillRect/>
                </a:stretch>
              </p:blipFill>
              <p:spPr>
                <a:xfrm>
                  <a:off x="7657193" y="5123505"/>
                  <a:ext cx="487440" cy="3315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3" name="Ink 122">
                  <a:extLst>
                    <a:ext uri="{FF2B5EF4-FFF2-40B4-BE49-F238E27FC236}">
                      <a16:creationId xmlns:a16="http://schemas.microsoft.com/office/drawing/2014/main" id="{441BC62A-2804-6F01-F053-F22AB7929441}"/>
                    </a:ext>
                  </a:extLst>
                </p14:cNvPr>
                <p14:cNvContentPartPr/>
                <p14:nvPr/>
              </p14:nvContentPartPr>
              <p14:xfrm>
                <a:off x="8236793" y="5040345"/>
                <a:ext cx="47880" cy="264960"/>
              </p14:xfrm>
            </p:contentPart>
          </mc:Choice>
          <mc:Fallback>
            <p:pic>
              <p:nvPicPr>
                <p:cNvPr id="123" name="Ink 122">
                  <a:extLst>
                    <a:ext uri="{FF2B5EF4-FFF2-40B4-BE49-F238E27FC236}">
                      <a16:creationId xmlns:a16="http://schemas.microsoft.com/office/drawing/2014/main" id="{441BC62A-2804-6F01-F053-F22AB7929441}"/>
                    </a:ext>
                  </a:extLst>
                </p:cNvPr>
                <p:cNvPicPr/>
                <p:nvPr/>
              </p:nvPicPr>
              <p:blipFill>
                <a:blip r:embed="rId221"/>
                <a:stretch>
                  <a:fillRect/>
                </a:stretch>
              </p:blipFill>
              <p:spPr>
                <a:xfrm>
                  <a:off x="8227793" y="5031705"/>
                  <a:ext cx="6552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24" name="Ink 123">
                  <a:extLst>
                    <a:ext uri="{FF2B5EF4-FFF2-40B4-BE49-F238E27FC236}">
                      <a16:creationId xmlns:a16="http://schemas.microsoft.com/office/drawing/2014/main" id="{659FBED3-AB92-0762-25A3-70F0576ACE40}"/>
                    </a:ext>
                  </a:extLst>
                </p14:cNvPr>
                <p14:cNvContentPartPr/>
                <p14:nvPr/>
              </p14:nvContentPartPr>
              <p14:xfrm>
                <a:off x="8174873" y="5156985"/>
                <a:ext cx="302040" cy="129960"/>
              </p14:xfrm>
            </p:contentPart>
          </mc:Choice>
          <mc:Fallback>
            <p:pic>
              <p:nvPicPr>
                <p:cNvPr id="124" name="Ink 123">
                  <a:extLst>
                    <a:ext uri="{FF2B5EF4-FFF2-40B4-BE49-F238E27FC236}">
                      <a16:creationId xmlns:a16="http://schemas.microsoft.com/office/drawing/2014/main" id="{659FBED3-AB92-0762-25A3-70F0576ACE40}"/>
                    </a:ext>
                  </a:extLst>
                </p:cNvPr>
                <p:cNvPicPr/>
                <p:nvPr/>
              </p:nvPicPr>
              <p:blipFill>
                <a:blip r:embed="rId223"/>
                <a:stretch>
                  <a:fillRect/>
                </a:stretch>
              </p:blipFill>
              <p:spPr>
                <a:xfrm>
                  <a:off x="8165873" y="5148345"/>
                  <a:ext cx="31968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25" name="Ink 124">
                  <a:extLst>
                    <a:ext uri="{FF2B5EF4-FFF2-40B4-BE49-F238E27FC236}">
                      <a16:creationId xmlns:a16="http://schemas.microsoft.com/office/drawing/2014/main" id="{28FD5060-7FF6-DA91-D9CC-8FDE3A13F049}"/>
                    </a:ext>
                  </a:extLst>
                </p14:cNvPr>
                <p14:cNvContentPartPr/>
                <p14:nvPr/>
              </p14:nvContentPartPr>
              <p14:xfrm>
                <a:off x="8529113" y="5133585"/>
                <a:ext cx="111240" cy="132480"/>
              </p14:xfrm>
            </p:contentPart>
          </mc:Choice>
          <mc:Fallback>
            <p:pic>
              <p:nvPicPr>
                <p:cNvPr id="125" name="Ink 124">
                  <a:extLst>
                    <a:ext uri="{FF2B5EF4-FFF2-40B4-BE49-F238E27FC236}">
                      <a16:creationId xmlns:a16="http://schemas.microsoft.com/office/drawing/2014/main" id="{28FD5060-7FF6-DA91-D9CC-8FDE3A13F049}"/>
                    </a:ext>
                  </a:extLst>
                </p:cNvPr>
                <p:cNvPicPr/>
                <p:nvPr/>
              </p:nvPicPr>
              <p:blipFill>
                <a:blip r:embed="rId225"/>
                <a:stretch>
                  <a:fillRect/>
                </a:stretch>
              </p:blipFill>
              <p:spPr>
                <a:xfrm>
                  <a:off x="8520473" y="5124945"/>
                  <a:ext cx="12888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26" name="Ink 125">
                  <a:extLst>
                    <a:ext uri="{FF2B5EF4-FFF2-40B4-BE49-F238E27FC236}">
                      <a16:creationId xmlns:a16="http://schemas.microsoft.com/office/drawing/2014/main" id="{0E1714EB-994F-8F73-7367-B020D0DABC3E}"/>
                    </a:ext>
                  </a:extLst>
                </p14:cNvPr>
                <p14:cNvContentPartPr/>
                <p14:nvPr/>
              </p14:nvContentPartPr>
              <p14:xfrm>
                <a:off x="8660513" y="5000745"/>
                <a:ext cx="70560" cy="270360"/>
              </p14:xfrm>
            </p:contentPart>
          </mc:Choice>
          <mc:Fallback>
            <p:pic>
              <p:nvPicPr>
                <p:cNvPr id="126" name="Ink 125">
                  <a:extLst>
                    <a:ext uri="{FF2B5EF4-FFF2-40B4-BE49-F238E27FC236}">
                      <a16:creationId xmlns:a16="http://schemas.microsoft.com/office/drawing/2014/main" id="{0E1714EB-994F-8F73-7367-B020D0DABC3E}"/>
                    </a:ext>
                  </a:extLst>
                </p:cNvPr>
                <p:cNvPicPr/>
                <p:nvPr/>
              </p:nvPicPr>
              <p:blipFill>
                <a:blip r:embed="rId227"/>
                <a:stretch>
                  <a:fillRect/>
                </a:stretch>
              </p:blipFill>
              <p:spPr>
                <a:xfrm>
                  <a:off x="8651873" y="4992105"/>
                  <a:ext cx="8820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27" name="Ink 126">
                  <a:extLst>
                    <a:ext uri="{FF2B5EF4-FFF2-40B4-BE49-F238E27FC236}">
                      <a16:creationId xmlns:a16="http://schemas.microsoft.com/office/drawing/2014/main" id="{8ACD22C5-64A3-BAB2-98B8-B10115B994D8}"/>
                    </a:ext>
                  </a:extLst>
                </p14:cNvPr>
                <p14:cNvContentPartPr/>
                <p14:nvPr/>
              </p14:nvContentPartPr>
              <p14:xfrm>
                <a:off x="8684273" y="5150865"/>
                <a:ext cx="111240" cy="95760"/>
              </p14:xfrm>
            </p:contentPart>
          </mc:Choice>
          <mc:Fallback>
            <p:pic>
              <p:nvPicPr>
                <p:cNvPr id="127" name="Ink 126">
                  <a:extLst>
                    <a:ext uri="{FF2B5EF4-FFF2-40B4-BE49-F238E27FC236}">
                      <a16:creationId xmlns:a16="http://schemas.microsoft.com/office/drawing/2014/main" id="{8ACD22C5-64A3-BAB2-98B8-B10115B994D8}"/>
                    </a:ext>
                  </a:extLst>
                </p:cNvPr>
                <p:cNvPicPr/>
                <p:nvPr/>
              </p:nvPicPr>
              <p:blipFill>
                <a:blip r:embed="rId229"/>
                <a:stretch>
                  <a:fillRect/>
                </a:stretch>
              </p:blipFill>
              <p:spPr>
                <a:xfrm>
                  <a:off x="8675633" y="5141865"/>
                  <a:ext cx="12888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28" name="Ink 127">
                  <a:extLst>
                    <a:ext uri="{FF2B5EF4-FFF2-40B4-BE49-F238E27FC236}">
                      <a16:creationId xmlns:a16="http://schemas.microsoft.com/office/drawing/2014/main" id="{913569AF-844F-2ADD-48DF-D8EEAA545CB0}"/>
                    </a:ext>
                  </a:extLst>
                </p14:cNvPr>
                <p14:cNvContentPartPr/>
                <p14:nvPr/>
              </p14:nvContentPartPr>
              <p14:xfrm>
                <a:off x="8849873" y="5137905"/>
                <a:ext cx="161280" cy="102240"/>
              </p14:xfrm>
            </p:contentPart>
          </mc:Choice>
          <mc:Fallback>
            <p:pic>
              <p:nvPicPr>
                <p:cNvPr id="128" name="Ink 127">
                  <a:extLst>
                    <a:ext uri="{FF2B5EF4-FFF2-40B4-BE49-F238E27FC236}">
                      <a16:creationId xmlns:a16="http://schemas.microsoft.com/office/drawing/2014/main" id="{913569AF-844F-2ADD-48DF-D8EEAA545CB0}"/>
                    </a:ext>
                  </a:extLst>
                </p:cNvPr>
                <p:cNvPicPr/>
                <p:nvPr/>
              </p:nvPicPr>
              <p:blipFill>
                <a:blip r:embed="rId231"/>
                <a:stretch>
                  <a:fillRect/>
                </a:stretch>
              </p:blipFill>
              <p:spPr>
                <a:xfrm>
                  <a:off x="8840873" y="5128905"/>
                  <a:ext cx="1789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29" name="Ink 128">
                  <a:extLst>
                    <a:ext uri="{FF2B5EF4-FFF2-40B4-BE49-F238E27FC236}">
                      <a16:creationId xmlns:a16="http://schemas.microsoft.com/office/drawing/2014/main" id="{D71E3B3B-4479-2231-7BF1-E5D78F2ED729}"/>
                    </a:ext>
                  </a:extLst>
                </p14:cNvPr>
                <p14:cNvContentPartPr/>
                <p14:nvPr/>
              </p14:nvContentPartPr>
              <p14:xfrm>
                <a:off x="9030953" y="4989945"/>
                <a:ext cx="13320" cy="216720"/>
              </p14:xfrm>
            </p:contentPart>
          </mc:Choice>
          <mc:Fallback>
            <p:pic>
              <p:nvPicPr>
                <p:cNvPr id="129" name="Ink 128">
                  <a:extLst>
                    <a:ext uri="{FF2B5EF4-FFF2-40B4-BE49-F238E27FC236}">
                      <a16:creationId xmlns:a16="http://schemas.microsoft.com/office/drawing/2014/main" id="{D71E3B3B-4479-2231-7BF1-E5D78F2ED729}"/>
                    </a:ext>
                  </a:extLst>
                </p:cNvPr>
                <p:cNvPicPr/>
                <p:nvPr/>
              </p:nvPicPr>
              <p:blipFill>
                <a:blip r:embed="rId233"/>
                <a:stretch>
                  <a:fillRect/>
                </a:stretch>
              </p:blipFill>
              <p:spPr>
                <a:xfrm>
                  <a:off x="9021953" y="4981305"/>
                  <a:ext cx="3096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0" name="Ink 129">
                  <a:extLst>
                    <a:ext uri="{FF2B5EF4-FFF2-40B4-BE49-F238E27FC236}">
                      <a16:creationId xmlns:a16="http://schemas.microsoft.com/office/drawing/2014/main" id="{31C8670A-E6C3-715E-8A0E-D2B6F3940122}"/>
                    </a:ext>
                  </a:extLst>
                </p14:cNvPr>
                <p14:cNvContentPartPr/>
                <p14:nvPr/>
              </p14:nvContentPartPr>
              <p14:xfrm>
                <a:off x="9069833" y="5118825"/>
                <a:ext cx="95760" cy="91800"/>
              </p14:xfrm>
            </p:contentPart>
          </mc:Choice>
          <mc:Fallback>
            <p:pic>
              <p:nvPicPr>
                <p:cNvPr id="130" name="Ink 129">
                  <a:extLst>
                    <a:ext uri="{FF2B5EF4-FFF2-40B4-BE49-F238E27FC236}">
                      <a16:creationId xmlns:a16="http://schemas.microsoft.com/office/drawing/2014/main" id="{31C8670A-E6C3-715E-8A0E-D2B6F3940122}"/>
                    </a:ext>
                  </a:extLst>
                </p:cNvPr>
                <p:cNvPicPr/>
                <p:nvPr/>
              </p:nvPicPr>
              <p:blipFill>
                <a:blip r:embed="rId235"/>
                <a:stretch>
                  <a:fillRect/>
                </a:stretch>
              </p:blipFill>
              <p:spPr>
                <a:xfrm>
                  <a:off x="9061193" y="5110185"/>
                  <a:ext cx="11340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1" name="Ink 130">
                  <a:extLst>
                    <a:ext uri="{FF2B5EF4-FFF2-40B4-BE49-F238E27FC236}">
                      <a16:creationId xmlns:a16="http://schemas.microsoft.com/office/drawing/2014/main" id="{1081D864-8F67-7A06-B389-98E15A6651E2}"/>
                    </a:ext>
                  </a:extLst>
                </p14:cNvPr>
                <p14:cNvContentPartPr/>
                <p14:nvPr/>
              </p14:nvContentPartPr>
              <p14:xfrm>
                <a:off x="9185753" y="4998585"/>
                <a:ext cx="40680" cy="189000"/>
              </p14:xfrm>
            </p:contentPart>
          </mc:Choice>
          <mc:Fallback>
            <p:pic>
              <p:nvPicPr>
                <p:cNvPr id="131" name="Ink 130">
                  <a:extLst>
                    <a:ext uri="{FF2B5EF4-FFF2-40B4-BE49-F238E27FC236}">
                      <a16:creationId xmlns:a16="http://schemas.microsoft.com/office/drawing/2014/main" id="{1081D864-8F67-7A06-B389-98E15A6651E2}"/>
                    </a:ext>
                  </a:extLst>
                </p:cNvPr>
                <p:cNvPicPr/>
                <p:nvPr/>
              </p:nvPicPr>
              <p:blipFill>
                <a:blip r:embed="rId237"/>
                <a:stretch>
                  <a:fillRect/>
                </a:stretch>
              </p:blipFill>
              <p:spPr>
                <a:xfrm>
                  <a:off x="9176753" y="4989945"/>
                  <a:ext cx="5832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32" name="Ink 131">
                  <a:extLst>
                    <a:ext uri="{FF2B5EF4-FFF2-40B4-BE49-F238E27FC236}">
                      <a16:creationId xmlns:a16="http://schemas.microsoft.com/office/drawing/2014/main" id="{500B4896-CB61-6399-33FC-E0D5726F6ABF}"/>
                    </a:ext>
                  </a:extLst>
                </p14:cNvPr>
                <p14:cNvContentPartPr/>
                <p14:nvPr/>
              </p14:nvContentPartPr>
              <p14:xfrm>
                <a:off x="9226073" y="5081025"/>
                <a:ext cx="119520" cy="88560"/>
              </p14:xfrm>
            </p:contentPart>
          </mc:Choice>
          <mc:Fallback>
            <p:pic>
              <p:nvPicPr>
                <p:cNvPr id="132" name="Ink 131">
                  <a:extLst>
                    <a:ext uri="{FF2B5EF4-FFF2-40B4-BE49-F238E27FC236}">
                      <a16:creationId xmlns:a16="http://schemas.microsoft.com/office/drawing/2014/main" id="{500B4896-CB61-6399-33FC-E0D5726F6ABF}"/>
                    </a:ext>
                  </a:extLst>
                </p:cNvPr>
                <p:cNvPicPr/>
                <p:nvPr/>
              </p:nvPicPr>
              <p:blipFill>
                <a:blip r:embed="rId239"/>
                <a:stretch>
                  <a:fillRect/>
                </a:stretch>
              </p:blipFill>
              <p:spPr>
                <a:xfrm>
                  <a:off x="9217433" y="5072385"/>
                  <a:ext cx="13716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33" name="Ink 132">
                  <a:extLst>
                    <a:ext uri="{FF2B5EF4-FFF2-40B4-BE49-F238E27FC236}">
                      <a16:creationId xmlns:a16="http://schemas.microsoft.com/office/drawing/2014/main" id="{2FA1D164-4D8B-71E3-3E56-B121B121C9E2}"/>
                    </a:ext>
                  </a:extLst>
                </p14:cNvPr>
                <p14:cNvContentPartPr/>
                <p14:nvPr/>
              </p14:nvContentPartPr>
              <p14:xfrm>
                <a:off x="8443793" y="5445345"/>
                <a:ext cx="182520" cy="195480"/>
              </p14:xfrm>
            </p:contentPart>
          </mc:Choice>
          <mc:Fallback>
            <p:pic>
              <p:nvPicPr>
                <p:cNvPr id="133" name="Ink 132">
                  <a:extLst>
                    <a:ext uri="{FF2B5EF4-FFF2-40B4-BE49-F238E27FC236}">
                      <a16:creationId xmlns:a16="http://schemas.microsoft.com/office/drawing/2014/main" id="{2FA1D164-4D8B-71E3-3E56-B121B121C9E2}"/>
                    </a:ext>
                  </a:extLst>
                </p:cNvPr>
                <p:cNvPicPr/>
                <p:nvPr/>
              </p:nvPicPr>
              <p:blipFill>
                <a:blip r:embed="rId241"/>
                <a:stretch>
                  <a:fillRect/>
                </a:stretch>
              </p:blipFill>
              <p:spPr>
                <a:xfrm>
                  <a:off x="8435153" y="5436705"/>
                  <a:ext cx="20016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34" name="Ink 133">
                  <a:extLst>
                    <a:ext uri="{FF2B5EF4-FFF2-40B4-BE49-F238E27FC236}">
                      <a16:creationId xmlns:a16="http://schemas.microsoft.com/office/drawing/2014/main" id="{E3AB7069-B170-98DD-E04D-BF44733AA892}"/>
                    </a:ext>
                  </a:extLst>
                </p14:cNvPr>
                <p14:cNvContentPartPr/>
                <p14:nvPr/>
              </p14:nvContentPartPr>
              <p14:xfrm>
                <a:off x="8668793" y="5433825"/>
                <a:ext cx="195480" cy="136800"/>
              </p14:xfrm>
            </p:contentPart>
          </mc:Choice>
          <mc:Fallback>
            <p:pic>
              <p:nvPicPr>
                <p:cNvPr id="134" name="Ink 133">
                  <a:extLst>
                    <a:ext uri="{FF2B5EF4-FFF2-40B4-BE49-F238E27FC236}">
                      <a16:creationId xmlns:a16="http://schemas.microsoft.com/office/drawing/2014/main" id="{E3AB7069-B170-98DD-E04D-BF44733AA892}"/>
                    </a:ext>
                  </a:extLst>
                </p:cNvPr>
                <p:cNvPicPr/>
                <p:nvPr/>
              </p:nvPicPr>
              <p:blipFill>
                <a:blip r:embed="rId243"/>
                <a:stretch>
                  <a:fillRect/>
                </a:stretch>
              </p:blipFill>
              <p:spPr>
                <a:xfrm>
                  <a:off x="8660153" y="5424825"/>
                  <a:ext cx="2131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35" name="Ink 134">
                  <a:extLst>
                    <a:ext uri="{FF2B5EF4-FFF2-40B4-BE49-F238E27FC236}">
                      <a16:creationId xmlns:a16="http://schemas.microsoft.com/office/drawing/2014/main" id="{D6A196FE-C463-AB35-479A-72DD3519EA30}"/>
                    </a:ext>
                  </a:extLst>
                </p14:cNvPr>
                <p14:cNvContentPartPr/>
                <p14:nvPr/>
              </p14:nvContentPartPr>
              <p14:xfrm>
                <a:off x="8880473" y="5411145"/>
                <a:ext cx="448200" cy="128520"/>
              </p14:xfrm>
            </p:contentPart>
          </mc:Choice>
          <mc:Fallback>
            <p:pic>
              <p:nvPicPr>
                <p:cNvPr id="135" name="Ink 134">
                  <a:extLst>
                    <a:ext uri="{FF2B5EF4-FFF2-40B4-BE49-F238E27FC236}">
                      <a16:creationId xmlns:a16="http://schemas.microsoft.com/office/drawing/2014/main" id="{D6A196FE-C463-AB35-479A-72DD3519EA30}"/>
                    </a:ext>
                  </a:extLst>
                </p:cNvPr>
                <p:cNvPicPr/>
                <p:nvPr/>
              </p:nvPicPr>
              <p:blipFill>
                <a:blip r:embed="rId245"/>
                <a:stretch>
                  <a:fillRect/>
                </a:stretch>
              </p:blipFill>
              <p:spPr>
                <a:xfrm>
                  <a:off x="8871833" y="5402505"/>
                  <a:ext cx="4658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36" name="Ink 135">
                  <a:extLst>
                    <a:ext uri="{FF2B5EF4-FFF2-40B4-BE49-F238E27FC236}">
                      <a16:creationId xmlns:a16="http://schemas.microsoft.com/office/drawing/2014/main" id="{4B81077E-FC1E-6F61-BFAA-C3C6CE59538F}"/>
                    </a:ext>
                  </a:extLst>
                </p14:cNvPr>
                <p14:cNvContentPartPr/>
                <p14:nvPr/>
              </p14:nvContentPartPr>
              <p14:xfrm>
                <a:off x="9352073" y="5358945"/>
                <a:ext cx="250560" cy="133560"/>
              </p14:xfrm>
            </p:contentPart>
          </mc:Choice>
          <mc:Fallback>
            <p:pic>
              <p:nvPicPr>
                <p:cNvPr id="136" name="Ink 135">
                  <a:extLst>
                    <a:ext uri="{FF2B5EF4-FFF2-40B4-BE49-F238E27FC236}">
                      <a16:creationId xmlns:a16="http://schemas.microsoft.com/office/drawing/2014/main" id="{4B81077E-FC1E-6F61-BFAA-C3C6CE59538F}"/>
                    </a:ext>
                  </a:extLst>
                </p:cNvPr>
                <p:cNvPicPr/>
                <p:nvPr/>
              </p:nvPicPr>
              <p:blipFill>
                <a:blip r:embed="rId247"/>
                <a:stretch>
                  <a:fillRect/>
                </a:stretch>
              </p:blipFill>
              <p:spPr>
                <a:xfrm>
                  <a:off x="9343433" y="5350305"/>
                  <a:ext cx="26820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37" name="Ink 136">
                  <a:extLst>
                    <a:ext uri="{FF2B5EF4-FFF2-40B4-BE49-F238E27FC236}">
                      <a16:creationId xmlns:a16="http://schemas.microsoft.com/office/drawing/2014/main" id="{BF0FC3F9-90C2-CB7C-B92D-B9343520D219}"/>
                    </a:ext>
                  </a:extLst>
                </p14:cNvPr>
                <p14:cNvContentPartPr/>
                <p14:nvPr/>
              </p14:nvContentPartPr>
              <p14:xfrm>
                <a:off x="7646033" y="5653785"/>
                <a:ext cx="287640" cy="353520"/>
              </p14:xfrm>
            </p:contentPart>
          </mc:Choice>
          <mc:Fallback>
            <p:pic>
              <p:nvPicPr>
                <p:cNvPr id="137" name="Ink 136">
                  <a:extLst>
                    <a:ext uri="{FF2B5EF4-FFF2-40B4-BE49-F238E27FC236}">
                      <a16:creationId xmlns:a16="http://schemas.microsoft.com/office/drawing/2014/main" id="{BF0FC3F9-90C2-CB7C-B92D-B9343520D219}"/>
                    </a:ext>
                  </a:extLst>
                </p:cNvPr>
                <p:cNvPicPr/>
                <p:nvPr/>
              </p:nvPicPr>
              <p:blipFill>
                <a:blip r:embed="rId249"/>
                <a:stretch>
                  <a:fillRect/>
                </a:stretch>
              </p:blipFill>
              <p:spPr>
                <a:xfrm>
                  <a:off x="7637393" y="5645145"/>
                  <a:ext cx="305280" cy="37116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38" name="Ink 137">
                  <a:extLst>
                    <a:ext uri="{FF2B5EF4-FFF2-40B4-BE49-F238E27FC236}">
                      <a16:creationId xmlns:a16="http://schemas.microsoft.com/office/drawing/2014/main" id="{B65DC2CF-1F96-1A48-F7E5-F4BDD1BE5098}"/>
                    </a:ext>
                  </a:extLst>
                </p14:cNvPr>
                <p14:cNvContentPartPr/>
                <p14:nvPr/>
              </p14:nvContentPartPr>
              <p14:xfrm>
                <a:off x="7630193" y="5870865"/>
                <a:ext cx="312480" cy="190080"/>
              </p14:xfrm>
            </p:contentPart>
          </mc:Choice>
          <mc:Fallback>
            <p:pic>
              <p:nvPicPr>
                <p:cNvPr id="138" name="Ink 137">
                  <a:extLst>
                    <a:ext uri="{FF2B5EF4-FFF2-40B4-BE49-F238E27FC236}">
                      <a16:creationId xmlns:a16="http://schemas.microsoft.com/office/drawing/2014/main" id="{B65DC2CF-1F96-1A48-F7E5-F4BDD1BE5098}"/>
                    </a:ext>
                  </a:extLst>
                </p:cNvPr>
                <p:cNvPicPr/>
                <p:nvPr/>
              </p:nvPicPr>
              <p:blipFill>
                <a:blip r:embed="rId251"/>
                <a:stretch>
                  <a:fillRect/>
                </a:stretch>
              </p:blipFill>
              <p:spPr>
                <a:xfrm>
                  <a:off x="7621553" y="5862225"/>
                  <a:ext cx="33012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39" name="Ink 138">
                  <a:extLst>
                    <a:ext uri="{FF2B5EF4-FFF2-40B4-BE49-F238E27FC236}">
                      <a16:creationId xmlns:a16="http://schemas.microsoft.com/office/drawing/2014/main" id="{61A46828-EF92-52A0-CAF0-C821E8C7FE45}"/>
                    </a:ext>
                  </a:extLst>
                </p14:cNvPr>
                <p14:cNvContentPartPr/>
                <p14:nvPr/>
              </p14:nvContentPartPr>
              <p14:xfrm>
                <a:off x="6406553" y="6184785"/>
                <a:ext cx="51480" cy="217800"/>
              </p14:xfrm>
            </p:contentPart>
          </mc:Choice>
          <mc:Fallback>
            <p:pic>
              <p:nvPicPr>
                <p:cNvPr id="139" name="Ink 138">
                  <a:extLst>
                    <a:ext uri="{FF2B5EF4-FFF2-40B4-BE49-F238E27FC236}">
                      <a16:creationId xmlns:a16="http://schemas.microsoft.com/office/drawing/2014/main" id="{61A46828-EF92-52A0-CAF0-C821E8C7FE45}"/>
                    </a:ext>
                  </a:extLst>
                </p:cNvPr>
                <p:cNvPicPr/>
                <p:nvPr/>
              </p:nvPicPr>
              <p:blipFill>
                <a:blip r:embed="rId253"/>
                <a:stretch>
                  <a:fillRect/>
                </a:stretch>
              </p:blipFill>
              <p:spPr>
                <a:xfrm>
                  <a:off x="6397913" y="6176145"/>
                  <a:ext cx="6912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40" name="Ink 139">
                  <a:extLst>
                    <a:ext uri="{FF2B5EF4-FFF2-40B4-BE49-F238E27FC236}">
                      <a16:creationId xmlns:a16="http://schemas.microsoft.com/office/drawing/2014/main" id="{6A80A0C5-32D2-3BB8-3CAE-5FD99AE94AE5}"/>
                    </a:ext>
                  </a:extLst>
                </p14:cNvPr>
                <p14:cNvContentPartPr/>
                <p14:nvPr/>
              </p14:nvContentPartPr>
              <p14:xfrm>
                <a:off x="6438593" y="6172545"/>
                <a:ext cx="198720" cy="205560"/>
              </p14:xfrm>
            </p:contentPart>
          </mc:Choice>
          <mc:Fallback>
            <p:pic>
              <p:nvPicPr>
                <p:cNvPr id="140" name="Ink 139">
                  <a:extLst>
                    <a:ext uri="{FF2B5EF4-FFF2-40B4-BE49-F238E27FC236}">
                      <a16:creationId xmlns:a16="http://schemas.microsoft.com/office/drawing/2014/main" id="{6A80A0C5-32D2-3BB8-3CAE-5FD99AE94AE5}"/>
                    </a:ext>
                  </a:extLst>
                </p:cNvPr>
                <p:cNvPicPr/>
                <p:nvPr/>
              </p:nvPicPr>
              <p:blipFill>
                <a:blip r:embed="rId255"/>
                <a:stretch>
                  <a:fillRect/>
                </a:stretch>
              </p:blipFill>
              <p:spPr>
                <a:xfrm>
                  <a:off x="6429953" y="6163905"/>
                  <a:ext cx="21636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41" name="Ink 140">
                  <a:extLst>
                    <a:ext uri="{FF2B5EF4-FFF2-40B4-BE49-F238E27FC236}">
                      <a16:creationId xmlns:a16="http://schemas.microsoft.com/office/drawing/2014/main" id="{AB99B363-59AC-2D07-4550-6E400306D276}"/>
                    </a:ext>
                  </a:extLst>
                </p14:cNvPr>
                <p14:cNvContentPartPr/>
                <p14:nvPr/>
              </p14:nvContentPartPr>
              <p14:xfrm>
                <a:off x="6673313" y="6113145"/>
                <a:ext cx="82440" cy="262800"/>
              </p14:xfrm>
            </p:contentPart>
          </mc:Choice>
          <mc:Fallback>
            <p:pic>
              <p:nvPicPr>
                <p:cNvPr id="141" name="Ink 140">
                  <a:extLst>
                    <a:ext uri="{FF2B5EF4-FFF2-40B4-BE49-F238E27FC236}">
                      <a16:creationId xmlns:a16="http://schemas.microsoft.com/office/drawing/2014/main" id="{AB99B363-59AC-2D07-4550-6E400306D276}"/>
                    </a:ext>
                  </a:extLst>
                </p:cNvPr>
                <p:cNvPicPr/>
                <p:nvPr/>
              </p:nvPicPr>
              <p:blipFill>
                <a:blip r:embed="rId257"/>
                <a:stretch>
                  <a:fillRect/>
                </a:stretch>
              </p:blipFill>
              <p:spPr>
                <a:xfrm>
                  <a:off x="6664313" y="6104145"/>
                  <a:ext cx="10008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42" name="Ink 141">
                  <a:extLst>
                    <a:ext uri="{FF2B5EF4-FFF2-40B4-BE49-F238E27FC236}">
                      <a16:creationId xmlns:a16="http://schemas.microsoft.com/office/drawing/2014/main" id="{91B847F9-CD50-4B6A-AE2B-D22C9F9A73DA}"/>
                    </a:ext>
                  </a:extLst>
                </p14:cNvPr>
                <p14:cNvContentPartPr/>
                <p14:nvPr/>
              </p14:nvContentPartPr>
              <p14:xfrm>
                <a:off x="6774473" y="6242385"/>
                <a:ext cx="175680" cy="132120"/>
              </p14:xfrm>
            </p:contentPart>
          </mc:Choice>
          <mc:Fallback>
            <p:pic>
              <p:nvPicPr>
                <p:cNvPr id="142" name="Ink 141">
                  <a:extLst>
                    <a:ext uri="{FF2B5EF4-FFF2-40B4-BE49-F238E27FC236}">
                      <a16:creationId xmlns:a16="http://schemas.microsoft.com/office/drawing/2014/main" id="{91B847F9-CD50-4B6A-AE2B-D22C9F9A73DA}"/>
                    </a:ext>
                  </a:extLst>
                </p:cNvPr>
                <p:cNvPicPr/>
                <p:nvPr/>
              </p:nvPicPr>
              <p:blipFill>
                <a:blip r:embed="rId259"/>
                <a:stretch>
                  <a:fillRect/>
                </a:stretch>
              </p:blipFill>
              <p:spPr>
                <a:xfrm>
                  <a:off x="6765473" y="6233385"/>
                  <a:ext cx="19332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43" name="Ink 142">
                  <a:extLst>
                    <a:ext uri="{FF2B5EF4-FFF2-40B4-BE49-F238E27FC236}">
                      <a16:creationId xmlns:a16="http://schemas.microsoft.com/office/drawing/2014/main" id="{1CBEAB33-E215-CB8F-395C-8A63051308A8}"/>
                    </a:ext>
                  </a:extLst>
                </p14:cNvPr>
                <p14:cNvContentPartPr/>
                <p14:nvPr/>
              </p14:nvContentPartPr>
              <p14:xfrm>
                <a:off x="6967433" y="6130065"/>
                <a:ext cx="106560" cy="224280"/>
              </p14:xfrm>
            </p:contentPart>
          </mc:Choice>
          <mc:Fallback>
            <p:pic>
              <p:nvPicPr>
                <p:cNvPr id="143" name="Ink 142">
                  <a:extLst>
                    <a:ext uri="{FF2B5EF4-FFF2-40B4-BE49-F238E27FC236}">
                      <a16:creationId xmlns:a16="http://schemas.microsoft.com/office/drawing/2014/main" id="{1CBEAB33-E215-CB8F-395C-8A63051308A8}"/>
                    </a:ext>
                  </a:extLst>
                </p:cNvPr>
                <p:cNvPicPr/>
                <p:nvPr/>
              </p:nvPicPr>
              <p:blipFill>
                <a:blip r:embed="rId261"/>
                <a:stretch>
                  <a:fillRect/>
                </a:stretch>
              </p:blipFill>
              <p:spPr>
                <a:xfrm>
                  <a:off x="6958433" y="6121425"/>
                  <a:ext cx="1242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44" name="Ink 143">
                  <a:extLst>
                    <a:ext uri="{FF2B5EF4-FFF2-40B4-BE49-F238E27FC236}">
                      <a16:creationId xmlns:a16="http://schemas.microsoft.com/office/drawing/2014/main" id="{A8AE72BF-8714-CE3B-DB15-203B5AC7ADDB}"/>
                    </a:ext>
                  </a:extLst>
                </p14:cNvPr>
                <p14:cNvContentPartPr/>
                <p14:nvPr/>
              </p14:nvContentPartPr>
              <p14:xfrm>
                <a:off x="7041233" y="6223305"/>
                <a:ext cx="152640" cy="171720"/>
              </p14:xfrm>
            </p:contentPart>
          </mc:Choice>
          <mc:Fallback>
            <p:pic>
              <p:nvPicPr>
                <p:cNvPr id="144" name="Ink 143">
                  <a:extLst>
                    <a:ext uri="{FF2B5EF4-FFF2-40B4-BE49-F238E27FC236}">
                      <a16:creationId xmlns:a16="http://schemas.microsoft.com/office/drawing/2014/main" id="{A8AE72BF-8714-CE3B-DB15-203B5AC7ADDB}"/>
                    </a:ext>
                  </a:extLst>
                </p:cNvPr>
                <p:cNvPicPr/>
                <p:nvPr/>
              </p:nvPicPr>
              <p:blipFill>
                <a:blip r:embed="rId263"/>
                <a:stretch>
                  <a:fillRect/>
                </a:stretch>
              </p:blipFill>
              <p:spPr>
                <a:xfrm>
                  <a:off x="7032233" y="6214665"/>
                  <a:ext cx="17028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45" name="Ink 144">
                  <a:extLst>
                    <a:ext uri="{FF2B5EF4-FFF2-40B4-BE49-F238E27FC236}">
                      <a16:creationId xmlns:a16="http://schemas.microsoft.com/office/drawing/2014/main" id="{AA2B11A7-A2EF-E598-E204-38C612491FB6}"/>
                    </a:ext>
                  </a:extLst>
                </p14:cNvPr>
                <p14:cNvContentPartPr/>
                <p14:nvPr/>
              </p14:nvContentPartPr>
              <p14:xfrm>
                <a:off x="7238873" y="6387105"/>
                <a:ext cx="83880" cy="198720"/>
              </p14:xfrm>
            </p:contentPart>
          </mc:Choice>
          <mc:Fallback>
            <p:pic>
              <p:nvPicPr>
                <p:cNvPr id="145" name="Ink 144">
                  <a:extLst>
                    <a:ext uri="{FF2B5EF4-FFF2-40B4-BE49-F238E27FC236}">
                      <a16:creationId xmlns:a16="http://schemas.microsoft.com/office/drawing/2014/main" id="{AA2B11A7-A2EF-E598-E204-38C612491FB6}"/>
                    </a:ext>
                  </a:extLst>
                </p:cNvPr>
                <p:cNvPicPr/>
                <p:nvPr/>
              </p:nvPicPr>
              <p:blipFill>
                <a:blip r:embed="rId265"/>
                <a:stretch>
                  <a:fillRect/>
                </a:stretch>
              </p:blipFill>
              <p:spPr>
                <a:xfrm>
                  <a:off x="7229873" y="6378105"/>
                  <a:ext cx="10152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46" name="Ink 145">
                  <a:extLst>
                    <a:ext uri="{FF2B5EF4-FFF2-40B4-BE49-F238E27FC236}">
                      <a16:creationId xmlns:a16="http://schemas.microsoft.com/office/drawing/2014/main" id="{B1DEB6D1-A343-6E23-C15E-A8D9E183D6DF}"/>
                    </a:ext>
                  </a:extLst>
                </p14:cNvPr>
                <p14:cNvContentPartPr/>
                <p14:nvPr/>
              </p14:nvContentPartPr>
              <p14:xfrm>
                <a:off x="7189913" y="6302865"/>
                <a:ext cx="419400" cy="219960"/>
              </p14:xfrm>
            </p:contentPart>
          </mc:Choice>
          <mc:Fallback>
            <p:pic>
              <p:nvPicPr>
                <p:cNvPr id="146" name="Ink 145">
                  <a:extLst>
                    <a:ext uri="{FF2B5EF4-FFF2-40B4-BE49-F238E27FC236}">
                      <a16:creationId xmlns:a16="http://schemas.microsoft.com/office/drawing/2014/main" id="{B1DEB6D1-A343-6E23-C15E-A8D9E183D6DF}"/>
                    </a:ext>
                  </a:extLst>
                </p:cNvPr>
                <p:cNvPicPr/>
                <p:nvPr/>
              </p:nvPicPr>
              <p:blipFill>
                <a:blip r:embed="rId267"/>
                <a:stretch>
                  <a:fillRect/>
                </a:stretch>
              </p:blipFill>
              <p:spPr>
                <a:xfrm>
                  <a:off x="7181273" y="6294225"/>
                  <a:ext cx="43704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47" name="Ink 146">
                  <a:extLst>
                    <a:ext uri="{FF2B5EF4-FFF2-40B4-BE49-F238E27FC236}">
                      <a16:creationId xmlns:a16="http://schemas.microsoft.com/office/drawing/2014/main" id="{FABCEA69-75C1-56AB-FCF8-C090C9537A59}"/>
                    </a:ext>
                  </a:extLst>
                </p14:cNvPr>
                <p14:cNvContentPartPr/>
                <p14:nvPr/>
              </p14:nvContentPartPr>
              <p14:xfrm>
                <a:off x="7711553" y="6359385"/>
                <a:ext cx="254160" cy="107640"/>
              </p14:xfrm>
            </p:contentPart>
          </mc:Choice>
          <mc:Fallback>
            <p:pic>
              <p:nvPicPr>
                <p:cNvPr id="147" name="Ink 146">
                  <a:extLst>
                    <a:ext uri="{FF2B5EF4-FFF2-40B4-BE49-F238E27FC236}">
                      <a16:creationId xmlns:a16="http://schemas.microsoft.com/office/drawing/2014/main" id="{FABCEA69-75C1-56AB-FCF8-C090C9537A59}"/>
                    </a:ext>
                  </a:extLst>
                </p:cNvPr>
                <p:cNvPicPr/>
                <p:nvPr/>
              </p:nvPicPr>
              <p:blipFill>
                <a:blip r:embed="rId269"/>
                <a:stretch>
                  <a:fillRect/>
                </a:stretch>
              </p:blipFill>
              <p:spPr>
                <a:xfrm>
                  <a:off x="7702553" y="6350745"/>
                  <a:ext cx="2718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48" name="Ink 147">
                  <a:extLst>
                    <a:ext uri="{FF2B5EF4-FFF2-40B4-BE49-F238E27FC236}">
                      <a16:creationId xmlns:a16="http://schemas.microsoft.com/office/drawing/2014/main" id="{5B727048-283F-4693-ABB4-E3D8C718D5A5}"/>
                    </a:ext>
                  </a:extLst>
                </p14:cNvPr>
                <p14:cNvContentPartPr/>
                <p14:nvPr/>
              </p14:nvContentPartPr>
              <p14:xfrm>
                <a:off x="8264153" y="5918025"/>
                <a:ext cx="1312920" cy="286560"/>
              </p14:xfrm>
            </p:contentPart>
          </mc:Choice>
          <mc:Fallback>
            <p:pic>
              <p:nvPicPr>
                <p:cNvPr id="148" name="Ink 147">
                  <a:extLst>
                    <a:ext uri="{FF2B5EF4-FFF2-40B4-BE49-F238E27FC236}">
                      <a16:creationId xmlns:a16="http://schemas.microsoft.com/office/drawing/2014/main" id="{5B727048-283F-4693-ABB4-E3D8C718D5A5}"/>
                    </a:ext>
                  </a:extLst>
                </p:cNvPr>
                <p:cNvPicPr/>
                <p:nvPr/>
              </p:nvPicPr>
              <p:blipFill>
                <a:blip r:embed="rId271"/>
                <a:stretch>
                  <a:fillRect/>
                </a:stretch>
              </p:blipFill>
              <p:spPr>
                <a:xfrm>
                  <a:off x="8255153" y="5909385"/>
                  <a:ext cx="133056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49" name="Ink 148">
                  <a:extLst>
                    <a:ext uri="{FF2B5EF4-FFF2-40B4-BE49-F238E27FC236}">
                      <a16:creationId xmlns:a16="http://schemas.microsoft.com/office/drawing/2014/main" id="{8B753FAF-3B15-BFBE-1AAF-5D3B8ADB90A8}"/>
                    </a:ext>
                  </a:extLst>
                </p14:cNvPr>
                <p14:cNvContentPartPr/>
                <p14:nvPr/>
              </p14:nvContentPartPr>
              <p14:xfrm>
                <a:off x="9401033" y="5910465"/>
                <a:ext cx="230400" cy="160920"/>
              </p14:xfrm>
            </p:contentPart>
          </mc:Choice>
          <mc:Fallback>
            <p:pic>
              <p:nvPicPr>
                <p:cNvPr id="149" name="Ink 148">
                  <a:extLst>
                    <a:ext uri="{FF2B5EF4-FFF2-40B4-BE49-F238E27FC236}">
                      <a16:creationId xmlns:a16="http://schemas.microsoft.com/office/drawing/2014/main" id="{8B753FAF-3B15-BFBE-1AAF-5D3B8ADB90A8}"/>
                    </a:ext>
                  </a:extLst>
                </p:cNvPr>
                <p:cNvPicPr/>
                <p:nvPr/>
              </p:nvPicPr>
              <p:blipFill>
                <a:blip r:embed="rId273"/>
                <a:stretch>
                  <a:fillRect/>
                </a:stretch>
              </p:blipFill>
              <p:spPr>
                <a:xfrm>
                  <a:off x="9392393" y="5901825"/>
                  <a:ext cx="248040" cy="178560"/>
                </a:xfrm>
                <a:prstGeom prst="rect">
                  <a:avLst/>
                </a:prstGeom>
              </p:spPr>
            </p:pic>
          </mc:Fallback>
        </mc:AlternateContent>
      </p:grpSp>
      <p:grpSp>
        <p:nvGrpSpPr>
          <p:cNvPr id="169" name="Group 168">
            <a:extLst>
              <a:ext uri="{FF2B5EF4-FFF2-40B4-BE49-F238E27FC236}">
                <a16:creationId xmlns:a16="http://schemas.microsoft.com/office/drawing/2014/main" id="{D658EFEA-C872-ED30-0146-F37C2010F76E}"/>
              </a:ext>
            </a:extLst>
          </p:cNvPr>
          <p:cNvGrpSpPr/>
          <p:nvPr/>
        </p:nvGrpSpPr>
        <p:grpSpPr>
          <a:xfrm>
            <a:off x="10108433" y="5902905"/>
            <a:ext cx="1275480" cy="416160"/>
            <a:chOff x="10108433" y="5902905"/>
            <a:chExt cx="1275480" cy="416160"/>
          </a:xfrm>
        </p:grpSpPr>
        <mc:AlternateContent xmlns:mc="http://schemas.openxmlformats.org/markup-compatibility/2006">
          <mc:Choice xmlns:p14="http://schemas.microsoft.com/office/powerpoint/2010/main" Requires="p14">
            <p:contentPart p14:bwMode="auto" r:id="rId274">
              <p14:nvContentPartPr>
                <p14:cNvPr id="150" name="Ink 149">
                  <a:extLst>
                    <a:ext uri="{FF2B5EF4-FFF2-40B4-BE49-F238E27FC236}">
                      <a16:creationId xmlns:a16="http://schemas.microsoft.com/office/drawing/2014/main" id="{F95E15B8-A1A8-500E-C3A2-238CF8B1520C}"/>
                    </a:ext>
                  </a:extLst>
                </p14:cNvPr>
                <p14:cNvContentPartPr/>
                <p14:nvPr/>
              </p14:nvContentPartPr>
              <p14:xfrm>
                <a:off x="10153433" y="5938185"/>
                <a:ext cx="168480" cy="330480"/>
              </p14:xfrm>
            </p:contentPart>
          </mc:Choice>
          <mc:Fallback>
            <p:pic>
              <p:nvPicPr>
                <p:cNvPr id="150" name="Ink 149">
                  <a:extLst>
                    <a:ext uri="{FF2B5EF4-FFF2-40B4-BE49-F238E27FC236}">
                      <a16:creationId xmlns:a16="http://schemas.microsoft.com/office/drawing/2014/main" id="{F95E15B8-A1A8-500E-C3A2-238CF8B1520C}"/>
                    </a:ext>
                  </a:extLst>
                </p:cNvPr>
                <p:cNvPicPr/>
                <p:nvPr/>
              </p:nvPicPr>
              <p:blipFill>
                <a:blip r:embed="rId275"/>
                <a:stretch>
                  <a:fillRect/>
                </a:stretch>
              </p:blipFill>
              <p:spPr>
                <a:xfrm>
                  <a:off x="10144433" y="5929185"/>
                  <a:ext cx="18612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51" name="Ink 150">
                  <a:extLst>
                    <a:ext uri="{FF2B5EF4-FFF2-40B4-BE49-F238E27FC236}">
                      <a16:creationId xmlns:a16="http://schemas.microsoft.com/office/drawing/2014/main" id="{9F6D6964-C41F-0347-8F6E-207E014AAD27}"/>
                    </a:ext>
                  </a:extLst>
                </p14:cNvPr>
                <p14:cNvContentPartPr/>
                <p14:nvPr/>
              </p14:nvContentPartPr>
              <p14:xfrm>
                <a:off x="10108433" y="6109185"/>
                <a:ext cx="317520" cy="209880"/>
              </p14:xfrm>
            </p:contentPart>
          </mc:Choice>
          <mc:Fallback>
            <p:pic>
              <p:nvPicPr>
                <p:cNvPr id="151" name="Ink 150">
                  <a:extLst>
                    <a:ext uri="{FF2B5EF4-FFF2-40B4-BE49-F238E27FC236}">
                      <a16:creationId xmlns:a16="http://schemas.microsoft.com/office/drawing/2014/main" id="{9F6D6964-C41F-0347-8F6E-207E014AAD27}"/>
                    </a:ext>
                  </a:extLst>
                </p:cNvPr>
                <p:cNvPicPr/>
                <p:nvPr/>
              </p:nvPicPr>
              <p:blipFill>
                <a:blip r:embed="rId277"/>
                <a:stretch>
                  <a:fillRect/>
                </a:stretch>
              </p:blipFill>
              <p:spPr>
                <a:xfrm>
                  <a:off x="10099433" y="6100545"/>
                  <a:ext cx="3351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52" name="Ink 151">
                  <a:extLst>
                    <a:ext uri="{FF2B5EF4-FFF2-40B4-BE49-F238E27FC236}">
                      <a16:creationId xmlns:a16="http://schemas.microsoft.com/office/drawing/2014/main" id="{6D700971-1C33-6CA4-DEEA-98B1131395F9}"/>
                    </a:ext>
                  </a:extLst>
                </p14:cNvPr>
                <p14:cNvContentPartPr/>
                <p14:nvPr/>
              </p14:nvContentPartPr>
              <p14:xfrm>
                <a:off x="10363313" y="6137625"/>
                <a:ext cx="99000" cy="93600"/>
              </p14:xfrm>
            </p:contentPart>
          </mc:Choice>
          <mc:Fallback>
            <p:pic>
              <p:nvPicPr>
                <p:cNvPr id="152" name="Ink 151">
                  <a:extLst>
                    <a:ext uri="{FF2B5EF4-FFF2-40B4-BE49-F238E27FC236}">
                      <a16:creationId xmlns:a16="http://schemas.microsoft.com/office/drawing/2014/main" id="{6D700971-1C33-6CA4-DEEA-98B1131395F9}"/>
                    </a:ext>
                  </a:extLst>
                </p:cNvPr>
                <p:cNvPicPr/>
                <p:nvPr/>
              </p:nvPicPr>
              <p:blipFill>
                <a:blip r:embed="rId279"/>
                <a:stretch>
                  <a:fillRect/>
                </a:stretch>
              </p:blipFill>
              <p:spPr>
                <a:xfrm>
                  <a:off x="10354313" y="6128985"/>
                  <a:ext cx="11664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53" name="Ink 152">
                  <a:extLst>
                    <a:ext uri="{FF2B5EF4-FFF2-40B4-BE49-F238E27FC236}">
                      <a16:creationId xmlns:a16="http://schemas.microsoft.com/office/drawing/2014/main" id="{B48D99BC-ED30-27FB-F138-29CDF7FC433C}"/>
                    </a:ext>
                  </a:extLst>
                </p14:cNvPr>
                <p14:cNvContentPartPr/>
                <p14:nvPr/>
              </p14:nvContentPartPr>
              <p14:xfrm>
                <a:off x="10547633" y="6089385"/>
                <a:ext cx="101880" cy="109800"/>
              </p14:xfrm>
            </p:contentPart>
          </mc:Choice>
          <mc:Fallback>
            <p:pic>
              <p:nvPicPr>
                <p:cNvPr id="153" name="Ink 152">
                  <a:extLst>
                    <a:ext uri="{FF2B5EF4-FFF2-40B4-BE49-F238E27FC236}">
                      <a16:creationId xmlns:a16="http://schemas.microsoft.com/office/drawing/2014/main" id="{B48D99BC-ED30-27FB-F138-29CDF7FC433C}"/>
                    </a:ext>
                  </a:extLst>
                </p:cNvPr>
                <p:cNvPicPr/>
                <p:nvPr/>
              </p:nvPicPr>
              <p:blipFill>
                <a:blip r:embed="rId281"/>
                <a:stretch>
                  <a:fillRect/>
                </a:stretch>
              </p:blipFill>
              <p:spPr>
                <a:xfrm>
                  <a:off x="10538633" y="6080745"/>
                  <a:ext cx="11952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54" name="Ink 153">
                  <a:extLst>
                    <a:ext uri="{FF2B5EF4-FFF2-40B4-BE49-F238E27FC236}">
                      <a16:creationId xmlns:a16="http://schemas.microsoft.com/office/drawing/2014/main" id="{9A63C71E-2312-6225-562F-7DD933E5C63F}"/>
                    </a:ext>
                  </a:extLst>
                </p14:cNvPr>
                <p14:cNvContentPartPr/>
                <p14:nvPr/>
              </p14:nvContentPartPr>
              <p14:xfrm>
                <a:off x="10720433" y="6081825"/>
                <a:ext cx="98280" cy="190440"/>
              </p14:xfrm>
            </p:contentPart>
          </mc:Choice>
          <mc:Fallback>
            <p:pic>
              <p:nvPicPr>
                <p:cNvPr id="154" name="Ink 153">
                  <a:extLst>
                    <a:ext uri="{FF2B5EF4-FFF2-40B4-BE49-F238E27FC236}">
                      <a16:creationId xmlns:a16="http://schemas.microsoft.com/office/drawing/2014/main" id="{9A63C71E-2312-6225-562F-7DD933E5C63F}"/>
                    </a:ext>
                  </a:extLst>
                </p:cNvPr>
                <p:cNvPicPr/>
                <p:nvPr/>
              </p:nvPicPr>
              <p:blipFill>
                <a:blip r:embed="rId283"/>
                <a:stretch>
                  <a:fillRect/>
                </a:stretch>
              </p:blipFill>
              <p:spPr>
                <a:xfrm>
                  <a:off x="10711433" y="6073185"/>
                  <a:ext cx="11592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63" name="Ink 162">
                  <a:extLst>
                    <a:ext uri="{FF2B5EF4-FFF2-40B4-BE49-F238E27FC236}">
                      <a16:creationId xmlns:a16="http://schemas.microsoft.com/office/drawing/2014/main" id="{B15B3650-2418-FBFC-1283-9C6DD1BE2DAA}"/>
                    </a:ext>
                  </a:extLst>
                </p14:cNvPr>
                <p14:cNvContentPartPr/>
                <p14:nvPr/>
              </p14:nvContentPartPr>
              <p14:xfrm>
                <a:off x="10835993" y="5923425"/>
                <a:ext cx="48960" cy="203040"/>
              </p14:xfrm>
            </p:contentPart>
          </mc:Choice>
          <mc:Fallback>
            <p:pic>
              <p:nvPicPr>
                <p:cNvPr id="163" name="Ink 162">
                  <a:extLst>
                    <a:ext uri="{FF2B5EF4-FFF2-40B4-BE49-F238E27FC236}">
                      <a16:creationId xmlns:a16="http://schemas.microsoft.com/office/drawing/2014/main" id="{B15B3650-2418-FBFC-1283-9C6DD1BE2DAA}"/>
                    </a:ext>
                  </a:extLst>
                </p:cNvPr>
                <p:cNvPicPr/>
                <p:nvPr/>
              </p:nvPicPr>
              <p:blipFill>
                <a:blip r:embed="rId285"/>
                <a:stretch>
                  <a:fillRect/>
                </a:stretch>
              </p:blipFill>
              <p:spPr>
                <a:xfrm>
                  <a:off x="10826993" y="5914425"/>
                  <a:ext cx="6660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64" name="Ink 163">
                  <a:extLst>
                    <a:ext uri="{FF2B5EF4-FFF2-40B4-BE49-F238E27FC236}">
                      <a16:creationId xmlns:a16="http://schemas.microsoft.com/office/drawing/2014/main" id="{402A09DE-9E86-BDE3-C57E-FDEA8E92D9B0}"/>
                    </a:ext>
                  </a:extLst>
                </p14:cNvPr>
                <p14:cNvContentPartPr/>
                <p14:nvPr/>
              </p14:nvContentPartPr>
              <p14:xfrm>
                <a:off x="10816913" y="6030705"/>
                <a:ext cx="243360" cy="117720"/>
              </p14:xfrm>
            </p:contentPart>
          </mc:Choice>
          <mc:Fallback>
            <p:pic>
              <p:nvPicPr>
                <p:cNvPr id="164" name="Ink 163">
                  <a:extLst>
                    <a:ext uri="{FF2B5EF4-FFF2-40B4-BE49-F238E27FC236}">
                      <a16:creationId xmlns:a16="http://schemas.microsoft.com/office/drawing/2014/main" id="{402A09DE-9E86-BDE3-C57E-FDEA8E92D9B0}"/>
                    </a:ext>
                  </a:extLst>
                </p:cNvPr>
                <p:cNvPicPr/>
                <p:nvPr/>
              </p:nvPicPr>
              <p:blipFill>
                <a:blip r:embed="rId287"/>
                <a:stretch>
                  <a:fillRect/>
                </a:stretch>
              </p:blipFill>
              <p:spPr>
                <a:xfrm>
                  <a:off x="10807913" y="6021705"/>
                  <a:ext cx="26100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65" name="Ink 164">
                  <a:extLst>
                    <a:ext uri="{FF2B5EF4-FFF2-40B4-BE49-F238E27FC236}">
                      <a16:creationId xmlns:a16="http://schemas.microsoft.com/office/drawing/2014/main" id="{3152E033-C5F0-4308-9632-1FD5EBD88195}"/>
                    </a:ext>
                  </a:extLst>
                </p14:cNvPr>
                <p14:cNvContentPartPr/>
                <p14:nvPr/>
              </p14:nvContentPartPr>
              <p14:xfrm>
                <a:off x="11116793" y="5902905"/>
                <a:ext cx="43200" cy="204120"/>
              </p14:xfrm>
            </p:contentPart>
          </mc:Choice>
          <mc:Fallback>
            <p:pic>
              <p:nvPicPr>
                <p:cNvPr id="165" name="Ink 164">
                  <a:extLst>
                    <a:ext uri="{FF2B5EF4-FFF2-40B4-BE49-F238E27FC236}">
                      <a16:creationId xmlns:a16="http://schemas.microsoft.com/office/drawing/2014/main" id="{3152E033-C5F0-4308-9632-1FD5EBD88195}"/>
                    </a:ext>
                  </a:extLst>
                </p:cNvPr>
                <p:cNvPicPr/>
                <p:nvPr/>
              </p:nvPicPr>
              <p:blipFill>
                <a:blip r:embed="rId289"/>
                <a:stretch>
                  <a:fillRect/>
                </a:stretch>
              </p:blipFill>
              <p:spPr>
                <a:xfrm>
                  <a:off x="11108153" y="5894265"/>
                  <a:ext cx="6084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66" name="Ink 165">
                  <a:extLst>
                    <a:ext uri="{FF2B5EF4-FFF2-40B4-BE49-F238E27FC236}">
                      <a16:creationId xmlns:a16="http://schemas.microsoft.com/office/drawing/2014/main" id="{193E5373-23E7-633B-138B-6275EB1FA2CA}"/>
                    </a:ext>
                  </a:extLst>
                </p14:cNvPr>
                <p14:cNvContentPartPr/>
                <p14:nvPr/>
              </p14:nvContentPartPr>
              <p14:xfrm>
                <a:off x="11153873" y="6021705"/>
                <a:ext cx="104040" cy="57600"/>
              </p14:xfrm>
            </p:contentPart>
          </mc:Choice>
          <mc:Fallback>
            <p:pic>
              <p:nvPicPr>
                <p:cNvPr id="166" name="Ink 165">
                  <a:extLst>
                    <a:ext uri="{FF2B5EF4-FFF2-40B4-BE49-F238E27FC236}">
                      <a16:creationId xmlns:a16="http://schemas.microsoft.com/office/drawing/2014/main" id="{193E5373-23E7-633B-138B-6275EB1FA2CA}"/>
                    </a:ext>
                  </a:extLst>
                </p:cNvPr>
                <p:cNvPicPr/>
                <p:nvPr/>
              </p:nvPicPr>
              <p:blipFill>
                <a:blip r:embed="rId291"/>
                <a:stretch>
                  <a:fillRect/>
                </a:stretch>
              </p:blipFill>
              <p:spPr>
                <a:xfrm>
                  <a:off x="11144873" y="6012705"/>
                  <a:ext cx="12168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67" name="Ink 166">
                  <a:extLst>
                    <a:ext uri="{FF2B5EF4-FFF2-40B4-BE49-F238E27FC236}">
                      <a16:creationId xmlns:a16="http://schemas.microsoft.com/office/drawing/2014/main" id="{137405A7-64BC-D79C-21B0-E9AC40F67BE7}"/>
                    </a:ext>
                  </a:extLst>
                </p14:cNvPr>
                <p14:cNvContentPartPr/>
                <p14:nvPr/>
              </p14:nvContentPartPr>
              <p14:xfrm>
                <a:off x="11270513" y="5966265"/>
                <a:ext cx="360" cy="360"/>
              </p14:xfrm>
            </p:contentPart>
          </mc:Choice>
          <mc:Fallback>
            <p:pic>
              <p:nvPicPr>
                <p:cNvPr id="167" name="Ink 166">
                  <a:extLst>
                    <a:ext uri="{FF2B5EF4-FFF2-40B4-BE49-F238E27FC236}">
                      <a16:creationId xmlns:a16="http://schemas.microsoft.com/office/drawing/2014/main" id="{137405A7-64BC-D79C-21B0-E9AC40F67BE7}"/>
                    </a:ext>
                  </a:extLst>
                </p:cNvPr>
                <p:cNvPicPr/>
                <p:nvPr/>
              </p:nvPicPr>
              <p:blipFill>
                <a:blip r:embed="rId293"/>
                <a:stretch>
                  <a:fillRect/>
                </a:stretch>
              </p:blipFill>
              <p:spPr>
                <a:xfrm>
                  <a:off x="11261513" y="5957625"/>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68" name="Ink 167">
                  <a:extLst>
                    <a:ext uri="{FF2B5EF4-FFF2-40B4-BE49-F238E27FC236}">
                      <a16:creationId xmlns:a16="http://schemas.microsoft.com/office/drawing/2014/main" id="{A4FA81CA-2F92-2CE6-4A17-CC3CE5BC9924}"/>
                    </a:ext>
                  </a:extLst>
                </p14:cNvPr>
                <p14:cNvContentPartPr/>
                <p14:nvPr/>
              </p14:nvContentPartPr>
              <p14:xfrm>
                <a:off x="11270513" y="5966265"/>
                <a:ext cx="113400" cy="135360"/>
              </p14:xfrm>
            </p:contentPart>
          </mc:Choice>
          <mc:Fallback>
            <p:pic>
              <p:nvPicPr>
                <p:cNvPr id="168" name="Ink 167">
                  <a:extLst>
                    <a:ext uri="{FF2B5EF4-FFF2-40B4-BE49-F238E27FC236}">
                      <a16:creationId xmlns:a16="http://schemas.microsoft.com/office/drawing/2014/main" id="{A4FA81CA-2F92-2CE6-4A17-CC3CE5BC9924}"/>
                    </a:ext>
                  </a:extLst>
                </p:cNvPr>
                <p:cNvPicPr/>
                <p:nvPr/>
              </p:nvPicPr>
              <p:blipFill>
                <a:blip r:embed="rId295"/>
                <a:stretch>
                  <a:fillRect/>
                </a:stretch>
              </p:blipFill>
              <p:spPr>
                <a:xfrm>
                  <a:off x="11261513" y="5957625"/>
                  <a:ext cx="131040" cy="153000"/>
                </a:xfrm>
                <a:prstGeom prst="rect">
                  <a:avLst/>
                </a:prstGeom>
              </p:spPr>
            </p:pic>
          </mc:Fallback>
        </mc:AlternateContent>
      </p:grpSp>
      <p:grpSp>
        <p:nvGrpSpPr>
          <p:cNvPr id="176" name="Group 175">
            <a:extLst>
              <a:ext uri="{FF2B5EF4-FFF2-40B4-BE49-F238E27FC236}">
                <a16:creationId xmlns:a16="http://schemas.microsoft.com/office/drawing/2014/main" id="{C264FA80-6BC6-5800-9371-7ED2E67EDE08}"/>
              </a:ext>
            </a:extLst>
          </p:cNvPr>
          <p:cNvGrpSpPr/>
          <p:nvPr/>
        </p:nvGrpSpPr>
        <p:grpSpPr>
          <a:xfrm>
            <a:off x="10195193" y="6414825"/>
            <a:ext cx="1119960" cy="283680"/>
            <a:chOff x="10195193" y="6414825"/>
            <a:chExt cx="1119960" cy="283680"/>
          </a:xfrm>
        </p:grpSpPr>
        <mc:AlternateContent xmlns:mc="http://schemas.openxmlformats.org/markup-compatibility/2006">
          <mc:Choice xmlns:p14="http://schemas.microsoft.com/office/powerpoint/2010/main" Requires="p14">
            <p:contentPart p14:bwMode="auto" r:id="rId296">
              <p14:nvContentPartPr>
                <p14:cNvPr id="170" name="Ink 169">
                  <a:extLst>
                    <a:ext uri="{FF2B5EF4-FFF2-40B4-BE49-F238E27FC236}">
                      <a16:creationId xmlns:a16="http://schemas.microsoft.com/office/drawing/2014/main" id="{71CB2530-BF5D-B5FB-7AFB-BFFDB23634EC}"/>
                    </a:ext>
                  </a:extLst>
                </p14:cNvPr>
                <p14:cNvContentPartPr/>
                <p14:nvPr/>
              </p14:nvContentPartPr>
              <p14:xfrm>
                <a:off x="10195193" y="6505185"/>
                <a:ext cx="180720" cy="193320"/>
              </p14:xfrm>
            </p:contentPart>
          </mc:Choice>
          <mc:Fallback>
            <p:pic>
              <p:nvPicPr>
                <p:cNvPr id="170" name="Ink 169">
                  <a:extLst>
                    <a:ext uri="{FF2B5EF4-FFF2-40B4-BE49-F238E27FC236}">
                      <a16:creationId xmlns:a16="http://schemas.microsoft.com/office/drawing/2014/main" id="{71CB2530-BF5D-B5FB-7AFB-BFFDB23634EC}"/>
                    </a:ext>
                  </a:extLst>
                </p:cNvPr>
                <p:cNvPicPr/>
                <p:nvPr/>
              </p:nvPicPr>
              <p:blipFill>
                <a:blip r:embed="rId297"/>
                <a:stretch>
                  <a:fillRect/>
                </a:stretch>
              </p:blipFill>
              <p:spPr>
                <a:xfrm>
                  <a:off x="10186553" y="6496545"/>
                  <a:ext cx="19836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71" name="Ink 170">
                  <a:extLst>
                    <a:ext uri="{FF2B5EF4-FFF2-40B4-BE49-F238E27FC236}">
                      <a16:creationId xmlns:a16="http://schemas.microsoft.com/office/drawing/2014/main" id="{9CEC9EC3-1B87-6511-47F1-78FED29422F3}"/>
                    </a:ext>
                  </a:extLst>
                </p14:cNvPr>
                <p14:cNvContentPartPr/>
                <p14:nvPr/>
              </p14:nvContentPartPr>
              <p14:xfrm>
                <a:off x="10426313" y="6600225"/>
                <a:ext cx="107280" cy="82440"/>
              </p14:xfrm>
            </p:contentPart>
          </mc:Choice>
          <mc:Fallback>
            <p:pic>
              <p:nvPicPr>
                <p:cNvPr id="171" name="Ink 170">
                  <a:extLst>
                    <a:ext uri="{FF2B5EF4-FFF2-40B4-BE49-F238E27FC236}">
                      <a16:creationId xmlns:a16="http://schemas.microsoft.com/office/drawing/2014/main" id="{9CEC9EC3-1B87-6511-47F1-78FED29422F3}"/>
                    </a:ext>
                  </a:extLst>
                </p:cNvPr>
                <p:cNvPicPr/>
                <p:nvPr/>
              </p:nvPicPr>
              <p:blipFill>
                <a:blip r:embed="rId299"/>
                <a:stretch>
                  <a:fillRect/>
                </a:stretch>
              </p:blipFill>
              <p:spPr>
                <a:xfrm>
                  <a:off x="10417313" y="6591225"/>
                  <a:ext cx="12492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72" name="Ink 171">
                  <a:extLst>
                    <a:ext uri="{FF2B5EF4-FFF2-40B4-BE49-F238E27FC236}">
                      <a16:creationId xmlns:a16="http://schemas.microsoft.com/office/drawing/2014/main" id="{257EFF75-84B7-2439-F127-83C68D7EB640}"/>
                    </a:ext>
                  </a:extLst>
                </p14:cNvPr>
                <p14:cNvContentPartPr/>
                <p14:nvPr/>
              </p14:nvContentPartPr>
              <p14:xfrm>
                <a:off x="10653473" y="6426345"/>
                <a:ext cx="195840" cy="203760"/>
              </p14:xfrm>
            </p:contentPart>
          </mc:Choice>
          <mc:Fallback>
            <p:pic>
              <p:nvPicPr>
                <p:cNvPr id="172" name="Ink 171">
                  <a:extLst>
                    <a:ext uri="{FF2B5EF4-FFF2-40B4-BE49-F238E27FC236}">
                      <a16:creationId xmlns:a16="http://schemas.microsoft.com/office/drawing/2014/main" id="{257EFF75-84B7-2439-F127-83C68D7EB640}"/>
                    </a:ext>
                  </a:extLst>
                </p:cNvPr>
                <p:cNvPicPr/>
                <p:nvPr/>
              </p:nvPicPr>
              <p:blipFill>
                <a:blip r:embed="rId301"/>
                <a:stretch>
                  <a:fillRect/>
                </a:stretch>
              </p:blipFill>
              <p:spPr>
                <a:xfrm>
                  <a:off x="10644833" y="6417345"/>
                  <a:ext cx="21348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73" name="Ink 172">
                  <a:extLst>
                    <a:ext uri="{FF2B5EF4-FFF2-40B4-BE49-F238E27FC236}">
                      <a16:creationId xmlns:a16="http://schemas.microsoft.com/office/drawing/2014/main" id="{D91BCF95-36EA-9469-3ED8-4EEDA0C40136}"/>
                    </a:ext>
                  </a:extLst>
                </p14:cNvPr>
                <p14:cNvContentPartPr/>
                <p14:nvPr/>
              </p14:nvContentPartPr>
              <p14:xfrm>
                <a:off x="10879913" y="6512745"/>
                <a:ext cx="1440" cy="74160"/>
              </p14:xfrm>
            </p:contentPart>
          </mc:Choice>
          <mc:Fallback>
            <p:pic>
              <p:nvPicPr>
                <p:cNvPr id="173" name="Ink 172">
                  <a:extLst>
                    <a:ext uri="{FF2B5EF4-FFF2-40B4-BE49-F238E27FC236}">
                      <a16:creationId xmlns:a16="http://schemas.microsoft.com/office/drawing/2014/main" id="{D91BCF95-36EA-9469-3ED8-4EEDA0C40136}"/>
                    </a:ext>
                  </a:extLst>
                </p:cNvPr>
                <p:cNvPicPr/>
                <p:nvPr/>
              </p:nvPicPr>
              <p:blipFill>
                <a:blip r:embed="rId303"/>
                <a:stretch>
                  <a:fillRect/>
                </a:stretch>
              </p:blipFill>
              <p:spPr>
                <a:xfrm>
                  <a:off x="10871273" y="6504105"/>
                  <a:ext cx="190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74" name="Ink 173">
                  <a:extLst>
                    <a:ext uri="{FF2B5EF4-FFF2-40B4-BE49-F238E27FC236}">
                      <a16:creationId xmlns:a16="http://schemas.microsoft.com/office/drawing/2014/main" id="{B7AEB19F-F691-5890-7348-477726E57631}"/>
                    </a:ext>
                  </a:extLst>
                </p14:cNvPr>
                <p14:cNvContentPartPr/>
                <p14:nvPr/>
              </p14:nvContentPartPr>
              <p14:xfrm>
                <a:off x="10888193" y="6435705"/>
                <a:ext cx="360" cy="360"/>
              </p14:xfrm>
            </p:contentPart>
          </mc:Choice>
          <mc:Fallback>
            <p:pic>
              <p:nvPicPr>
                <p:cNvPr id="174" name="Ink 173">
                  <a:extLst>
                    <a:ext uri="{FF2B5EF4-FFF2-40B4-BE49-F238E27FC236}">
                      <a16:creationId xmlns:a16="http://schemas.microsoft.com/office/drawing/2014/main" id="{B7AEB19F-F691-5890-7348-477726E57631}"/>
                    </a:ext>
                  </a:extLst>
                </p:cNvPr>
                <p:cNvPicPr/>
                <p:nvPr/>
              </p:nvPicPr>
              <p:blipFill>
                <a:blip r:embed="rId293"/>
                <a:stretch>
                  <a:fillRect/>
                </a:stretch>
              </p:blipFill>
              <p:spPr>
                <a:xfrm>
                  <a:off x="10879553" y="6426705"/>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175" name="Ink 174">
                  <a:extLst>
                    <a:ext uri="{FF2B5EF4-FFF2-40B4-BE49-F238E27FC236}">
                      <a16:creationId xmlns:a16="http://schemas.microsoft.com/office/drawing/2014/main" id="{1CDF9539-2CFD-A5AD-1BDD-2DE144FAF8A9}"/>
                    </a:ext>
                  </a:extLst>
                </p14:cNvPr>
                <p14:cNvContentPartPr/>
                <p14:nvPr/>
              </p14:nvContentPartPr>
              <p14:xfrm>
                <a:off x="10888193" y="6414825"/>
                <a:ext cx="426960" cy="209880"/>
              </p14:xfrm>
            </p:contentPart>
          </mc:Choice>
          <mc:Fallback>
            <p:pic>
              <p:nvPicPr>
                <p:cNvPr id="175" name="Ink 174">
                  <a:extLst>
                    <a:ext uri="{FF2B5EF4-FFF2-40B4-BE49-F238E27FC236}">
                      <a16:creationId xmlns:a16="http://schemas.microsoft.com/office/drawing/2014/main" id="{1CDF9539-2CFD-A5AD-1BDD-2DE144FAF8A9}"/>
                    </a:ext>
                  </a:extLst>
                </p:cNvPr>
                <p:cNvPicPr/>
                <p:nvPr/>
              </p:nvPicPr>
              <p:blipFill>
                <a:blip r:embed="rId306"/>
                <a:stretch>
                  <a:fillRect/>
                </a:stretch>
              </p:blipFill>
              <p:spPr>
                <a:xfrm>
                  <a:off x="10879553" y="6405825"/>
                  <a:ext cx="444600" cy="227520"/>
                </a:xfrm>
                <a:prstGeom prst="rect">
                  <a:avLst/>
                </a:prstGeom>
              </p:spPr>
            </p:pic>
          </mc:Fallback>
        </mc:AlternateContent>
      </p:grpSp>
    </p:spTree>
    <p:extLst>
      <p:ext uri="{BB962C8B-B14F-4D97-AF65-F5344CB8AC3E}">
        <p14:creationId xmlns:p14="http://schemas.microsoft.com/office/powerpoint/2010/main" val="723707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3F895-D710-5D09-4437-EA7BAAB234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744351-150E-23AE-D120-0C6E63F709DA}"/>
              </a:ext>
            </a:extLst>
          </p:cNvPr>
          <p:cNvSpPr>
            <a:spLocks noGrp="1"/>
          </p:cNvSpPr>
          <p:nvPr>
            <p:ph type="title"/>
          </p:nvPr>
        </p:nvSpPr>
        <p:spPr>
          <a:xfrm>
            <a:off x="838200" y="2766218"/>
            <a:ext cx="10515600" cy="1325563"/>
          </a:xfrm>
        </p:spPr>
        <p:txBody>
          <a:bodyPr>
            <a:normAutofit/>
          </a:bodyPr>
          <a:lstStyle/>
          <a:p>
            <a:pPr algn="ctr"/>
            <a:r>
              <a:rPr lang="en-US" sz="4800" b="1" dirty="0"/>
              <a:t>Recent Advances</a:t>
            </a:r>
          </a:p>
        </p:txBody>
      </p:sp>
    </p:spTree>
    <p:extLst>
      <p:ext uri="{BB962C8B-B14F-4D97-AF65-F5344CB8AC3E}">
        <p14:creationId xmlns:p14="http://schemas.microsoft.com/office/powerpoint/2010/main" val="3160088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88769-8EFD-1CE1-0A21-52979B5E35B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3B1A59B-4684-B662-60A0-8970D8B8CC56}"/>
              </a:ext>
            </a:extLst>
          </p:cNvPr>
          <p:cNvSpPr>
            <a:spLocks noGrp="1"/>
          </p:cNvSpPr>
          <p:nvPr>
            <p:ph idx="1"/>
          </p:nvPr>
        </p:nvSpPr>
        <p:spPr>
          <a:xfrm>
            <a:off x="838200" y="622170"/>
            <a:ext cx="10515600" cy="5731496"/>
          </a:xfrm>
        </p:spPr>
        <p:txBody>
          <a:bodyPr>
            <a:normAutofit/>
          </a:bodyPr>
          <a:lstStyle/>
          <a:p>
            <a:r>
              <a:rPr lang="en-US" b="1" dirty="0"/>
              <a:t>Cancer Treatment</a:t>
            </a:r>
            <a:endParaRPr lang="en-US" dirty="0"/>
          </a:p>
          <a:p>
            <a:pPr lvl="1"/>
            <a:r>
              <a:rPr lang="en-US" dirty="0"/>
              <a:t>Scientists have made medicines that can “switch on” apoptosis in cancer cells.</a:t>
            </a:r>
          </a:p>
          <a:p>
            <a:pPr lvl="1"/>
            <a:r>
              <a:rPr lang="en-US" dirty="0"/>
              <a:t>Example: </a:t>
            </a:r>
            <a:r>
              <a:rPr lang="en-US" i="1" dirty="0"/>
              <a:t>Bcl-2 inhibitors</a:t>
            </a:r>
            <a:r>
              <a:rPr lang="en-US" dirty="0"/>
              <a:t> like </a:t>
            </a:r>
            <a:r>
              <a:rPr lang="en-US" b="1" dirty="0" err="1"/>
              <a:t>Venetoclax</a:t>
            </a:r>
            <a:r>
              <a:rPr lang="en-US" dirty="0"/>
              <a:t> are now used in some leukemias. These drugs block the proteins that normally prevent cancer cells from dying.</a:t>
            </a:r>
          </a:p>
          <a:p>
            <a:r>
              <a:rPr lang="en-US" b="1" dirty="0"/>
              <a:t>Neurodegenerative Diseases</a:t>
            </a:r>
            <a:endParaRPr lang="en-US" dirty="0"/>
          </a:p>
          <a:p>
            <a:pPr lvl="1"/>
            <a:r>
              <a:rPr lang="en-US" dirty="0"/>
              <a:t>In diseases like </a:t>
            </a:r>
            <a:r>
              <a:rPr lang="en-US" b="1" dirty="0"/>
              <a:t>Alzheimer’s and Parkinson’s</a:t>
            </a:r>
            <a:r>
              <a:rPr lang="en-US" dirty="0"/>
              <a:t>, too much apoptosis causes loss of brain cells.</a:t>
            </a:r>
          </a:p>
          <a:p>
            <a:pPr lvl="1"/>
            <a:r>
              <a:rPr lang="en-US" dirty="0"/>
              <a:t>Researchers are testing drugs that </a:t>
            </a:r>
            <a:r>
              <a:rPr lang="en-US" b="1" dirty="0"/>
              <a:t>protect neurons by slowing down apoptosis</a:t>
            </a:r>
            <a:r>
              <a:rPr lang="en-US" dirty="0"/>
              <a:t>, so memory and movement problems may progress more slowly.</a:t>
            </a:r>
          </a:p>
          <a:p>
            <a:r>
              <a:rPr lang="en-US" b="1" dirty="0"/>
              <a:t>Autoimmune Diseases</a:t>
            </a:r>
            <a:endParaRPr lang="en-US" dirty="0"/>
          </a:p>
          <a:p>
            <a:pPr lvl="1"/>
            <a:r>
              <a:rPr lang="en-US" dirty="0"/>
              <a:t>In conditions like </a:t>
            </a:r>
            <a:r>
              <a:rPr lang="en-US" b="1" dirty="0"/>
              <a:t>systemic lupus erythematosus (SLE)</a:t>
            </a:r>
            <a:r>
              <a:rPr lang="en-US" dirty="0"/>
              <a:t>, faulty clearance of apoptotic cells triggers the immune system to attack the body.</a:t>
            </a:r>
          </a:p>
          <a:p>
            <a:pPr lvl="1"/>
            <a:r>
              <a:rPr lang="en-US" dirty="0"/>
              <a:t>New treatments aim to </a:t>
            </a:r>
            <a:r>
              <a:rPr lang="en-US" b="1" dirty="0"/>
              <a:t>improve clearance of dying cells</a:t>
            </a:r>
            <a:r>
              <a:rPr lang="en-US" dirty="0"/>
              <a:t> and reduce autoimmunity.</a:t>
            </a:r>
          </a:p>
        </p:txBody>
      </p:sp>
    </p:spTree>
    <p:extLst>
      <p:ext uri="{BB962C8B-B14F-4D97-AF65-F5344CB8AC3E}">
        <p14:creationId xmlns:p14="http://schemas.microsoft.com/office/powerpoint/2010/main" val="1064748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5D48E-EF77-1FBC-B5B1-BF3EE808CCA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CADE425-AEF7-BB8E-1A70-E2E21E1A200B}"/>
              </a:ext>
            </a:extLst>
          </p:cNvPr>
          <p:cNvSpPr>
            <a:spLocks noGrp="1"/>
          </p:cNvSpPr>
          <p:nvPr>
            <p:ph idx="1"/>
          </p:nvPr>
        </p:nvSpPr>
        <p:spPr/>
        <p:txBody>
          <a:bodyPr/>
          <a:lstStyle/>
          <a:p>
            <a:r>
              <a:rPr lang="en-US" b="1" dirty="0"/>
              <a:t>Infections and Immunology</a:t>
            </a:r>
            <a:endParaRPr lang="en-US" dirty="0"/>
          </a:p>
          <a:p>
            <a:pPr lvl="1"/>
            <a:r>
              <a:rPr lang="en-US" dirty="0"/>
              <a:t>Some viruses (like HIV, hepatitis) try to block apoptosis to survive inside cells.</a:t>
            </a:r>
          </a:p>
          <a:p>
            <a:pPr lvl="1"/>
            <a:r>
              <a:rPr lang="en-US" dirty="0"/>
              <a:t>Research is focused on drugs that can </a:t>
            </a:r>
            <a:r>
              <a:rPr lang="en-US" b="1" dirty="0"/>
              <a:t>force infected cells to undergo apoptosis</a:t>
            </a:r>
            <a:r>
              <a:rPr lang="en-US" dirty="0"/>
              <a:t>, limiting viral spread.</a:t>
            </a:r>
          </a:p>
          <a:p>
            <a:r>
              <a:rPr lang="en-US" b="1" dirty="0"/>
              <a:t>Targeted Therapies</a:t>
            </a:r>
            <a:endParaRPr lang="en-US" dirty="0"/>
          </a:p>
          <a:p>
            <a:pPr lvl="1"/>
            <a:r>
              <a:rPr lang="en-US" dirty="0"/>
              <a:t>Instead of killing all cells (like traditional chemotherapy), newer drugs act like “precision switches” that </a:t>
            </a:r>
            <a:r>
              <a:rPr lang="en-US" b="1" dirty="0"/>
              <a:t>only push diseased cells into apoptosis</a:t>
            </a:r>
            <a:r>
              <a:rPr lang="en-US" dirty="0"/>
              <a:t>.</a:t>
            </a:r>
          </a:p>
          <a:p>
            <a:pPr lvl="1"/>
            <a:r>
              <a:rPr lang="en-US" dirty="0"/>
              <a:t>This reduces side effects and makes treatments safer.</a:t>
            </a:r>
          </a:p>
          <a:p>
            <a:pPr marL="0" indent="0">
              <a:buNone/>
            </a:pPr>
            <a:endParaRPr lang="en-US" dirty="0"/>
          </a:p>
        </p:txBody>
      </p:sp>
    </p:spTree>
    <p:extLst>
      <p:ext uri="{BB962C8B-B14F-4D97-AF65-F5344CB8AC3E}">
        <p14:creationId xmlns:p14="http://schemas.microsoft.com/office/powerpoint/2010/main" val="3636755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F738-545D-AA12-EF9E-25E377CBAF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FDC5A5-2B0A-16AE-A1EE-BBA8B834E8D9}"/>
              </a:ext>
            </a:extLst>
          </p:cNvPr>
          <p:cNvSpPr>
            <a:spLocks noGrp="1"/>
          </p:cNvSpPr>
          <p:nvPr>
            <p:ph idx="1"/>
          </p:nvPr>
        </p:nvSpPr>
        <p:spPr/>
        <p:txBody>
          <a:bodyPr>
            <a:normAutofit lnSpcReduction="10000"/>
          </a:bodyPr>
          <a:lstStyle/>
          <a:p>
            <a:pPr marL="0" indent="0">
              <a:buNone/>
            </a:pPr>
            <a:r>
              <a:rPr lang="en-US" b="1" dirty="0"/>
              <a:t>1. Electroporation</a:t>
            </a:r>
          </a:p>
          <a:p>
            <a:pPr marL="0" indent="0">
              <a:buNone/>
            </a:pPr>
            <a:r>
              <a:rPr lang="en-US" b="1" dirty="0"/>
              <a:t>What it is:</a:t>
            </a:r>
            <a:r>
              <a:rPr lang="en-US" dirty="0"/>
              <a:t> Application of short, high-voltage electrical pulses to cells.</a:t>
            </a:r>
          </a:p>
          <a:p>
            <a:pPr marL="0" indent="0">
              <a:buNone/>
            </a:pPr>
            <a:r>
              <a:rPr lang="en-US" b="1" dirty="0"/>
              <a:t>What it does:</a:t>
            </a:r>
            <a:r>
              <a:rPr lang="en-US" dirty="0"/>
              <a:t> Creates temporary pores (“holes”) in the cell membrane.</a:t>
            </a:r>
          </a:p>
          <a:p>
            <a:pPr marL="0" indent="0">
              <a:buNone/>
            </a:pPr>
            <a:r>
              <a:rPr lang="en-US" b="1" dirty="0"/>
              <a:t>Effect on Cancer Cells:</a:t>
            </a:r>
            <a:endParaRPr lang="en-US" dirty="0"/>
          </a:p>
          <a:p>
            <a:pPr lvl="1"/>
            <a:r>
              <a:rPr lang="en-US" dirty="0"/>
              <a:t>If low intensity → used to deliver chemotherapy drugs or DNA/RNA directly into tumor cells (“electrochemotherapy”).</a:t>
            </a:r>
          </a:p>
          <a:p>
            <a:pPr lvl="1"/>
            <a:r>
              <a:rPr lang="en-US" dirty="0"/>
              <a:t>If high intensity and repeated → causes </a:t>
            </a:r>
            <a:r>
              <a:rPr lang="en-US" b="1" dirty="0"/>
              <a:t>loss of membrane integrity, ion imbalance, mitochondrial damage → apoptosis (programmed cell death)</a:t>
            </a:r>
            <a:r>
              <a:rPr lang="en-US" dirty="0"/>
              <a:t>.</a:t>
            </a:r>
          </a:p>
          <a:p>
            <a:pPr marL="0" indent="0">
              <a:buNone/>
            </a:pPr>
            <a:r>
              <a:rPr lang="en-US" b="1" dirty="0"/>
              <a:t>Example:</a:t>
            </a:r>
            <a:r>
              <a:rPr lang="en-US" dirty="0"/>
              <a:t> Electrochemotherapy with bleomycin or cisplatin is now used in skin tumors, head and neck cancers, and soft tissue sarcomas in Europe.</a:t>
            </a:r>
          </a:p>
          <a:p>
            <a:pPr marL="0" indent="0">
              <a:buNone/>
            </a:pPr>
            <a:endParaRPr lang="en-US" dirty="0"/>
          </a:p>
        </p:txBody>
      </p:sp>
    </p:spTree>
    <p:extLst>
      <p:ext uri="{BB962C8B-B14F-4D97-AF65-F5344CB8AC3E}">
        <p14:creationId xmlns:p14="http://schemas.microsoft.com/office/powerpoint/2010/main" val="3240462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98F15-02D4-BF17-F98F-3D3C137D22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83880E-BCAB-D05A-0F80-C43EDCB8B4E0}"/>
              </a:ext>
            </a:extLst>
          </p:cNvPr>
          <p:cNvSpPr>
            <a:spLocks noGrp="1"/>
          </p:cNvSpPr>
          <p:nvPr>
            <p:ph idx="1"/>
          </p:nvPr>
        </p:nvSpPr>
        <p:spPr/>
        <p:txBody>
          <a:bodyPr/>
          <a:lstStyle/>
          <a:p>
            <a:pPr marL="0" indent="0">
              <a:buNone/>
            </a:pPr>
            <a:r>
              <a:rPr lang="en-US" b="1" dirty="0"/>
              <a:t>2. Electrical Stimulation (Direct Current / Pulsed Fields)</a:t>
            </a:r>
          </a:p>
          <a:p>
            <a:pPr marL="0" indent="0">
              <a:buNone/>
            </a:pPr>
            <a:r>
              <a:rPr lang="en-US" b="1" dirty="0"/>
              <a:t>What it is:</a:t>
            </a:r>
            <a:r>
              <a:rPr lang="en-US" dirty="0"/>
              <a:t> Passing controlled electrical currents through tumors.</a:t>
            </a:r>
          </a:p>
          <a:p>
            <a:pPr marL="0" indent="0">
              <a:buNone/>
            </a:pPr>
            <a:r>
              <a:rPr lang="en-US" b="1" dirty="0"/>
              <a:t>Effect:</a:t>
            </a:r>
            <a:endParaRPr lang="en-US" dirty="0"/>
          </a:p>
          <a:p>
            <a:pPr lvl="1"/>
            <a:r>
              <a:rPr lang="en-US" dirty="0"/>
              <a:t>Alters </a:t>
            </a:r>
            <a:r>
              <a:rPr lang="en-US" b="1" dirty="0"/>
              <a:t>cell membrane potential</a:t>
            </a:r>
            <a:r>
              <a:rPr lang="en-US" dirty="0"/>
              <a:t>, leading to calcium influx and mitochondrial stress.</a:t>
            </a:r>
          </a:p>
          <a:p>
            <a:pPr lvl="1"/>
            <a:r>
              <a:rPr lang="en-US" dirty="0"/>
              <a:t>Activates </a:t>
            </a:r>
            <a:r>
              <a:rPr lang="en-US" b="1" dirty="0"/>
              <a:t>caspase cascade</a:t>
            </a:r>
            <a:r>
              <a:rPr lang="en-US" dirty="0"/>
              <a:t> → apoptosis.</a:t>
            </a:r>
          </a:p>
          <a:p>
            <a:pPr marL="0" indent="0">
              <a:buNone/>
            </a:pPr>
            <a:r>
              <a:rPr lang="en-US" b="1" dirty="0"/>
              <a:t>Clinical Angle:</a:t>
            </a:r>
            <a:r>
              <a:rPr lang="en-US" dirty="0"/>
              <a:t> Known as </a:t>
            </a:r>
            <a:r>
              <a:rPr lang="en-US" b="1" dirty="0"/>
              <a:t>Tumor Treating Fields (TTFs)</a:t>
            </a:r>
            <a:r>
              <a:rPr lang="en-US" dirty="0"/>
              <a:t> in glioblastoma. Low-intensity alternating electric fields disrupt mitosis and trigger apoptosis selectively in tumor cells, sparing most normal tissue.</a:t>
            </a:r>
          </a:p>
          <a:p>
            <a:pPr marL="0" indent="0">
              <a:buNone/>
            </a:pPr>
            <a:endParaRPr lang="en-US" dirty="0"/>
          </a:p>
        </p:txBody>
      </p:sp>
    </p:spTree>
    <p:extLst>
      <p:ext uri="{BB962C8B-B14F-4D97-AF65-F5344CB8AC3E}">
        <p14:creationId xmlns:p14="http://schemas.microsoft.com/office/powerpoint/2010/main" val="895258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F563E-6408-5509-3C64-69F63860C6CF}"/>
              </a:ext>
            </a:extLst>
          </p:cNvPr>
          <p:cNvSpPr>
            <a:spLocks noGrp="1"/>
          </p:cNvSpPr>
          <p:nvPr>
            <p:ph type="title"/>
          </p:nvPr>
        </p:nvSpPr>
        <p:spPr/>
        <p:txBody>
          <a:bodyPr/>
          <a:lstStyle/>
          <a:p>
            <a:r>
              <a:rPr lang="en-US" dirty="0"/>
              <a:t> </a:t>
            </a:r>
          </a:p>
        </p:txBody>
      </p:sp>
      <p:pic>
        <p:nvPicPr>
          <p:cNvPr id="3074" name="Picture 2" descr="Cell death due to electroporation – A review - ScienceDirect">
            <a:extLst>
              <a:ext uri="{FF2B5EF4-FFF2-40B4-BE49-F238E27FC236}">
                <a16:creationId xmlns:a16="http://schemas.microsoft.com/office/drawing/2014/main" id="{547550CB-7271-7C47-570D-FA6082746C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73524" y="889586"/>
            <a:ext cx="7244952" cy="5078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31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8F418-D78D-05C3-265C-AD3EAADA1686}"/>
              </a:ext>
            </a:extLst>
          </p:cNvPr>
          <p:cNvSpPr>
            <a:spLocks noGrp="1"/>
          </p:cNvSpPr>
          <p:nvPr>
            <p:ph type="title"/>
          </p:nvPr>
        </p:nvSpPr>
        <p:spPr/>
        <p:txBody>
          <a:bodyPr/>
          <a:lstStyle/>
          <a:p>
            <a:r>
              <a:rPr lang="en-US" dirty="0"/>
              <a:t> </a:t>
            </a:r>
          </a:p>
        </p:txBody>
      </p:sp>
      <p:pic>
        <p:nvPicPr>
          <p:cNvPr id="4098" name="Picture 2" descr="Electrochemotherapy: An Alternative Strategy for Improving Therapy in  Drug-Resistant SOLID Tumors">
            <a:extLst>
              <a:ext uri="{FF2B5EF4-FFF2-40B4-BE49-F238E27FC236}">
                <a16:creationId xmlns:a16="http://schemas.microsoft.com/office/drawing/2014/main" id="{2CDEA47A-C5D5-2BB1-D7F5-D82F8EB0D2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70218" y="970961"/>
            <a:ext cx="5451563" cy="520600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73C422C-D961-4E4D-1829-AF582D05F353}"/>
              </a:ext>
            </a:extLst>
          </p:cNvPr>
          <p:cNvSpPr txBox="1"/>
          <p:nvPr/>
        </p:nvSpPr>
        <p:spPr>
          <a:xfrm>
            <a:off x="2727353" y="6413465"/>
            <a:ext cx="6094428" cy="369332"/>
          </a:xfrm>
          <a:prstGeom prst="rect">
            <a:avLst/>
          </a:prstGeom>
          <a:noFill/>
        </p:spPr>
        <p:txBody>
          <a:bodyPr wrap="square">
            <a:spAutoFit/>
          </a:bodyPr>
          <a:lstStyle/>
          <a:p>
            <a:r>
              <a:rPr lang="en-US" dirty="0"/>
              <a:t>Ref: https://doi.org/10.3390/cancers14174341</a:t>
            </a:r>
          </a:p>
        </p:txBody>
      </p:sp>
    </p:spTree>
    <p:extLst>
      <p:ext uri="{BB962C8B-B14F-4D97-AF65-F5344CB8AC3E}">
        <p14:creationId xmlns:p14="http://schemas.microsoft.com/office/powerpoint/2010/main" val="1171047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26CF-58F1-6F8F-D579-224AC69DA733}"/>
              </a:ext>
            </a:extLst>
          </p:cNvPr>
          <p:cNvSpPr>
            <a:spLocks noGrp="1"/>
          </p:cNvSpPr>
          <p:nvPr>
            <p:ph type="title"/>
          </p:nvPr>
        </p:nvSpPr>
        <p:spPr/>
        <p:txBody>
          <a:bodyPr/>
          <a:lstStyle/>
          <a:p>
            <a:r>
              <a:rPr lang="en-US" dirty="0"/>
              <a:t> </a:t>
            </a:r>
          </a:p>
        </p:txBody>
      </p:sp>
      <p:sp>
        <p:nvSpPr>
          <p:cNvPr id="5" name="TextBox 4">
            <a:extLst>
              <a:ext uri="{FF2B5EF4-FFF2-40B4-BE49-F238E27FC236}">
                <a16:creationId xmlns:a16="http://schemas.microsoft.com/office/drawing/2014/main" id="{D4C2DC14-A8DF-6425-5FB2-E62B20D73540}"/>
              </a:ext>
            </a:extLst>
          </p:cNvPr>
          <p:cNvSpPr txBox="1"/>
          <p:nvPr/>
        </p:nvSpPr>
        <p:spPr>
          <a:xfrm>
            <a:off x="3048786" y="5988732"/>
            <a:ext cx="6094428" cy="646331"/>
          </a:xfrm>
          <a:prstGeom prst="rect">
            <a:avLst/>
          </a:prstGeom>
          <a:noFill/>
        </p:spPr>
        <p:txBody>
          <a:bodyPr wrap="square">
            <a:spAutoFit/>
          </a:bodyPr>
          <a:lstStyle/>
          <a:p>
            <a:r>
              <a:rPr lang="en-US" sz="1200" dirty="0"/>
              <a:t>Functional Chitosan Nanoparticles in Cancer Treatment - Scientific Figure on ResearchGate. Available from: https://www.researchgate.net/figure/Schematic-illustration-of-induced-apoptosis-in-HT-29-cells-by-chitosan-nanocarriers_fig7_305739578 [accessed 1 Oct 2025]</a:t>
            </a:r>
          </a:p>
        </p:txBody>
      </p:sp>
      <p:pic>
        <p:nvPicPr>
          <p:cNvPr id="5122" name="Picture 2" descr="Schematic illustration of induced apoptosis in HT 29 cells by chitosan nanocarriers loading silver nanoparticles . Reprinted with permission from [137], P. Sanpui, et al., Induction of apoptosis in cancer cells at low silver nanoparticle concentrations using chitosan nanocarrier. ACS Appl. Mater. Interf. 3, 218 (2011). © 2011, American Chemical Society.  ">
            <a:extLst>
              <a:ext uri="{FF2B5EF4-FFF2-40B4-BE49-F238E27FC236}">
                <a16:creationId xmlns:a16="http://schemas.microsoft.com/office/drawing/2014/main" id="{85CCB792-3B8C-1EFD-6FF4-39A2F147C6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9478" y="1011307"/>
            <a:ext cx="6853044" cy="4466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27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9ABEE-4F0A-7218-A25E-DCEA83FFAE54}"/>
              </a:ext>
            </a:extLst>
          </p:cNvPr>
          <p:cNvSpPr>
            <a:spLocks noGrp="1"/>
          </p:cNvSpPr>
          <p:nvPr>
            <p:ph type="title"/>
          </p:nvPr>
        </p:nvSpPr>
        <p:spPr/>
        <p:txBody>
          <a:bodyPr/>
          <a:lstStyle/>
          <a:p>
            <a:r>
              <a:rPr lang="en-US" dirty="0"/>
              <a:t>Take Home message</a:t>
            </a:r>
          </a:p>
        </p:txBody>
      </p:sp>
      <p:sp>
        <p:nvSpPr>
          <p:cNvPr id="3" name="Content Placeholder 2">
            <a:extLst>
              <a:ext uri="{FF2B5EF4-FFF2-40B4-BE49-F238E27FC236}">
                <a16:creationId xmlns:a16="http://schemas.microsoft.com/office/drawing/2014/main" id="{EFE640F2-6E54-C902-BC33-63FAEA794BAB}"/>
              </a:ext>
            </a:extLst>
          </p:cNvPr>
          <p:cNvSpPr>
            <a:spLocks noGrp="1"/>
          </p:cNvSpPr>
          <p:nvPr>
            <p:ph idx="1"/>
          </p:nvPr>
        </p:nvSpPr>
        <p:spPr/>
        <p:txBody>
          <a:bodyPr/>
          <a:lstStyle/>
          <a:p>
            <a:pPr marL="0" indent="0">
              <a:buNone/>
            </a:pPr>
            <a:r>
              <a:rPr lang="en-US" i="1" dirty="0"/>
              <a:t>Apoptosis is not just a textbook concept — it is at the heart of modern medicine. Whether in cancer, brain diseases, immunity, or infections, scientists are learning to control apoptosis to either save cells or make harmful cells die at the right time.</a:t>
            </a:r>
          </a:p>
        </p:txBody>
      </p:sp>
    </p:spTree>
    <p:extLst>
      <p:ext uri="{BB962C8B-B14F-4D97-AF65-F5344CB8AC3E}">
        <p14:creationId xmlns:p14="http://schemas.microsoft.com/office/powerpoint/2010/main" val="2827735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2348B-B182-F21E-7297-E81C190FA680}"/>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3" name="Content Placeholder 2">
            <a:extLst>
              <a:ext uri="{FF2B5EF4-FFF2-40B4-BE49-F238E27FC236}">
                <a16:creationId xmlns:a16="http://schemas.microsoft.com/office/drawing/2014/main" id="{3B6F979E-95B0-31BA-FE10-BCD3EF765639}"/>
              </a:ext>
            </a:extLst>
          </p:cNvPr>
          <p:cNvSpPr>
            <a:spLocks noGrp="1"/>
          </p:cNvSpPr>
          <p:nvPr>
            <p:ph idx="1"/>
          </p:nvPr>
        </p:nvSpPr>
        <p:spPr/>
        <p:txBody>
          <a:bodyPr/>
          <a:lstStyle/>
          <a:p>
            <a:pPr marL="0" indent="0">
              <a:buNone/>
            </a:pPr>
            <a:r>
              <a:rPr lang="en-US" dirty="0"/>
              <a:t> </a:t>
            </a:r>
          </a:p>
        </p:txBody>
      </p:sp>
    </p:spTree>
    <p:extLst>
      <p:ext uri="{BB962C8B-B14F-4D97-AF65-F5344CB8AC3E}">
        <p14:creationId xmlns:p14="http://schemas.microsoft.com/office/powerpoint/2010/main" val="27185062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294</TotalTime>
  <Words>1142</Words>
  <Application>Microsoft Office PowerPoint</Application>
  <PresentationFormat>Widescreen</PresentationFormat>
  <Paragraphs>105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Apoptosis</vt:lpstr>
      <vt:lpstr>Contents</vt:lpstr>
      <vt:lpstr>Case Scenarios</vt:lpstr>
      <vt:lpstr> </vt:lpstr>
      <vt:lpstr> </vt:lpstr>
      <vt:lpstr>History</vt:lpstr>
      <vt:lpstr> </vt:lpstr>
      <vt:lpstr>PowerPoint Presentation</vt:lpstr>
      <vt:lpstr> </vt:lpstr>
      <vt:lpstr>Apoptosis and Necrosis</vt:lpstr>
      <vt:lpstr> </vt:lpstr>
      <vt:lpstr>Intrinsic and Extrinsic Pathways</vt:lpstr>
      <vt:lpstr> </vt:lpstr>
      <vt:lpstr>PowerPoint Presentation</vt:lpstr>
      <vt:lpstr>PowerPoint Presentation</vt:lpstr>
      <vt:lpstr>Recent Advances</vt:lpstr>
      <vt:lpstr> </vt:lpstr>
      <vt:lpstr> </vt:lpstr>
      <vt:lpstr>PowerPoint Presentation</vt:lpstr>
      <vt:lpstr>PowerPoint Presentation</vt:lpstr>
      <vt:lpstr> </vt:lpstr>
      <vt:lpstr> </vt:lpstr>
      <vt:lpstr> </vt:lpstr>
      <vt:lpstr>Take Home message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Akhil Raj Kumar Yerra</dc:creator>
  <cp:lastModifiedBy>Vishnu Akhil Raj Kumar Yerra</cp:lastModifiedBy>
  <cp:revision>33</cp:revision>
  <dcterms:created xsi:type="dcterms:W3CDTF">2025-06-03T08:22:01Z</dcterms:created>
  <dcterms:modified xsi:type="dcterms:W3CDTF">2025-10-01T04:31:11Z</dcterms:modified>
</cp:coreProperties>
</file>