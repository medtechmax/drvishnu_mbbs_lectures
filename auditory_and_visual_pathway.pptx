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81" r:id="rId5"/>
    <p:sldId id="282" r:id="rId6"/>
    <p:sldId id="283" r:id="rId7"/>
    <p:sldId id="280" r:id="rId8"/>
    <p:sldId id="278" r:id="rId9"/>
    <p:sldId id="275" r:id="rId10"/>
    <p:sldId id="277" r:id="rId11"/>
    <p:sldId id="27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844D-047F-C1FD-79A1-EAC0EECF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D7651-60E1-C628-CBA7-8168C43F3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C65B-1906-2E07-6148-3CA66E6C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5914-8597-5B4F-8072-5677312A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874E4-46B7-B983-E57E-3DD187E1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2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EC70-F613-C643-28E8-3AD4C702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5ACF-20A8-F01D-15C8-A04F6ADF6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E190-ECB8-93A4-943A-EF8B6139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ACFA0-BA35-9778-7C7D-35ED7692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BEC45-5D72-5D32-D1F9-8FEA2CDE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8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B8B6-2DD1-6C46-E9DF-0EBCC93A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97F23-3D06-46A1-45AE-A2FE2FD1D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AC1B4-D4B9-1AE9-9A27-06B8B5CB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3B369-23C4-0B82-D671-142525BE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7128-7A4C-B04E-6C42-08E730FB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EB1F-E0A5-015C-3D87-4802B7B9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0CF85-3C52-3215-0633-DFE9A3B82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B6361-34E0-D4FC-C5FC-844948B53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E0BA0-99E8-6B58-7682-15925056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DB049-22E4-22E8-9C81-610D4C0E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7C989-0D8C-272D-6021-8E5C6883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8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8CD2-4F30-2347-E72D-33052A3B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F9E50-BA25-72BA-4F43-310C2D5CD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CE047-2AB8-1EC1-4118-8A3E8F02A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8C783-2069-E442-1575-BBAFC10F1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5743E-0A66-3271-054A-71904491F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0767A-48E0-A589-C06B-59D29504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E6D89-9DA5-2CD5-1EE5-EB4A9FFE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3F547-6D0B-B7EF-B6DA-709B8793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97CE-A93E-E579-8696-F69FEAB5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20F1F-A80A-49D0-1DA6-6FD20AD4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D2A82-002A-6553-3766-9E66C6A6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98EB5-BA4A-5A43-3C96-D482C480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8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7953E-3086-2284-828B-D6FD11AF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25C8B-C310-C893-92E5-14A05E56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BC570-E284-F6A1-A3D8-48CE5751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74A9-CA68-C1FE-0868-2BA7E978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E2DD-3DCD-7FB4-4696-D3B37239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BC314-0824-0880-EB13-7F2FCCEF1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62D02-F954-A3C3-3771-FB0A3EC7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4A6BE-21EC-A975-AA61-F7E7741C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97548-0299-1173-C096-F0261CCC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9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DA0D-6115-1142-B3D4-0CAF3D10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B3E95-4C92-294B-A125-96467B617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74D6F-1C9A-0FBB-8AD6-C4C05B389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EE654-9607-0ED4-2579-4F88E352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0130A-5264-3725-16D2-9A8D94C6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4FAAA-5965-D7B7-4B8D-DDE90BD2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1588-81DF-DF21-583A-34607CA5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B4F94-7E3F-97C6-B07E-08ED84060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D732-C24A-A9C6-CC8F-FFA398CA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1133-E565-B60C-8B8B-432C6FCB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6B9D-9E6D-49B9-3CF5-B45AA9D4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FED54-D96F-7116-08FE-E26B811D7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1BA76-87D2-33CA-32B7-3061A9016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F807-26E2-14B1-AD0D-36791E01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EA5D-AB7D-C848-9150-4BBFEFC2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8E95E-E6CE-6341-2AEA-7CA65BF5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4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A6A6C-E050-9EC0-63E5-3DAEFCE6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C4D0F-FC0B-F88B-EA8A-7221DEAE5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3D4E8-AA1A-497D-0124-7AE6C7932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2E92B-D312-4FD9-AEBC-0E84A23D2EFA}" type="datetimeFigureOut">
              <a:rPr lang="en-US" smtClean="0"/>
              <a:t>09-Apr-25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E88E8-C6BD-0874-7E11-40DB3A2F0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25450-36AA-FA6E-7403-6A2D7EA1A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8CA91-763C-457B-AA7C-AB6D7FF4D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8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8EC9-DD1E-0599-7252-AA147D555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540" y="1932494"/>
            <a:ext cx="11096919" cy="1002433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Visual and Auditory pathways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DD6AA-8A2F-72E3-0BAA-9AF8943740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Dr. Yerra Vishnu Akhil Raj Kumar</a:t>
            </a:r>
          </a:p>
          <a:p>
            <a:r>
              <a:rPr lang="en-US" dirty="0"/>
              <a:t>Senior Resident, Dept. of Physiology, AIIMS </a:t>
            </a:r>
            <a:r>
              <a:rPr lang="en-US" dirty="0" err="1"/>
              <a:t>Bibinagar</a:t>
            </a:r>
            <a:endParaRPr lang="en-US" dirty="0"/>
          </a:p>
          <a:p>
            <a:r>
              <a:rPr lang="en-US" sz="2000" dirty="0"/>
              <a:t>MBBS- AIIMS Patna</a:t>
            </a:r>
          </a:p>
          <a:p>
            <a:r>
              <a:rPr lang="en-US" sz="2000" dirty="0"/>
              <a:t>MD Physiology- AIIMS Raipur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5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9616-E3CB-38D8-4676-7394CE33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99F9-D12B-AADF-68CD-B06D9A6A7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Pathway</a:t>
            </a:r>
          </a:p>
          <a:p>
            <a:r>
              <a:rPr lang="en-US" dirty="0"/>
              <a:t>Auditory Pathway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20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A606-FA69-D4E3-D3F5-22A40831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Visual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CC02-82AC-C67B-C2E7-8F701026F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84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6EA6-58A0-54CE-30A0-3C2C02B7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40FBE-4AA3-7892-545A-5FC06CFA2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9320" y="460585"/>
            <a:ext cx="4637956" cy="5565549"/>
          </a:xfrm>
        </p:spPr>
      </p:pic>
    </p:spTree>
    <p:extLst>
      <p:ext uri="{BB962C8B-B14F-4D97-AF65-F5344CB8AC3E}">
        <p14:creationId xmlns:p14="http://schemas.microsoft.com/office/powerpoint/2010/main" val="358725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7E79-C00D-79ED-AC43-49C8CA05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ACBCF-60D6-4201-29C8-AD8327062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999" y="876694"/>
            <a:ext cx="6376242" cy="4782182"/>
          </a:xfrm>
        </p:spPr>
      </p:pic>
    </p:spTree>
    <p:extLst>
      <p:ext uri="{BB962C8B-B14F-4D97-AF65-F5344CB8AC3E}">
        <p14:creationId xmlns:p14="http://schemas.microsoft.com/office/powerpoint/2010/main" val="93786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0B41-97C7-98CF-926F-43C0E2AB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781A7-9574-BBF0-F205-5FC910368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1754" y="703835"/>
            <a:ext cx="5808491" cy="5112503"/>
          </a:xfrm>
        </p:spPr>
      </p:pic>
    </p:spTree>
    <p:extLst>
      <p:ext uri="{BB962C8B-B14F-4D97-AF65-F5344CB8AC3E}">
        <p14:creationId xmlns:p14="http://schemas.microsoft.com/office/powerpoint/2010/main" val="395918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69E4-653C-72BA-2D92-3E5E37F0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41FA3D-A97D-6809-2BDF-D469EA5A6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9383" y="90267"/>
            <a:ext cx="5033912" cy="6677465"/>
          </a:xfrm>
        </p:spPr>
      </p:pic>
    </p:spTree>
    <p:extLst>
      <p:ext uri="{BB962C8B-B14F-4D97-AF65-F5344CB8AC3E}">
        <p14:creationId xmlns:p14="http://schemas.microsoft.com/office/powerpoint/2010/main" val="383852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A219-8B0D-C07B-2523-0042CD89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DC45-B8BA-ACF4-5E57-A5A39AAE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2050" name="Picture 2" descr="Lesions in Visual Pathway - MEDizzy">
            <a:extLst>
              <a:ext uri="{FF2B5EF4-FFF2-40B4-BE49-F238E27FC236}">
                <a16:creationId xmlns:a16="http://schemas.microsoft.com/office/drawing/2014/main" id="{31723F8F-0A7A-D5F0-AEA7-372557B87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331" y="0"/>
            <a:ext cx="3843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17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84F9E-53AF-1543-F942-5EDB9F84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28B2-2A6A-1509-9A1F-71537856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Auditory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F3819-2906-F118-3C52-54F97FB9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72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4A03-2579-BB0C-8451-4337CE05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16A79-9A0F-FBC2-32BA-E7B0E38E2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28"/>
          <a:stretch/>
        </p:blipFill>
        <p:spPr>
          <a:xfrm>
            <a:off x="1668543" y="1410644"/>
            <a:ext cx="9061617" cy="4182059"/>
          </a:xfrm>
        </p:spPr>
      </p:pic>
    </p:spTree>
    <p:extLst>
      <p:ext uri="{BB962C8B-B14F-4D97-AF65-F5344CB8AC3E}">
        <p14:creationId xmlns:p14="http://schemas.microsoft.com/office/powerpoint/2010/main" val="263592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7237-165D-262B-6761-529B7022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CE536-23C8-9B5C-6DA8-851511406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7855" y="365125"/>
            <a:ext cx="3650403" cy="5814217"/>
          </a:xfrm>
        </p:spPr>
      </p:pic>
      <p:pic>
        <p:nvPicPr>
          <p:cNvPr id="3074" name="Picture 2" descr="Mnemonic:- Auditory Pathway 👉 DM for free sample of ...">
            <a:extLst>
              <a:ext uri="{FF2B5EF4-FFF2-40B4-BE49-F238E27FC236}">
                <a16:creationId xmlns:a16="http://schemas.microsoft.com/office/drawing/2014/main" id="{4CCF73F7-7B3F-7109-AB55-47FBEE803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919" y="1524632"/>
            <a:ext cx="2431378" cy="243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24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BD2C-7269-EA71-1EB0-397113BF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69D0-4F2B-EB9F-744A-701D6B67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635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50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Visual and Auditory pathways</vt:lpstr>
      <vt:lpstr>Contents</vt:lpstr>
      <vt:lpstr>Visual Pathway</vt:lpstr>
      <vt:lpstr> </vt:lpstr>
      <vt:lpstr> </vt:lpstr>
      <vt:lpstr> </vt:lpstr>
      <vt:lpstr> </vt:lpstr>
      <vt:lpstr> </vt:lpstr>
      <vt:lpstr>Auditory Pathway</vt:lpstr>
      <vt:lpstr> </vt:lpstr>
      <vt:lpstr>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33</cp:revision>
  <dcterms:created xsi:type="dcterms:W3CDTF">2025-04-07T07:19:26Z</dcterms:created>
  <dcterms:modified xsi:type="dcterms:W3CDTF">2025-04-09T07:55:23Z</dcterms:modified>
</cp:coreProperties>
</file>