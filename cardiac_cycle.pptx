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4F39-2548-32CF-52D0-95A9F1C8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18C29-6A58-1305-C888-B64361D14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A9511-AF2A-5C77-9AC3-BE42FC32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45D80-90EE-6269-D198-494CA39C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7EF6D-8560-5B6B-11F8-350E6D5E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8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AC94-8E10-D32D-4896-1076F950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0A5C-F992-7294-51A2-A492D831B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5BF6-621A-6727-4483-E73878FA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D5B62-C75C-61EC-41AA-7451A79E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D8C31-5C7A-2231-57B8-1C35906D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0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FA70C-5F4A-8125-0236-3F11DEC8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B0BF7-D39B-C02C-96BC-16646557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4FA4F-6292-74A0-C6B6-DD8E563D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C6147-163C-4B59-614A-56DC7B2A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AEEAB-47F0-9524-9A83-87CE6751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3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3731-584D-21BC-FCD1-D5088976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BCB4-F318-F05B-63B2-380827379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503C-A4E4-7304-38EC-40C8C1DD1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47583-EE07-0BF0-FFED-C1723224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3840-8D72-4EF3-165C-186EB7F8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33FE8-8632-D65D-0AA4-06D55AAA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B954-820A-808C-2FEC-BE326F4D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6432-8A92-05B2-8EDF-C5CC2CEF4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611BA-2F67-D5A8-9D2F-4E1C89F31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37870-FC79-F03F-D1DB-198ED7D22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C368F-B621-0748-0274-14AB37098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62112-4872-A659-B94D-2FDAF8C5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70B6B-3FA6-B1E9-D556-0F7854D4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E3D3F-8669-701B-0264-F7AB3CEA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1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2B62-B56F-9C1E-D00C-0248D3F0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2C579-FA7C-B3F6-B43A-C282E5BB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B05AF-3F87-9CF3-B170-98A7A071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9B71B-904D-F8F3-64A0-1D4417F7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7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C331D-D28F-B6E6-44E1-800E46CD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EF02D-F645-5356-1D2A-27B78C8F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D1CA-7977-00E6-822A-9A2F0AD2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5C68-763A-E2A8-ABFE-2B1C57DB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32DE2-D60D-5059-B42B-9B4152A7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2898D-F59F-ED51-08B4-873BF49F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0BF6B-9E97-0B65-6C78-6E626053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A5D3C-AFA1-127A-6030-76A1ADD6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3BA74-6E51-F3BF-6C60-EC84B9F9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FF3B-6EB1-87F5-286C-E68F60CD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C185F-D804-8E61-0C2D-EEB11ECC5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1D139-B1AF-E12C-679B-E2C3C1528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99699-8573-7684-3302-957E6CE2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08F50-4628-B0A4-ED1E-F57DD24B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C0261-FBA8-E53E-6918-6DE20AAF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6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F34A-4A41-504E-F73D-FA08B33E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E38B3-E241-E74D-4D53-72B693361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CBAC1-5F49-49F6-7CC3-49EEC9F2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E909D-57BE-5258-90A6-62BD9FFE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44F63-E548-B3C4-2954-9BE32F72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3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5CB7D-4076-D8E0-2B50-5A9E0C19D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FE659-580D-9FCF-2728-DAD894469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56742-4161-5582-69F1-844DC731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3A94F-0FBF-7DB0-6FB5-2E15049F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17DB4-A3C6-543E-16F3-4D58DF94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F64B-B86D-F32C-D11E-06829FA6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6B0AB-AA74-00A2-1BD2-6DE8E69B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B3ED-074C-EBE5-00AA-B78951FEB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10A6-5F00-4C73-9576-13E8DBBBA7E7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99C1-4AE5-66F1-10A6-E8DD990C7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E573E-269B-BC84-1FED-EFFEDA643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0C90E-971C-4FC1-B7F3-DD858854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2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6571-B41B-2CB3-D9CE-D6A9EABB3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Cardiac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397B9-D4E5-FFD2-F395-9CA07599F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0321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29-10-2025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Yerra Vishnu Akhil Raj Kumar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Resident, AIIMS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Bibinagar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MBBS- AIIMS Patna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Bio-Design Fellow- IIT Hyderabad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Physiology- AIIMS Raipur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9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7BD2-C16C-4509-5E44-8D9F0B3F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326181-5DF0-91ED-FC20-3FF5FB20A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877" y="2061122"/>
            <a:ext cx="10515923" cy="27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4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599A-0942-FC8E-EDCB-8CE083C8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E819-8AA3-7F60-BAB7-A1CC93EC3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DA4C0-8686-3125-B62E-FC6640B1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001" y="633130"/>
            <a:ext cx="6267997" cy="55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8054-F650-6781-0BCA-D3445087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3B20-3118-2C69-6AFA-5DA34F8B3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CC9A9-79B0-6302-BCF2-FA28043C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66205"/>
            <a:ext cx="8688012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3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8206-BD18-60C4-6E4B-EF09F07A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E8D9-FC04-DA7D-A291-5B9B6340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651C-C147-A06B-2614-23CF83B15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17" y="1007122"/>
            <a:ext cx="5372166" cy="48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2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Cardiac cycle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5</cp:revision>
  <dcterms:created xsi:type="dcterms:W3CDTF">2025-10-29T06:21:10Z</dcterms:created>
  <dcterms:modified xsi:type="dcterms:W3CDTF">2025-10-29T06:24:50Z</dcterms:modified>
</cp:coreProperties>
</file>